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303" r:id="rId4"/>
    <p:sldId id="304" r:id="rId5"/>
    <p:sldId id="265" r:id="rId6"/>
    <p:sldId id="30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705CB-16C3-CDA6-5D58-E49892C307B1}" v="38" dt="2023-10-13T15:22:01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F4E49385-8BAC-4DB8-9067-77D7C45D5D76}"/>
    <pc:docChg chg="modSld">
      <pc:chgData name="Dr. Md Mehedi Hasan" userId="5eb39d97-deb0-466a-af4c-298e34812974" providerId="ADAL" clId="{F4E49385-8BAC-4DB8-9067-77D7C45D5D76}" dt="2022-12-07T07:09:05.549" v="5" actId="20577"/>
      <pc:docMkLst>
        <pc:docMk/>
      </pc:docMkLst>
      <pc:sldChg chg="modSp mod">
        <pc:chgData name="Dr. Md Mehedi Hasan" userId="5eb39d97-deb0-466a-af4c-298e34812974" providerId="ADAL" clId="{F4E49385-8BAC-4DB8-9067-77D7C45D5D76}" dt="2022-12-07T07:09:05.549" v="5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F4E49385-8BAC-4DB8-9067-77D7C45D5D76}" dt="2022-12-07T07:09:05.549" v="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38C774DA-44F3-4BFA-B91D-E06F25D92ED3}"/>
    <pc:docChg chg="modSld">
      <pc:chgData name="Dr. Md Mehedi Hasan" userId="S::mmhasan@aiub.edu::5eb39d97-deb0-466a-af4c-298e34812974" providerId="AD" clId="Web-{38C774DA-44F3-4BFA-B91D-E06F25D92ED3}" dt="2022-10-25T05:51:43.635" v="19"/>
      <pc:docMkLst>
        <pc:docMk/>
      </pc:docMkLst>
      <pc:sldChg chg="modSp">
        <pc:chgData name="Dr. Md Mehedi Hasan" userId="S::mmhasan@aiub.edu::5eb39d97-deb0-466a-af4c-298e34812974" providerId="AD" clId="Web-{38C774DA-44F3-4BFA-B91D-E06F25D92ED3}" dt="2022-10-25T05:51:43.635" v="19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38C774DA-44F3-4BFA-B91D-E06F25D92ED3}" dt="2022-10-25T05:51:43.635" v="19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0DF705CB-16C3-CDA6-5D58-E49892C307B1}"/>
    <pc:docChg chg="modSld">
      <pc:chgData name="Dr. Md Mehedi Hasan" userId="S::mmhasan@aiub.edu::5eb39d97-deb0-466a-af4c-298e34812974" providerId="AD" clId="Web-{0DF705CB-16C3-CDA6-5D58-E49892C307B1}" dt="2023-10-13T15:21:59.243" v="31"/>
      <pc:docMkLst>
        <pc:docMk/>
      </pc:docMkLst>
      <pc:sldChg chg="modSp">
        <pc:chgData name="Dr. Md Mehedi Hasan" userId="S::mmhasan@aiub.edu::5eb39d97-deb0-466a-af4c-298e34812974" providerId="AD" clId="Web-{0DF705CB-16C3-CDA6-5D58-E49892C307B1}" dt="2023-10-13T15:21:59.243" v="31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0DF705CB-16C3-CDA6-5D58-E49892C307B1}" dt="2023-10-13T15:21:59.243" v="31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47560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92310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064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23-24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RIPv2 Configuration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29F5B3-6BDB-4EE2-9C6E-FC68C244EC78}"/>
              </a:ext>
            </a:extLst>
          </p:cNvPr>
          <p:cNvGrpSpPr/>
          <p:nvPr/>
        </p:nvGrpSpPr>
        <p:grpSpPr>
          <a:xfrm>
            <a:off x="2226317" y="2132349"/>
            <a:ext cx="5007188" cy="1709531"/>
            <a:chOff x="2843151" y="536713"/>
            <a:chExt cx="5007188" cy="1709531"/>
          </a:xfrm>
        </p:grpSpPr>
        <p:pic>
          <p:nvPicPr>
            <p:cNvPr id="6" name="Picture 2" descr="Cisco Network Topology Icons 3015 | ATM Router">
              <a:extLst>
                <a:ext uri="{FF2B5EF4-FFF2-40B4-BE49-F238E27FC236}">
                  <a16:creationId xmlns:a16="http://schemas.microsoft.com/office/drawing/2014/main" id="{F969F61B-6D49-452E-8B35-F2F482D9BE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218" y="750296"/>
              <a:ext cx="1197985" cy="83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892565C-C9B8-4DC5-86BD-F0B59FD7D07F}"/>
                </a:ext>
              </a:extLst>
            </p:cNvPr>
            <p:cNvCxnSpPr>
              <a:cxnSpLocks/>
            </p:cNvCxnSpPr>
            <p:nvPr/>
          </p:nvCxnSpPr>
          <p:spPr>
            <a:xfrm>
              <a:off x="5627055" y="1166696"/>
              <a:ext cx="121106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A944B1A-6023-40A9-B61E-7FE4ACCF6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6017" y="1351688"/>
              <a:ext cx="740316" cy="8945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BBB98D-F16C-4465-8CA1-E4FD16D5466C}"/>
                </a:ext>
              </a:extLst>
            </p:cNvPr>
            <p:cNvCxnSpPr>
              <a:cxnSpLocks/>
            </p:cNvCxnSpPr>
            <p:nvPr/>
          </p:nvCxnSpPr>
          <p:spPr>
            <a:xfrm>
              <a:off x="3413942" y="1001044"/>
              <a:ext cx="121106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9E6DDB-8938-4A0F-BA12-319C891526CF}"/>
                </a:ext>
              </a:extLst>
            </p:cNvPr>
            <p:cNvSpPr txBox="1"/>
            <p:nvPr/>
          </p:nvSpPr>
          <p:spPr>
            <a:xfrm>
              <a:off x="3101009" y="536713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172.16.1.0/30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FC6E36-2C11-487C-ADDB-69089818E530}"/>
                </a:ext>
              </a:extLst>
            </p:cNvPr>
            <p:cNvSpPr txBox="1"/>
            <p:nvPr/>
          </p:nvSpPr>
          <p:spPr>
            <a:xfrm>
              <a:off x="2843151" y="1552147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172.16.1.4/30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10964F-2174-4A7C-AAFB-4B86CC209C6F}"/>
                </a:ext>
              </a:extLst>
            </p:cNvPr>
            <p:cNvSpPr txBox="1"/>
            <p:nvPr/>
          </p:nvSpPr>
          <p:spPr>
            <a:xfrm>
              <a:off x="6232588" y="721379"/>
              <a:ext cx="1617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192.168.2.0/24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5CD8969-6935-4AB2-8602-460B3D4F57F2}"/>
              </a:ext>
            </a:extLst>
          </p:cNvPr>
          <p:cNvSpPr txBox="1"/>
          <p:nvPr/>
        </p:nvSpPr>
        <p:spPr>
          <a:xfrm>
            <a:off x="5258667" y="3732946"/>
            <a:ext cx="364535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 Commands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R1(config)# router rip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 version 2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172.16.1.0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172.16.1.4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192.168.2.0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R1(config-router)#no auto-summary</a:t>
            </a:r>
          </a:p>
        </p:txBody>
      </p:sp>
    </p:spTree>
    <p:extLst>
      <p:ext uri="{BB962C8B-B14F-4D97-AF65-F5344CB8AC3E}">
        <p14:creationId xmlns:p14="http://schemas.microsoft.com/office/powerpoint/2010/main" val="2743588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RIPv2 Configuration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Trableshooting</a:t>
            </a:r>
            <a:endParaRPr lang="en-FI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29F5B3-6BDB-4EE2-9C6E-FC68C244EC78}"/>
              </a:ext>
            </a:extLst>
          </p:cNvPr>
          <p:cNvGrpSpPr/>
          <p:nvPr/>
        </p:nvGrpSpPr>
        <p:grpSpPr>
          <a:xfrm>
            <a:off x="2226317" y="2132349"/>
            <a:ext cx="5007188" cy="1709531"/>
            <a:chOff x="2843151" y="536713"/>
            <a:chExt cx="5007188" cy="1709531"/>
          </a:xfrm>
        </p:grpSpPr>
        <p:pic>
          <p:nvPicPr>
            <p:cNvPr id="6" name="Picture 2" descr="Cisco Network Topology Icons 3015 | ATM Router">
              <a:extLst>
                <a:ext uri="{FF2B5EF4-FFF2-40B4-BE49-F238E27FC236}">
                  <a16:creationId xmlns:a16="http://schemas.microsoft.com/office/drawing/2014/main" id="{F969F61B-6D49-452E-8B35-F2F482D9BE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218" y="750296"/>
              <a:ext cx="1197985" cy="83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892565C-C9B8-4DC5-86BD-F0B59FD7D07F}"/>
                </a:ext>
              </a:extLst>
            </p:cNvPr>
            <p:cNvCxnSpPr>
              <a:cxnSpLocks/>
            </p:cNvCxnSpPr>
            <p:nvPr/>
          </p:nvCxnSpPr>
          <p:spPr>
            <a:xfrm>
              <a:off x="5627055" y="1166696"/>
              <a:ext cx="121106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A944B1A-6023-40A9-B61E-7FE4ACCF6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6017" y="1351688"/>
              <a:ext cx="740316" cy="8945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BBB98D-F16C-4465-8CA1-E4FD16D5466C}"/>
                </a:ext>
              </a:extLst>
            </p:cNvPr>
            <p:cNvCxnSpPr>
              <a:cxnSpLocks/>
            </p:cNvCxnSpPr>
            <p:nvPr/>
          </p:nvCxnSpPr>
          <p:spPr>
            <a:xfrm>
              <a:off x="3413942" y="1001044"/>
              <a:ext cx="121106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9E6DDB-8938-4A0F-BA12-319C891526CF}"/>
                </a:ext>
              </a:extLst>
            </p:cNvPr>
            <p:cNvSpPr txBox="1"/>
            <p:nvPr/>
          </p:nvSpPr>
          <p:spPr>
            <a:xfrm>
              <a:off x="3101009" y="536713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172.16.1.0/30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FC6E36-2C11-487C-ADDB-69089818E530}"/>
                </a:ext>
              </a:extLst>
            </p:cNvPr>
            <p:cNvSpPr txBox="1"/>
            <p:nvPr/>
          </p:nvSpPr>
          <p:spPr>
            <a:xfrm>
              <a:off x="2843151" y="1552147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172.16.1.4/30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10964F-2174-4A7C-AAFB-4B86CC209C6F}"/>
                </a:ext>
              </a:extLst>
            </p:cNvPr>
            <p:cNvSpPr txBox="1"/>
            <p:nvPr/>
          </p:nvSpPr>
          <p:spPr>
            <a:xfrm>
              <a:off x="6232588" y="721379"/>
              <a:ext cx="1617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192.168.2.0/24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B2C6F55-C27A-4779-B850-9A95BE4B3AAC}"/>
              </a:ext>
            </a:extLst>
          </p:cNvPr>
          <p:cNvSpPr txBox="1"/>
          <p:nvPr/>
        </p:nvSpPr>
        <p:spPr>
          <a:xfrm>
            <a:off x="296638" y="4118789"/>
            <a:ext cx="4319131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protocol properties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show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protocols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all routes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show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route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all RIP activities in real-time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debug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rip</a:t>
            </a:r>
          </a:p>
          <a:p>
            <a:pPr lvl="1"/>
            <a:endParaRPr lang="en-US" sz="2200" i="1" dirty="0">
              <a:latin typeface="Perpetua" panose="02020502060401020303" pitchFamily="18" charset="0"/>
            </a:endParaRP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C38E2-3420-48D5-94CD-C24AA3E06B71}"/>
              </a:ext>
            </a:extLst>
          </p:cNvPr>
          <p:cNvSpPr/>
          <p:nvPr/>
        </p:nvSpPr>
        <p:spPr>
          <a:xfrm>
            <a:off x="4353261" y="4177337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stop debugging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	no debug all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RIP database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	show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rip database</a:t>
            </a:r>
          </a:p>
        </p:txBody>
      </p:sp>
    </p:spTree>
    <p:extLst>
      <p:ext uri="{BB962C8B-B14F-4D97-AF65-F5344CB8AC3E}">
        <p14:creationId xmlns:p14="http://schemas.microsoft.com/office/powerpoint/2010/main" val="34981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7314-7956-0F66-4F89-801EB9E1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6171E-D61B-6843-9D81-DEA784ADE6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93" t="25224" r="58163" b="26900"/>
          <a:stretch/>
        </p:blipFill>
        <p:spPr>
          <a:xfrm>
            <a:off x="548639" y="2349303"/>
            <a:ext cx="7827019" cy="35266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C6CF31-9C1C-369D-1686-9FE5B8C00E6F}"/>
              </a:ext>
            </a:extLst>
          </p:cNvPr>
          <p:cNvSpPr txBox="1"/>
          <p:nvPr/>
        </p:nvSpPr>
        <p:spPr>
          <a:xfrm>
            <a:off x="0" y="33143"/>
            <a:ext cx="3645357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 Commands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R1(config)# router rip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 version 2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172.16.1.0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172.16.1.4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192.168.2.0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R1(config-router)#no auto-summary</a:t>
            </a:r>
          </a:p>
        </p:txBody>
      </p:sp>
    </p:spTree>
    <p:extLst>
      <p:ext uri="{BB962C8B-B14F-4D97-AF65-F5344CB8AC3E}">
        <p14:creationId xmlns:p14="http://schemas.microsoft.com/office/powerpoint/2010/main" val="39514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64094" y="1497224"/>
            <a:ext cx="79084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</a:rPr>
              <a:t>[1] R. Graziani and A. Johnson, </a:t>
            </a:r>
            <a:r>
              <a:rPr lang="en-US" sz="2400" i="1" dirty="0">
                <a:latin typeface="Perpetua" panose="02020502060401020303" pitchFamily="18" charset="0"/>
              </a:rPr>
              <a:t>Routing Protocols and Concepts</a:t>
            </a:r>
            <a:r>
              <a:rPr lang="en-US" sz="2400" dirty="0">
                <a:latin typeface="Perpetua" panose="02020502060401020303" pitchFamily="18" charset="0"/>
              </a:rPr>
              <a:t>,  2</a:t>
            </a:r>
            <a:r>
              <a:rPr lang="en-US" sz="2400" baseline="30000" dirty="0">
                <a:latin typeface="Perpetua" panose="02020502060401020303" pitchFamily="18" charset="0"/>
              </a:rPr>
              <a:t>nd</a:t>
            </a:r>
            <a:r>
              <a:rPr lang="en-US" sz="2400" dirty="0">
                <a:latin typeface="Perpetua" panose="02020502060401020303" pitchFamily="18" charset="0"/>
              </a:rPr>
              <a:t> ed., </a:t>
            </a:r>
          </a:p>
          <a:p>
            <a:r>
              <a:rPr lang="en-US" sz="2400" dirty="0">
                <a:latin typeface="Perpetua" panose="02020502060401020303" pitchFamily="18" charset="0"/>
              </a:rPr>
              <a:t>     Cisco Systems, Inc., USA, 2008, pp. 148-173.</a:t>
            </a:r>
          </a:p>
          <a:p>
            <a:r>
              <a:rPr lang="en-US" sz="2400" dirty="0">
                <a:latin typeface="Perpetua" panose="02020502060401020303" pitchFamily="18" charset="0"/>
              </a:rPr>
              <a:t>[2] J. Macfarlane, </a:t>
            </a:r>
            <a:r>
              <a:rPr lang="en-US" sz="2400" i="1" dirty="0">
                <a:latin typeface="Perpetua" panose="02020502060401020303" pitchFamily="18" charset="0"/>
              </a:rPr>
              <a:t>Network Routing Basics</a:t>
            </a:r>
            <a:r>
              <a:rPr lang="en-US" sz="2400" dirty="0">
                <a:latin typeface="Perpetua" panose="02020502060401020303" pitchFamily="18" charset="0"/>
              </a:rPr>
              <a:t>, Wiley Publications. Inc., </a:t>
            </a:r>
          </a:p>
          <a:p>
            <a:r>
              <a:rPr lang="en-US" sz="2400" dirty="0">
                <a:latin typeface="Perpetua" panose="02020502060401020303" pitchFamily="18" charset="0"/>
              </a:rPr>
              <a:t>          2006, USA, pp.  70-104.</a:t>
            </a:r>
            <a:endParaRPr lang="en-FI" sz="2400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0033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1923</TotalTime>
  <Words>286</Words>
  <Application>Microsoft Office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Spectrum</vt:lpstr>
      <vt:lpstr>RIP</vt:lpstr>
      <vt:lpstr>RIPv2 Configuration</vt:lpstr>
      <vt:lpstr>RIPv2 Configuration</vt:lpstr>
      <vt:lpstr>Task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Md Mehedi Hasan</cp:lastModifiedBy>
  <cp:revision>56</cp:revision>
  <dcterms:created xsi:type="dcterms:W3CDTF">2018-12-10T17:20:29Z</dcterms:created>
  <dcterms:modified xsi:type="dcterms:W3CDTF">2023-10-13T15:22:05Z</dcterms:modified>
</cp:coreProperties>
</file>