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73" r:id="rId6"/>
    <p:sldId id="274" r:id="rId7"/>
    <p:sldId id="269" r:id="rId8"/>
    <p:sldId id="270" r:id="rId9"/>
    <p:sldId id="271" r:id="rId10"/>
    <p:sldId id="275" r:id="rId11"/>
    <p:sldId id="276" r:id="rId12"/>
    <p:sldId id="265" r:id="rId13"/>
    <p:sldId id="264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3" d="100"/>
          <a:sy n="53" d="100"/>
        </p:scale>
        <p:origin x="58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 Mehedi Hasan" userId="5eb39d97-deb0-466a-af4c-298e34812974" providerId="ADAL" clId="{53D7F2E6-B98A-4856-A84E-E5447B309C66}"/>
    <pc:docChg chg="undo custSel addSld delSld modSld sldOrd">
      <pc:chgData name="Dr. Md Mehedi Hasan" userId="5eb39d97-deb0-466a-af4c-298e34812974" providerId="ADAL" clId="{53D7F2E6-B98A-4856-A84E-E5447B309C66}" dt="2022-12-06T07:35:12.898" v="21" actId="47"/>
      <pc:docMkLst>
        <pc:docMk/>
      </pc:docMkLst>
      <pc:sldChg chg="modSp mod">
        <pc:chgData name="Dr. Md Mehedi Hasan" userId="5eb39d97-deb0-466a-af4c-298e34812974" providerId="ADAL" clId="{53D7F2E6-B98A-4856-A84E-E5447B309C66}" dt="2022-12-04T08:45:25.824" v="8" actId="20577"/>
        <pc:sldMkLst>
          <pc:docMk/>
          <pc:sldMk cId="700707328" sldId="256"/>
        </pc:sldMkLst>
      </pc:sldChg>
      <pc:sldChg chg="delSp modSp del mod">
        <pc:chgData name="Dr. Md Mehedi Hasan" userId="5eb39d97-deb0-466a-af4c-298e34812974" providerId="ADAL" clId="{53D7F2E6-B98A-4856-A84E-E5447B309C66}" dt="2022-12-06T07:35:10.146" v="20" actId="47"/>
        <pc:sldMkLst>
          <pc:docMk/>
          <pc:sldMk cId="166613520" sldId="268"/>
        </pc:sldMkLst>
      </pc:sldChg>
      <pc:sldChg chg="delSp del">
        <pc:chgData name="Dr. Md Mehedi Hasan" userId="5eb39d97-deb0-466a-af4c-298e34812974" providerId="ADAL" clId="{53D7F2E6-B98A-4856-A84E-E5447B309C66}" dt="2022-12-06T07:34:56.428" v="19" actId="47"/>
        <pc:sldMkLst>
          <pc:docMk/>
          <pc:sldMk cId="1951176355" sldId="272"/>
        </pc:sldMkLst>
      </pc:sldChg>
      <pc:sldChg chg="del ord">
        <pc:chgData name="Dr. Md Mehedi Hasan" userId="5eb39d97-deb0-466a-af4c-298e34812974" providerId="ADAL" clId="{53D7F2E6-B98A-4856-A84E-E5447B309C66}" dt="2022-12-06T07:34:50.881" v="18" actId="47"/>
        <pc:sldMkLst>
          <pc:docMk/>
          <pc:sldMk cId="1086777822" sldId="277"/>
        </pc:sldMkLst>
      </pc:sldChg>
      <pc:sldChg chg="add del">
        <pc:chgData name="Dr. Md Mehedi Hasan" userId="5eb39d97-deb0-466a-af4c-298e34812974" providerId="ADAL" clId="{53D7F2E6-B98A-4856-A84E-E5447B309C66}" dt="2022-12-06T07:35:12.898" v="21" actId="47"/>
        <pc:sldMkLst>
          <pc:docMk/>
          <pc:sldMk cId="3402039959" sldId="278"/>
        </pc:sldMkLst>
      </pc:sldChg>
    </pc:docChg>
  </pc:docChgLst>
  <pc:docChgLst>
    <pc:chgData name="Dr. Md Mehedi Hasan" userId="5eb39d97-deb0-466a-af4c-298e34812974" providerId="ADAL" clId="{5E6039D1-4F14-473E-A984-B34278D1BBE6}"/>
    <pc:docChg chg="modSld">
      <pc:chgData name="Dr. Md Mehedi Hasan" userId="5eb39d97-deb0-466a-af4c-298e34812974" providerId="ADAL" clId="{5E6039D1-4F14-473E-A984-B34278D1BBE6}" dt="2023-03-21T06:56:03.237" v="20" actId="20577"/>
      <pc:docMkLst>
        <pc:docMk/>
      </pc:docMkLst>
      <pc:sldChg chg="modSp mod">
        <pc:chgData name="Dr. Md Mehedi Hasan" userId="5eb39d97-deb0-466a-af4c-298e34812974" providerId="ADAL" clId="{5E6039D1-4F14-473E-A984-B34278D1BBE6}" dt="2023-03-21T06:56:03.237" v="20" actId="20577"/>
        <pc:sldMkLst>
          <pc:docMk/>
          <pc:sldMk cId="700707328" sldId="256"/>
        </pc:sldMkLst>
      </pc:sldChg>
    </pc:docChg>
  </pc:docChgLst>
  <pc:docChgLst>
    <pc:chgData name="Dr. Md Mehedi Hasan" userId="5eb39d97-deb0-466a-af4c-298e34812974" providerId="ADAL" clId="{F87B4ED0-1220-40DF-A7FD-9EEE715ACDCA}"/>
    <pc:docChg chg="custSel modSld">
      <pc:chgData name="Dr. Md Mehedi Hasan" userId="5eb39d97-deb0-466a-af4c-298e34812974" providerId="ADAL" clId="{F87B4ED0-1220-40DF-A7FD-9EEE715ACDCA}" dt="2022-12-07T05:43:02.927" v="8"/>
      <pc:docMkLst>
        <pc:docMk/>
      </pc:docMkLst>
      <pc:sldChg chg="addSp delSp modSp mod chgLayout">
        <pc:chgData name="Dr. Md Mehedi Hasan" userId="5eb39d97-deb0-466a-af4c-298e34812974" providerId="ADAL" clId="{F87B4ED0-1220-40DF-A7FD-9EEE715ACDCA}" dt="2022-12-07T05:43:02.927" v="8"/>
        <pc:sldMkLst>
          <pc:docMk/>
          <pc:sldMk cId="700707328" sldId="256"/>
        </pc:sldMkLst>
      </pc:sldChg>
    </pc:docChg>
  </pc:docChgLst>
  <pc:docChgLst>
    <pc:chgData name="Dr. Md Mehedi Hasan" userId="5eb39d97-deb0-466a-af4c-298e34812974" providerId="ADAL" clId="{BFEBABBD-0CE9-4613-B940-8CE3C8ADD9EF}"/>
    <pc:docChg chg="modSld">
      <pc:chgData name="Dr. Md Mehedi Hasan" userId="5eb39d97-deb0-466a-af4c-298e34812974" providerId="ADAL" clId="{BFEBABBD-0CE9-4613-B940-8CE3C8ADD9EF}" dt="2022-11-13T05:46:03.421" v="24" actId="20577"/>
      <pc:docMkLst>
        <pc:docMk/>
      </pc:docMkLst>
      <pc:sldChg chg="modSp mod">
        <pc:chgData name="Dr. Md Mehedi Hasan" userId="5eb39d97-deb0-466a-af4c-298e34812974" providerId="ADAL" clId="{BFEBABBD-0CE9-4613-B940-8CE3C8ADD9EF}" dt="2022-11-13T05:46:03.421" v="24" actId="20577"/>
        <pc:sldMkLst>
          <pc:docMk/>
          <pc:sldMk cId="700707328" sldId="256"/>
        </pc:sldMkLst>
      </pc:sldChg>
    </pc:docChg>
  </pc:docChgLst>
  <pc:docChgLst>
    <pc:chgData name="Dr. Md Mehedi Hasan" userId="S::mmhasan@aiub.edu::5eb39d97-deb0-466a-af4c-298e34812974" providerId="AD" clId="Web-{801E3F36-6F61-07F9-A10A-C07B33D1209F}"/>
    <pc:docChg chg="modSld">
      <pc:chgData name="Dr. Md Mehedi Hasan" userId="S::mmhasan@aiub.edu::5eb39d97-deb0-466a-af4c-298e34812974" providerId="AD" clId="Web-{801E3F36-6F61-07F9-A10A-C07B33D1209F}" dt="2023-11-13T06:13:54.182" v="35"/>
      <pc:docMkLst>
        <pc:docMk/>
      </pc:docMkLst>
      <pc:sldChg chg="modSp">
        <pc:chgData name="Dr. Md Mehedi Hasan" userId="S::mmhasan@aiub.edu::5eb39d97-deb0-466a-af4c-298e34812974" providerId="AD" clId="Web-{801E3F36-6F61-07F9-A10A-C07B33D1209F}" dt="2023-11-13T06:13:54.182" v="35"/>
        <pc:sldMkLst>
          <pc:docMk/>
          <pc:sldMk cId="700707328" sldId="256"/>
        </pc:sldMkLst>
      </pc:sldChg>
    </pc:docChg>
  </pc:docChgLst>
  <pc:docChgLst>
    <pc:chgData name="Dr. Md Mehedi Hasan" userId="239fb861-385a-4bac-bb29-9c26fc54d0ba" providerId="ADAL" clId="{8A24E137-43FE-48DE-9E8B-E4B24C41D54E}"/>
    <pc:docChg chg="modSld">
      <pc:chgData name="Dr. Md Mehedi Hasan" userId="239fb861-385a-4bac-bb29-9c26fc54d0ba" providerId="ADAL" clId="{8A24E137-43FE-48DE-9E8B-E4B24C41D54E}" dt="2025-01-06T05:15:06.867" v="13" actId="20577"/>
      <pc:docMkLst>
        <pc:docMk/>
      </pc:docMkLst>
      <pc:sldChg chg="modSp mod">
        <pc:chgData name="Dr. Md Mehedi Hasan" userId="239fb861-385a-4bac-bb29-9c26fc54d0ba" providerId="ADAL" clId="{8A24E137-43FE-48DE-9E8B-E4B24C41D54E}" dt="2025-01-06T05:15:06.867" v="13" actId="20577"/>
        <pc:sldMkLst>
          <pc:docMk/>
          <pc:sldMk cId="700707328" sldId="256"/>
        </pc:sldMkLst>
        <pc:graphicFrameChg chg="modGraphic">
          <ac:chgData name="Dr. Md Mehedi Hasan" userId="239fb861-385a-4bac-bb29-9c26fc54d0ba" providerId="ADAL" clId="{8A24E137-43FE-48DE-9E8B-E4B24C41D54E}" dt="2025-01-06T05:15:06.867" v="13" actId="20577"/>
          <ac:graphicFrameMkLst>
            <pc:docMk/>
            <pc:sldMk cId="700707328" sldId="256"/>
            <ac:graphicFrameMk id="9" creationId="{BF07959D-41BB-4330-BEB8-ECA4A186FBA8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</pc:sldChg>
    </pc:docChg>
  </pc:docChgLst>
  <pc:docChgLst>
    <pc:chgData name="Dr. Md Mehedi Hasan" userId="S::mmhasan@aiub.edu::5eb39d97-deb0-466a-af4c-298e34812974" providerId="AD" clId="Web-{AD5A3205-8DBA-02E2-732E-7C953BC7B2DD}"/>
    <pc:docChg chg="modSld">
      <pc:chgData name="Dr. Md Mehedi Hasan" userId="S::mmhasan@aiub.edu::5eb39d97-deb0-466a-af4c-298e34812974" providerId="AD" clId="Web-{AD5A3205-8DBA-02E2-732E-7C953BC7B2DD}" dt="2023-11-16T06:54:06.658" v="20" actId="20577"/>
      <pc:docMkLst>
        <pc:docMk/>
      </pc:docMkLst>
      <pc:sldChg chg="modSp">
        <pc:chgData name="Dr. Md Mehedi Hasan" userId="S::mmhasan@aiub.edu::5eb39d97-deb0-466a-af4c-298e34812974" providerId="AD" clId="Web-{AD5A3205-8DBA-02E2-732E-7C953BC7B2DD}" dt="2023-11-16T06:54:06.658" v="20" actId="20577"/>
        <pc:sldMkLst>
          <pc:docMk/>
          <pc:sldMk cId="3206689872" sldId="27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mhas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computer_fundamentals/computer_networking.htm" TargetMode="External"/><Relationship Id="rId2" Type="http://schemas.openxmlformats.org/officeDocument/2006/relationships/hyperlink" Target="https://www.geeksforgeeks.org/basics-computer-networking/" TargetMode="Externa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31D37C4-9BC5-DA78-42F3-3977EAC36B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Internet Protocol Version 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Course Code</a:t>
            </a:r>
            <a:r>
              <a:rPr lang="en-US"/>
              <a:t>: COE 3206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70273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Networks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07959D-41BB-4330-BEB8-ECA4A186F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359438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1425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00843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Dr. Md Mehedi Hasan</a:t>
                      </a:r>
                      <a:r>
                        <a:rPr lang="en-US" i="1" baseline="0" dirty="0"/>
                        <a:t>, </a:t>
                      </a:r>
                      <a:r>
                        <a:rPr lang="en-US" i="1" baseline="0" dirty="0">
                          <a:hlinkClick r:id="rId2"/>
                        </a:rPr>
                        <a:t>mmhasan@aiub.edu</a:t>
                      </a:r>
                      <a:r>
                        <a:rPr lang="en-US" i="1" baseline="0" dirty="0"/>
                        <a:t> 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21340" y="2523968"/>
            <a:ext cx="8376295" cy="3083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chemeClr val="folHlink"/>
              </a:buClr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</a:rPr>
              <a:t>To introduce the IPv6 addressing scheme and different notations used to represent an address in this version.</a:t>
            </a:r>
          </a:p>
          <a:p>
            <a:pPr marL="342900" indent="-34290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chemeClr val="folHlink"/>
              </a:buClr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</a:rPr>
              <a:t>To explain the three types of addressing used in IPv6: unicast, </a:t>
            </a:r>
            <a:r>
              <a:rPr lang="en-US" dirty="0" err="1">
                <a:latin typeface="Times New Roman" pitchFamily="18" charset="0"/>
              </a:rPr>
              <a:t>anycast</a:t>
            </a:r>
            <a:r>
              <a:rPr lang="en-US" dirty="0">
                <a:latin typeface="Times New Roman" pitchFamily="18" charset="0"/>
              </a:rPr>
              <a:t>, and multicast.</a:t>
            </a:r>
          </a:p>
          <a:p>
            <a:pPr marL="342900" indent="-34290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chemeClr val="folHlink"/>
              </a:buClr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</a:rPr>
              <a:t>To show the address space in this version and how it is divided into several blocks.</a:t>
            </a:r>
          </a:p>
          <a:p>
            <a:pPr marL="342900" indent="-34290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chemeClr val="folHlink"/>
              </a:buClr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</a:rPr>
              <a:t>To discuss some reserved blocks in the address space and their applications.</a:t>
            </a:r>
          </a:p>
          <a:p>
            <a:pPr marL="342900" indent="-34290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chemeClr val="folHlink"/>
              </a:buClr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</a:rPr>
              <a:t>To define the global unicast address block and how it is used for unicast communication.</a:t>
            </a:r>
          </a:p>
          <a:p>
            <a:pPr marL="342900" indent="-34290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chemeClr val="folHlink"/>
              </a:buClr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</a:rPr>
              <a:t>To discuss how three levels of hierarchy in addressing are used in IPv6 deploying the global unicast block.</a:t>
            </a:r>
          </a:p>
          <a:p>
            <a:pPr marL="342900" indent="-342900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Clr>
                <a:schemeClr val="folHlink"/>
              </a:buClr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</a:rPr>
              <a:t>To discuss auto configuration and renumbering of IPv6 addresses.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894886"/>
          </a:xfrm>
        </p:spPr>
        <p:txBody>
          <a:bodyPr/>
          <a:lstStyle/>
          <a:p>
            <a:r>
              <a:rPr lang="en-US" dirty="0"/>
              <a:t>Measurement of 128 bit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21341" y="2302731"/>
            <a:ext cx="753116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Examples: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latin typeface="Arial Unicode MS" pitchFamily="34" charset="-128"/>
              </a:rPr>
              <a:t>2001:0211:00AB:0000:0000:0000:0000:0001</a:t>
            </a:r>
          </a:p>
          <a:p>
            <a:pPr>
              <a:buNone/>
            </a:pPr>
            <a:r>
              <a:rPr lang="en-US" dirty="0">
                <a:latin typeface="Arial Unicode MS" pitchFamily="34" charset="-128"/>
              </a:rPr>
              <a:t>   Working in the 1</a:t>
            </a:r>
            <a:r>
              <a:rPr lang="en-US" baseline="30000" dirty="0">
                <a:latin typeface="Arial Unicode MS" pitchFamily="34" charset="-128"/>
              </a:rPr>
              <a:t>st</a:t>
            </a:r>
            <a:r>
              <a:rPr lang="en-US" dirty="0">
                <a:latin typeface="Arial Unicode MS" pitchFamily="34" charset="-128"/>
              </a:rPr>
              <a:t> Hexted we can see</a:t>
            </a:r>
          </a:p>
          <a:p>
            <a:pPr>
              <a:buNone/>
            </a:pPr>
            <a:r>
              <a:rPr lang="en-US" dirty="0">
                <a:latin typeface="Arial Unicode MS" pitchFamily="34" charset="-128"/>
              </a:rPr>
              <a:t>   2 = 0010     (4-bit)</a:t>
            </a:r>
          </a:p>
          <a:p>
            <a:pPr>
              <a:buNone/>
            </a:pPr>
            <a:r>
              <a:rPr lang="en-US" dirty="0">
                <a:latin typeface="Arial Unicode MS" pitchFamily="34" charset="-128"/>
              </a:rPr>
              <a:t>   0 = 0000     (4-bit)</a:t>
            </a:r>
          </a:p>
          <a:p>
            <a:pPr>
              <a:buNone/>
            </a:pPr>
            <a:r>
              <a:rPr lang="en-US" dirty="0">
                <a:latin typeface="Arial Unicode MS" pitchFamily="34" charset="-128"/>
              </a:rPr>
              <a:t>   0 = 0000     (4-bit)</a:t>
            </a:r>
          </a:p>
          <a:p>
            <a:pPr>
              <a:buNone/>
            </a:pPr>
            <a:r>
              <a:rPr lang="en-US" dirty="0">
                <a:latin typeface="Arial Unicode MS" pitchFamily="34" charset="-128"/>
              </a:rPr>
              <a:t>   1 = 0001     (4-bit)</a:t>
            </a:r>
          </a:p>
          <a:p>
            <a:pPr>
              <a:buNone/>
            </a:pPr>
            <a:r>
              <a:rPr lang="en-US" dirty="0">
                <a:latin typeface="Arial Unicode MS" pitchFamily="34" charset="-128"/>
              </a:rPr>
              <a:t>----------------------------------------</a:t>
            </a:r>
          </a:p>
          <a:p>
            <a:pPr>
              <a:buNone/>
            </a:pPr>
            <a:r>
              <a:rPr lang="en-US" dirty="0">
                <a:latin typeface="Arial Unicode MS" pitchFamily="34" charset="-128"/>
              </a:rPr>
              <a:t>= Total 16 bit in One Hexted.</a:t>
            </a:r>
          </a:p>
          <a:p>
            <a:pPr>
              <a:buNone/>
            </a:pPr>
            <a:endParaRPr lang="en-US" dirty="0">
              <a:latin typeface="Arial Unicode MS" pitchFamily="34" charset="-128"/>
            </a:endParaRPr>
          </a:p>
          <a:p>
            <a:pPr>
              <a:buNone/>
            </a:pPr>
            <a:r>
              <a:rPr lang="en-US" dirty="0">
                <a:latin typeface="Arial Unicode MS" pitchFamily="34" charset="-128"/>
              </a:rPr>
              <a:t>In total :- 16 bit * 8 Hexted = 128 bit.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70678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How to Shorten IPv6 Address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7091" y="2082055"/>
            <a:ext cx="8645236" cy="4078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500" dirty="0"/>
              <a:t>Leading Zero Can be Omitted.</a:t>
            </a:r>
          </a:p>
          <a:p>
            <a:pPr marL="457200" indent="-457200">
              <a:buAutoNum type="arabicPeriod"/>
            </a:pPr>
            <a:r>
              <a:rPr lang="en-US" sz="2500" dirty="0"/>
              <a:t>Consecutive Hexted of Zeros can be represented/replaced by double colon (::).</a:t>
            </a:r>
          </a:p>
          <a:p>
            <a:pPr marL="457200" indent="-457200">
              <a:buAutoNum type="arabicPeriod"/>
            </a:pPr>
            <a:r>
              <a:rPr lang="en-US" sz="2500" dirty="0"/>
              <a:t>Double colon can only be used once in an IPv6 Address.</a:t>
            </a:r>
          </a:p>
          <a:p>
            <a:pPr marL="457200" indent="-457200">
              <a:buNone/>
            </a:pPr>
            <a:r>
              <a:rPr lang="en-US" sz="2600" dirty="0">
                <a:latin typeface="Arial Unicode MS" pitchFamily="34" charset="-128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Arial Unicode MS" pitchFamily="34" charset="-128"/>
              </a:rPr>
              <a:t>2001:0211:00AB:0000:0000:0000:0000:0001</a:t>
            </a:r>
          </a:p>
          <a:p>
            <a:pPr marL="822960" lvl="1" indent="-457200">
              <a:buNone/>
            </a:pPr>
            <a:r>
              <a:rPr lang="en-US" sz="2300" dirty="0">
                <a:latin typeface="Arial Unicode MS" pitchFamily="34" charset="-128"/>
              </a:rPr>
              <a:t>   =According to the rules, we can write</a:t>
            </a:r>
          </a:p>
          <a:p>
            <a:pPr marL="1485900" lvl="3" indent="-571500">
              <a:buFont typeface="+mj-lt"/>
              <a:buAutoNum type="romanLcPeriod"/>
            </a:pPr>
            <a:r>
              <a:rPr lang="en-US" sz="2000" dirty="0">
                <a:latin typeface="Arial Unicode MS" pitchFamily="34" charset="-128"/>
              </a:rPr>
              <a:t>2001:211:AB:0:0:0:0:1   -Leading 0’s are omitted</a:t>
            </a:r>
          </a:p>
          <a:p>
            <a:pPr marL="1485900" lvl="3" indent="-571500">
              <a:buFont typeface="+mj-lt"/>
              <a:buAutoNum type="romanLcPeriod"/>
            </a:pPr>
            <a:r>
              <a:rPr lang="en-US" sz="2000" dirty="0">
                <a:latin typeface="Arial Unicode MS" pitchFamily="34" charset="-128"/>
              </a:rPr>
              <a:t>2001:211:AB::1              -</a:t>
            </a:r>
            <a:r>
              <a:rPr lang="en-US" sz="2000" dirty="0"/>
              <a:t> </a:t>
            </a:r>
            <a:r>
              <a:rPr lang="en-US" sz="2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Consecutive 0 means (::)</a:t>
            </a:r>
          </a:p>
          <a:p>
            <a:pPr marL="1485900" lvl="3" indent="-571500">
              <a:buFont typeface="+mj-lt"/>
              <a:buAutoNum type="romanLcPeriod"/>
            </a:pPr>
            <a:r>
              <a:rPr lang="en-US" sz="2000" dirty="0">
                <a:latin typeface="Arial Unicode MS" pitchFamily="34" charset="-128"/>
              </a:rPr>
              <a:t>Already Used one double colon.</a:t>
            </a:r>
          </a:p>
          <a:p>
            <a:pPr marL="822960" lvl="1" indent="-457200">
              <a:buNone/>
            </a:pPr>
            <a:r>
              <a:rPr lang="en-US" sz="2200" dirty="0"/>
              <a:t>   Final Shorten IP address:-</a:t>
            </a:r>
          </a:p>
          <a:p>
            <a:pPr marL="457200" indent="-457200">
              <a:buNone/>
            </a:pPr>
            <a:r>
              <a:rPr lang="en-US" sz="2500" dirty="0"/>
              <a:t> </a:t>
            </a:r>
            <a:r>
              <a:rPr lang="en-US" sz="2800" dirty="0">
                <a:solidFill>
                  <a:srgbClr val="7030A0"/>
                </a:solidFill>
                <a:latin typeface="Arial Unicode MS" pitchFamily="34" charset="-128"/>
              </a:rPr>
              <a:t>2001:211:AB::1</a:t>
            </a:r>
            <a:endParaRPr lang="en-US" sz="25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Problem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290946" y="2164738"/>
            <a:ext cx="858981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 Unicode MS" pitchFamily="34" charset="-128"/>
              </a:rPr>
              <a:t>Show the unabbreviated colon hex notation for the following IPv6 addresses:</a:t>
            </a:r>
          </a:p>
          <a:p>
            <a:pPr algn="just"/>
            <a:endParaRPr lang="en-US" dirty="0">
              <a:latin typeface="Arial Unicode MS" pitchFamily="34" charset="-128"/>
            </a:endParaRPr>
          </a:p>
          <a:p>
            <a:pPr algn="just"/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a.</a:t>
            </a:r>
            <a:r>
              <a:rPr lang="en-US" dirty="0">
                <a:latin typeface="Arial Unicode MS" pitchFamily="34" charset="-128"/>
              </a:rPr>
              <a:t> An address with 64 0s followed by 64 1s.</a:t>
            </a:r>
          </a:p>
          <a:p>
            <a:pPr algn="just"/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b.</a:t>
            </a:r>
            <a:r>
              <a:rPr lang="en-US" dirty="0">
                <a:latin typeface="Arial Unicode MS" pitchFamily="34" charset="-128"/>
              </a:rPr>
              <a:t> An address with 128 0s.</a:t>
            </a:r>
          </a:p>
          <a:p>
            <a:pPr algn="just"/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c.</a:t>
            </a:r>
            <a:r>
              <a:rPr lang="en-US" dirty="0">
                <a:latin typeface="Arial Unicode MS" pitchFamily="34" charset="-128"/>
              </a:rPr>
              <a:t> An address with 128 1s.</a:t>
            </a:r>
          </a:p>
          <a:p>
            <a:pPr algn="just"/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d.</a:t>
            </a:r>
            <a:r>
              <a:rPr lang="en-US" dirty="0">
                <a:latin typeface="Arial Unicode MS" pitchFamily="34" charset="-128"/>
              </a:rPr>
              <a:t> An address with 128 alternative 1s and 0s.</a:t>
            </a:r>
          </a:p>
          <a:p>
            <a:pPr algn="just"/>
            <a:endParaRPr lang="en-US" dirty="0">
              <a:latin typeface="Arial Unicode MS" pitchFamily="34" charset="-128"/>
            </a:endParaRPr>
          </a:p>
          <a:p>
            <a:pPr algn="just"/>
            <a:r>
              <a:rPr lang="en-US" i="1" dirty="0">
                <a:solidFill>
                  <a:schemeClr val="hlink"/>
                </a:solidFill>
                <a:latin typeface="Arial Unicode MS" pitchFamily="34" charset="-128"/>
              </a:rPr>
              <a:t>Solution:-</a:t>
            </a:r>
          </a:p>
          <a:p>
            <a:pPr algn="just"/>
            <a:endParaRPr lang="en-US" i="1" dirty="0">
              <a:solidFill>
                <a:schemeClr val="hlink"/>
              </a:solidFill>
              <a:latin typeface="Arial Unicode MS" pitchFamily="34" charset="-128"/>
            </a:endParaRPr>
          </a:p>
          <a:p>
            <a:pPr algn="just"/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a.</a:t>
            </a:r>
            <a:r>
              <a:rPr lang="en-US" dirty="0">
                <a:latin typeface="Arial Unicode MS" pitchFamily="34" charset="-128"/>
              </a:rPr>
              <a:t> 0000:0000:0000:0000:FFFF:FFFF:FFFF:FFFF</a:t>
            </a:r>
          </a:p>
          <a:p>
            <a:pPr algn="just"/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b.</a:t>
            </a:r>
            <a:r>
              <a:rPr lang="en-US" dirty="0">
                <a:latin typeface="Arial Unicode MS" pitchFamily="34" charset="-128"/>
              </a:rPr>
              <a:t> 0000:0000:0000:0000:0000:0000:0000:0000</a:t>
            </a:r>
          </a:p>
          <a:p>
            <a:pPr algn="just"/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c.</a:t>
            </a:r>
            <a:r>
              <a:rPr lang="en-US" dirty="0">
                <a:latin typeface="Arial Unicode MS" pitchFamily="34" charset="-128"/>
              </a:rPr>
              <a:t> FFFF:FFFF:FFFF:FFFF:FFFF:FFFF:FFFF:FFFF</a:t>
            </a:r>
          </a:p>
          <a:p>
            <a:pPr algn="just"/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d.</a:t>
            </a:r>
            <a:r>
              <a:rPr lang="en-US" dirty="0">
                <a:latin typeface="Arial Unicode MS" pitchFamily="34" charset="-128"/>
              </a:rPr>
              <a:t> AAAA:AAAA:AAAA:AAAA:AAAA:AAAA:AAAA:AAAA</a:t>
            </a:r>
          </a:p>
        </p:txBody>
      </p:sp>
    </p:spTree>
    <p:extLst>
      <p:ext uri="{BB962C8B-B14F-4D97-AF65-F5344CB8AC3E}">
        <p14:creationId xmlns:p14="http://schemas.microsoft.com/office/powerpoint/2010/main" val="232146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Problem set (</a:t>
            </a:r>
            <a:r>
              <a:rPr lang="en-US" dirty="0" err="1"/>
              <a:t>cont</a:t>
            </a:r>
            <a:r>
              <a:rPr lang="en-US" dirty="0"/>
              <a:t>…)</a:t>
            </a:r>
          </a:p>
        </p:txBody>
      </p:sp>
      <p:sp>
        <p:nvSpPr>
          <p:cNvPr id="3" name="Rectangle 2"/>
          <p:cNvSpPr/>
          <p:nvPr/>
        </p:nvSpPr>
        <p:spPr>
          <a:xfrm>
            <a:off x="421341" y="2369479"/>
            <a:ext cx="797451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dirty="0">
                <a:latin typeface="Arial Unicode MS" pitchFamily="34" charset="-128"/>
              </a:rPr>
              <a:t>Show abbreviations for the following addresses:</a:t>
            </a:r>
          </a:p>
          <a:p>
            <a:pPr algn="just">
              <a:buFont typeface="Wingdings" pitchFamily="2" charset="2"/>
              <a:buChar char="v"/>
            </a:pPr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a.</a:t>
            </a:r>
            <a:r>
              <a:rPr lang="en-US" dirty="0">
                <a:latin typeface="Arial Unicode MS" pitchFamily="34" charset="-128"/>
              </a:rPr>
              <a:t> 0000:0000:FFFF:0000:0000:0000:0000:0000</a:t>
            </a:r>
          </a:p>
          <a:p>
            <a:pPr algn="just">
              <a:buFont typeface="Wingdings" pitchFamily="2" charset="2"/>
              <a:buChar char="v"/>
            </a:pPr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b.</a:t>
            </a:r>
            <a:r>
              <a:rPr lang="en-US" dirty="0">
                <a:latin typeface="Arial Unicode MS" pitchFamily="34" charset="-128"/>
              </a:rPr>
              <a:t> 1234:2346:0000:0000:0000:0000:0000:1111</a:t>
            </a:r>
          </a:p>
          <a:p>
            <a:pPr algn="just">
              <a:buFont typeface="Wingdings" pitchFamily="2" charset="2"/>
              <a:buChar char="v"/>
            </a:pPr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c.</a:t>
            </a:r>
            <a:r>
              <a:rPr lang="en-US" dirty="0">
                <a:latin typeface="Arial Unicode MS" pitchFamily="34" charset="-128"/>
              </a:rPr>
              <a:t> 0000:0001:0000:0000:0000:0000:1200:1000</a:t>
            </a:r>
          </a:p>
          <a:p>
            <a:pPr algn="just">
              <a:buFont typeface="Wingdings" pitchFamily="2" charset="2"/>
              <a:buChar char="v"/>
            </a:pPr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d.</a:t>
            </a:r>
            <a:r>
              <a:rPr lang="en-US" dirty="0">
                <a:latin typeface="Arial Unicode MS" pitchFamily="34" charset="-128"/>
              </a:rPr>
              <a:t> 0000:0000:0000:0000:0000:FFFF:24.123.12.6</a:t>
            </a:r>
          </a:p>
          <a:p>
            <a:pPr algn="just"/>
            <a:endParaRPr lang="en-US" i="1" dirty="0">
              <a:solidFill>
                <a:schemeClr val="hlink"/>
              </a:solidFill>
              <a:latin typeface="Arial Unicode MS" pitchFamily="34" charset="-128"/>
            </a:endParaRPr>
          </a:p>
          <a:p>
            <a:pPr algn="just">
              <a:buNone/>
            </a:pPr>
            <a:r>
              <a:rPr lang="en-US" dirty="0">
                <a:latin typeface="Arial Unicode MS" pitchFamily="34" charset="-128"/>
              </a:rPr>
              <a:t>Solution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a.</a:t>
            </a:r>
            <a:r>
              <a:rPr lang="en-US" dirty="0">
                <a:latin typeface="Arial Unicode MS" pitchFamily="34" charset="-128"/>
              </a:rPr>
              <a:t> 0:0:FFFF::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b.</a:t>
            </a:r>
            <a:r>
              <a:rPr lang="en-US" dirty="0">
                <a:latin typeface="Arial Unicode MS" pitchFamily="34" charset="-128"/>
              </a:rPr>
              <a:t> 1234:2346::1111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c.</a:t>
            </a:r>
            <a:r>
              <a:rPr lang="en-US" dirty="0">
                <a:latin typeface="Arial Unicode MS" pitchFamily="34" charset="-128"/>
              </a:rPr>
              <a:t> 0:1::1200:1000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>
                <a:solidFill>
                  <a:schemeClr val="hlink"/>
                </a:solidFill>
                <a:latin typeface="Arial Unicode MS" pitchFamily="34" charset="-128"/>
              </a:rPr>
              <a:t>d.</a:t>
            </a:r>
            <a:r>
              <a:rPr lang="en-US" dirty="0">
                <a:latin typeface="Arial Unicode MS" pitchFamily="34" charset="-128"/>
              </a:rPr>
              <a:t> ::FFFF:24.123.12.6</a:t>
            </a:r>
          </a:p>
        </p:txBody>
      </p:sp>
    </p:spTree>
    <p:extLst>
      <p:ext uri="{BB962C8B-B14F-4D97-AF65-F5344CB8AC3E}">
        <p14:creationId xmlns:p14="http://schemas.microsoft.com/office/powerpoint/2010/main" val="300320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Types of ipv6 Address</a:t>
            </a:r>
          </a:p>
        </p:txBody>
      </p:sp>
      <p:pic>
        <p:nvPicPr>
          <p:cNvPr id="4" name="Picture 4" descr="C:\Users\teacher\Desktop\IPv6 Addressing PDF\uni_broad_multi_anycast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9699" y="2147455"/>
            <a:ext cx="7467600" cy="40801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42612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5087" y="476001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Types of ipv6 Address (</a:t>
            </a:r>
            <a:r>
              <a:rPr lang="en-US" dirty="0" err="1"/>
              <a:t>cont</a:t>
            </a:r>
            <a:r>
              <a:rPr lang="en-US" dirty="0"/>
              <a:t>…)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399" y="2078181"/>
            <a:ext cx="7876309" cy="4045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45877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removed in ipv6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8432" y="2161309"/>
            <a:ext cx="63246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20683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Convert IPv4 to IPv6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341" y="2078182"/>
            <a:ext cx="8229600" cy="914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5745" y="3164735"/>
            <a:ext cx="8055196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First 8 bits 0, following 88 bits will also be zero, last 32 bits will be the IPv4 address.</a:t>
            </a:r>
          </a:p>
          <a:p>
            <a:endParaRPr lang="en-GB" sz="700" dirty="0"/>
          </a:p>
          <a:p>
            <a:r>
              <a:rPr lang="en-GB" dirty="0"/>
              <a:t>IPv4 address: 192.168.10.62</a:t>
            </a:r>
          </a:p>
          <a:p>
            <a:r>
              <a:rPr lang="en-GB" dirty="0"/>
              <a:t>Convert it into IPv6</a:t>
            </a:r>
          </a:p>
          <a:p>
            <a:r>
              <a:rPr lang="en-GB" dirty="0"/>
              <a:t>Representing each octet with 8 bits binary: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192 = </a:t>
            </a:r>
            <a:r>
              <a:rPr lang="en-GB" u="sng" dirty="0">
                <a:solidFill>
                  <a:schemeClr val="bg2">
                    <a:lumMod val="50000"/>
                  </a:schemeClr>
                </a:solidFill>
              </a:rPr>
              <a:t>1100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GB" u="sng" dirty="0">
                <a:solidFill>
                  <a:schemeClr val="bg2">
                    <a:lumMod val="50000"/>
                  </a:schemeClr>
                </a:solidFill>
              </a:rPr>
              <a:t>0000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 = C0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168 = </a:t>
            </a:r>
            <a:r>
              <a:rPr lang="en-GB" u="sng" dirty="0">
                <a:solidFill>
                  <a:schemeClr val="bg2">
                    <a:lumMod val="50000"/>
                  </a:schemeClr>
                </a:solidFill>
              </a:rPr>
              <a:t>1010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GB" u="sng" dirty="0">
                <a:solidFill>
                  <a:schemeClr val="bg2">
                    <a:lumMod val="50000"/>
                  </a:schemeClr>
                </a:solidFill>
              </a:rPr>
              <a:t>1000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 = A8</a:t>
            </a:r>
          </a:p>
          <a:p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  10 = </a:t>
            </a:r>
            <a:r>
              <a:rPr lang="en-GB" u="sng" dirty="0">
                <a:solidFill>
                  <a:schemeClr val="accent5">
                    <a:lumMod val="75000"/>
                  </a:schemeClr>
                </a:solidFill>
              </a:rPr>
              <a:t>0000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GB" u="sng" dirty="0">
                <a:solidFill>
                  <a:schemeClr val="accent5">
                    <a:lumMod val="75000"/>
                  </a:schemeClr>
                </a:solidFill>
              </a:rPr>
              <a:t>1010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 = 0A</a:t>
            </a:r>
          </a:p>
          <a:p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  62 = </a:t>
            </a:r>
            <a:r>
              <a:rPr lang="en-GB" u="sng" dirty="0">
                <a:solidFill>
                  <a:schemeClr val="accent5">
                    <a:lumMod val="75000"/>
                  </a:schemeClr>
                </a:solidFill>
              </a:rPr>
              <a:t>0011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GB" u="sng" dirty="0">
                <a:solidFill>
                  <a:schemeClr val="accent5">
                    <a:lumMod val="75000"/>
                  </a:schemeClr>
                </a:solidFill>
              </a:rPr>
              <a:t>1110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 = 3E</a:t>
            </a:r>
          </a:p>
          <a:p>
            <a:endParaRPr lang="en-GB" sz="700" dirty="0"/>
          </a:p>
          <a:p>
            <a:r>
              <a:rPr lang="en-GB" dirty="0"/>
              <a:t>IPv6 address will be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0:0:0:0:0:0:C094:0A3E </a:t>
            </a:r>
            <a:r>
              <a:rPr lang="en-GB" dirty="0">
                <a:sym typeface="Wingdings" panose="05000000000000000000" pitchFamily="2" charset="2"/>
              </a:rPr>
              <a:t> :</a:t>
            </a:r>
            <a:r>
              <a:rPr lang="en-GB" dirty="0"/>
              <a:t>:C0A8:0A3E</a:t>
            </a:r>
          </a:p>
        </p:txBody>
      </p:sp>
    </p:spTree>
    <p:extLst>
      <p:ext uri="{BB962C8B-B14F-4D97-AF65-F5344CB8AC3E}">
        <p14:creationId xmlns:p14="http://schemas.microsoft.com/office/powerpoint/2010/main" val="2793264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sz="4000" dirty="0"/>
            </a:br>
            <a:br>
              <a:rPr lang="en-GB" sz="4000" dirty="0"/>
            </a:br>
            <a:r>
              <a:rPr lang="en-GB" sz="4400" dirty="0"/>
              <a:t>IPv6: Link Local to MAC</a:t>
            </a:r>
            <a:br>
              <a:rPr lang="en-GB" sz="4000" dirty="0"/>
            </a:br>
            <a:r>
              <a:rPr lang="en-GB" sz="4400" dirty="0"/>
              <a:t>Link Local Address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C2B6D-0AF8-4E8C-97BB-838EF926D5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All the link local address starts with FE80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It is used for retrieving MAC address</a:t>
            </a:r>
          </a:p>
          <a:p>
            <a:pPr marL="0" indent="0">
              <a:buNone/>
            </a:pP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FE80::5D39:84FF:FE29:3064</a:t>
            </a:r>
          </a:p>
          <a:p>
            <a:pPr marL="0" indent="0">
              <a:buNone/>
            </a:pP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5D39:84FF:FE29:3064</a:t>
            </a:r>
            <a:endParaRPr lang="en-GB" sz="2400" dirty="0"/>
          </a:p>
          <a:p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Rules to convert link local into MAC Address:</a:t>
            </a:r>
          </a:p>
          <a:p>
            <a:r>
              <a:rPr lang="en-GB" sz="24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) Drop the First four </a:t>
            </a:r>
            <a:r>
              <a:rPr lang="en-GB" sz="24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Hextets</a:t>
            </a:r>
            <a:endParaRPr lang="en-GB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ii) Flip the 7</a:t>
            </a:r>
            <a:r>
              <a:rPr lang="en-GB" sz="2400" baseline="30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th</a:t>
            </a: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bit of 5</a:t>
            </a:r>
            <a:r>
              <a:rPr lang="en-GB" sz="2400" baseline="30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th</a:t>
            </a: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GB" sz="24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Hextet</a:t>
            </a:r>
            <a:endParaRPr lang="en-GB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iii) Drop the 2</a:t>
            </a:r>
            <a:r>
              <a:rPr lang="en-GB" sz="2400" baseline="30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nd</a:t>
            </a: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Octet of 6</a:t>
            </a:r>
            <a:r>
              <a:rPr lang="en-GB" sz="2400" baseline="30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th</a:t>
            </a: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GB" sz="24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Hextet</a:t>
            </a:r>
            <a:endParaRPr lang="en-GB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iv) Drop the 1</a:t>
            </a:r>
            <a:r>
              <a:rPr lang="en-GB" sz="2400" baseline="30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st</a:t>
            </a: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Octet of 7</a:t>
            </a:r>
            <a:r>
              <a:rPr lang="en-GB" sz="2400" baseline="30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th</a:t>
            </a: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GB" sz="24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Hextet</a:t>
            </a:r>
            <a:endParaRPr lang="en-GB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en-GB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CF56A3-6F2C-449E-9A05-63992759252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sz="2400" u="sng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FE80::</a:t>
            </a: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5</a:t>
            </a:r>
            <a:r>
              <a:rPr lang="en-GB" sz="2400" u="sng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D</a:t>
            </a: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39:84</a:t>
            </a:r>
            <a:r>
              <a:rPr lang="en-GB" sz="2400" u="sng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FF:FE</a:t>
            </a: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29:3064</a:t>
            </a:r>
          </a:p>
          <a:p>
            <a:pPr marL="0" indent="0">
              <a:buNone/>
            </a:pP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drop    flip         drop</a:t>
            </a:r>
          </a:p>
          <a:p>
            <a:pPr marL="0" indent="0">
              <a:buNone/>
            </a:pPr>
            <a:endParaRPr lang="en-GB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GB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GB" sz="32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5D39=010111</a:t>
            </a:r>
            <a:r>
              <a:rPr lang="en-GB" sz="3200" dirty="0">
                <a:solidFill>
                  <a:srgbClr val="FF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0</a:t>
            </a:r>
            <a:r>
              <a:rPr lang="en-GB" sz="32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100111001 </a:t>
            </a:r>
          </a:p>
          <a:p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7</a:t>
            </a:r>
            <a:r>
              <a:rPr lang="en-GB" sz="2400" baseline="30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th</a:t>
            </a:r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bit flip            </a:t>
            </a:r>
            <a:r>
              <a:rPr lang="en-GB" sz="24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5F39</a:t>
            </a:r>
          </a:p>
          <a:p>
            <a:endParaRPr lang="en-GB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GB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MAC address: 5F39:8429:3064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9D1EEF-753A-44DF-93A4-BCEEAEFDBBE6}"/>
              </a:ext>
            </a:extLst>
          </p:cNvPr>
          <p:cNvCxnSpPr>
            <a:cxnSpLocks/>
          </p:cNvCxnSpPr>
          <p:nvPr/>
        </p:nvCxnSpPr>
        <p:spPr>
          <a:xfrm flipV="1">
            <a:off x="3543300" y="2381251"/>
            <a:ext cx="1409700" cy="21907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20A686-3192-4D7E-A997-248C91A9A1DE}"/>
              </a:ext>
            </a:extLst>
          </p:cNvPr>
          <p:cNvCxnSpPr/>
          <p:nvPr/>
        </p:nvCxnSpPr>
        <p:spPr>
          <a:xfrm flipV="1">
            <a:off x="3614737" y="2381251"/>
            <a:ext cx="1914525" cy="26384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7CD495-D5E5-4F09-825A-D8EDBC69967F}"/>
              </a:ext>
            </a:extLst>
          </p:cNvPr>
          <p:cNvCxnSpPr>
            <a:cxnSpLocks/>
          </p:cNvCxnSpPr>
          <p:nvPr/>
        </p:nvCxnSpPr>
        <p:spPr>
          <a:xfrm flipV="1">
            <a:off x="4000500" y="2381251"/>
            <a:ext cx="2019300" cy="30956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7F87A2F-86D4-4493-AB8D-AEDFA1940E67}"/>
              </a:ext>
            </a:extLst>
          </p:cNvPr>
          <p:cNvCxnSpPr>
            <a:cxnSpLocks/>
          </p:cNvCxnSpPr>
          <p:nvPr/>
        </p:nvCxnSpPr>
        <p:spPr>
          <a:xfrm flipV="1">
            <a:off x="4000500" y="2381251"/>
            <a:ext cx="2314575" cy="3533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689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335494" y="2105561"/>
            <a:ext cx="758930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Communications and Networking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2007,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dirty="0">
                <a:hlinkClick r:id="rId2"/>
              </a:rPr>
              <a:t>https://www.geeksforgeeks.org/basics-computer-networking/</a:t>
            </a:r>
            <a:endParaRPr lang="en-US" sz="2000" dirty="0"/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dirty="0">
                <a:hlinkClick r:id="rId3"/>
              </a:rPr>
              <a:t>https://www.tutorialspoint.com/computer_fundamentals/computer_networking.htm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A389DD-4CDA-4C45-A68C-DC9EEB6DC9BD}"/>
              </a:ext>
            </a:extLst>
          </p:cNvPr>
          <p:cNvSpPr txBox="1">
            <a:spLocks/>
          </p:cNvSpPr>
          <p:nvPr/>
        </p:nvSpPr>
        <p:spPr>
          <a:xfrm>
            <a:off x="-284019" y="1271443"/>
            <a:ext cx="9289474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Communications and Networking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2007,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Networking: A Top-Down Approach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F., Kurose, K. W. Ross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Education, Inc., Sixth Edition,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Cert Guide CCNA 200-301 , vol.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CCNA Routing and Switching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 Protocol Suite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2009, USA. 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and Computer Communication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Stallings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Education, Inc., 10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Education, 2013, USA.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551</TotalTime>
  <Words>853</Words>
  <Application>Microsoft Office PowerPoint</Application>
  <PresentationFormat>On-screen Show (4:3)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 Unicode MS</vt:lpstr>
      <vt:lpstr>Arial</vt:lpstr>
      <vt:lpstr>Calibri</vt:lpstr>
      <vt:lpstr>Corbel</vt:lpstr>
      <vt:lpstr>Times New Roman</vt:lpstr>
      <vt:lpstr>Wingdings</vt:lpstr>
      <vt:lpstr>Spectrum</vt:lpstr>
      <vt:lpstr>Internet Protocol Version  6</vt:lpstr>
      <vt:lpstr>Lecture Outline</vt:lpstr>
      <vt:lpstr>Measurement of 128 bit</vt:lpstr>
      <vt:lpstr>How to Shorten IPv6 Address</vt:lpstr>
      <vt:lpstr>Problem set</vt:lpstr>
      <vt:lpstr>Problem set (cont…)</vt:lpstr>
      <vt:lpstr>Types of ipv6 Address</vt:lpstr>
      <vt:lpstr>Types of ipv6 Address (cont…)</vt:lpstr>
      <vt:lpstr>What is removed in ipv6</vt:lpstr>
      <vt:lpstr>Convert IPv4 to IPv6</vt:lpstr>
      <vt:lpstr>  IPv6: Link Local to MAC Link Local Address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AFNAN BIN ISLAM NAHIN</cp:lastModifiedBy>
  <cp:revision>304</cp:revision>
  <dcterms:created xsi:type="dcterms:W3CDTF">2018-12-10T17:20:29Z</dcterms:created>
  <dcterms:modified xsi:type="dcterms:W3CDTF">2025-09-25T12:21:56Z</dcterms:modified>
</cp:coreProperties>
</file>