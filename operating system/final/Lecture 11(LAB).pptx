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3"/>
  </p:notesMasterIdLst>
  <p:sldIdLst>
    <p:sldId id="256" r:id="rId2"/>
    <p:sldId id="257" r:id="rId3"/>
    <p:sldId id="266" r:id="rId4"/>
    <p:sldId id="267" r:id="rId5"/>
    <p:sldId id="268" r:id="rId6"/>
    <p:sldId id="269" r:id="rId7"/>
    <p:sldId id="270" r:id="rId8"/>
    <p:sldId id="271" r:id="rId9"/>
    <p:sldId id="272" r:id="rId10"/>
    <p:sldId id="273" r:id="rId11"/>
    <p:sldId id="274" r:id="rId1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494978C-1544-7E4A-95EA-9B08BABA4637}" v="2" dt="2026-01-14T11:58:12.18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4631"/>
    <p:restoredTop sz="94737"/>
  </p:normalViewPr>
  <p:slideViewPr>
    <p:cSldViewPr snapToGrid="0" snapToObjects="1">
      <p:cViewPr varScale="1">
        <p:scale>
          <a:sx n="59" d="100"/>
          <a:sy n="59" d="100"/>
        </p:scale>
        <p:origin x="200" y="126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FNAN BIN ISLAM NAHIN" userId="288682b4-77b6-4f3e-a0c4-4af26aad528b" providerId="ADAL" clId="{79988929-352C-57E9-A43B-A5F2C3021FFB}"/>
    <pc:docChg chg="custSel modSld">
      <pc:chgData name="AFNAN BIN ISLAM NAHIN" userId="288682b4-77b6-4f3e-a0c4-4af26aad528b" providerId="ADAL" clId="{79988929-352C-57E9-A43B-A5F2C3021FFB}" dt="2026-01-14T11:58:22.001" v="6" actId="20577"/>
      <pc:docMkLst>
        <pc:docMk/>
      </pc:docMkLst>
      <pc:sldChg chg="modSp mod">
        <pc:chgData name="AFNAN BIN ISLAM NAHIN" userId="288682b4-77b6-4f3e-a0c4-4af26aad528b" providerId="ADAL" clId="{79988929-352C-57E9-A43B-A5F2C3021FFB}" dt="2026-01-14T11:25:00.054" v="1" actId="27636"/>
        <pc:sldMkLst>
          <pc:docMk/>
          <pc:sldMk cId="1281381715" sldId="267"/>
        </pc:sldMkLst>
        <pc:spChg chg="mod">
          <ac:chgData name="AFNAN BIN ISLAM NAHIN" userId="288682b4-77b6-4f3e-a0c4-4af26aad528b" providerId="ADAL" clId="{79988929-352C-57E9-A43B-A5F2C3021FFB}" dt="2026-01-14T11:25:00.054" v="1" actId="27636"/>
          <ac:spMkLst>
            <pc:docMk/>
            <pc:sldMk cId="1281381715" sldId="267"/>
            <ac:spMk id="3" creationId="{00000000-0000-0000-0000-000000000000}"/>
          </ac:spMkLst>
        </pc:spChg>
      </pc:sldChg>
      <pc:sldChg chg="addSp delSp modSp mod">
        <pc:chgData name="AFNAN BIN ISLAM NAHIN" userId="288682b4-77b6-4f3e-a0c4-4af26aad528b" providerId="ADAL" clId="{79988929-352C-57E9-A43B-A5F2C3021FFB}" dt="2026-01-14T11:58:18.334" v="4"/>
        <pc:sldMkLst>
          <pc:docMk/>
          <pc:sldMk cId="2755675094" sldId="268"/>
        </pc:sldMkLst>
        <pc:spChg chg="add del mod">
          <ac:chgData name="AFNAN BIN ISLAM NAHIN" userId="288682b4-77b6-4f3e-a0c4-4af26aad528b" providerId="ADAL" clId="{79988929-352C-57E9-A43B-A5F2C3021FFB}" dt="2026-01-14T11:58:18.334" v="4"/>
          <ac:spMkLst>
            <pc:docMk/>
            <pc:sldMk cId="2755675094" sldId="268"/>
            <ac:spMk id="4" creationId="{74F11832-DC90-5945-CE4C-65D98D94AA52}"/>
          </ac:spMkLst>
        </pc:spChg>
      </pc:sldChg>
      <pc:sldChg chg="modSp mod">
        <pc:chgData name="AFNAN BIN ISLAM NAHIN" userId="288682b4-77b6-4f3e-a0c4-4af26aad528b" providerId="ADAL" clId="{79988929-352C-57E9-A43B-A5F2C3021FFB}" dt="2026-01-14T11:58:22.001" v="6" actId="20577"/>
        <pc:sldMkLst>
          <pc:docMk/>
          <pc:sldMk cId="2210693339" sldId="269"/>
        </pc:sldMkLst>
        <pc:spChg chg="mod">
          <ac:chgData name="AFNAN BIN ISLAM NAHIN" userId="288682b4-77b6-4f3e-a0c4-4af26aad528b" providerId="ADAL" clId="{79988929-352C-57E9-A43B-A5F2C3021FFB}" dt="2026-01-14T11:58:22.001" v="6" actId="20577"/>
          <ac:spMkLst>
            <pc:docMk/>
            <pc:sldMk cId="2210693339" sldId="269"/>
            <ac:spMk id="3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5C62E78-F200-4C4C-BC42-C27AC9E77916}" type="datetimeFigureOut">
              <a:rPr lang="en-US" smtClean="0"/>
              <a:t>1/14/26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C6B0FEB-E303-4A4A-A013-42557A45CD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67202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C6B0FEB-E303-4A4A-A013-42557A45CDD4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830721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C6B0FEB-E303-4A4A-A013-42557A45CDD4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830721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C6B0FEB-E303-4A4A-A013-42557A45CDD4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83072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84163" y="444728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8" name="Group 16"/>
          <p:cNvGrpSpPr/>
          <p:nvPr/>
        </p:nvGrpSpPr>
        <p:grpSpPr>
          <a:xfrm>
            <a:off x="284163" y="1906542"/>
            <a:ext cx="8576373" cy="137411"/>
            <a:chOff x="284163" y="1759424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1341" y="449005"/>
            <a:ext cx="7808976" cy="1088136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marL="0" algn="l" defTabSz="914400" rtl="0" eaLnBrk="1" latinLnBrk="0" hangingPunct="1">
              <a:lnSpc>
                <a:spcPts val="4600"/>
              </a:lnSpc>
              <a:spcBef>
                <a:spcPct val="0"/>
              </a:spcBef>
              <a:buNone/>
              <a:defRPr sz="42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6205" y="1532427"/>
            <a:ext cx="7754112" cy="484632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i-FI"/>
              <a:t>Click to edit Master subtitle style</a:t>
            </a:r>
            <a:endParaRPr dirty="0"/>
          </a:p>
        </p:txBody>
      </p:sp>
      <p:sp>
        <p:nvSpPr>
          <p:cNvPr id="13" name="Rectangle 12"/>
          <p:cNvSpPr/>
          <p:nvPr/>
        </p:nvSpPr>
        <p:spPr>
          <a:xfrm>
            <a:off x="284163" y="6227064"/>
            <a:ext cx="8574087" cy="173736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26" name="Picture 2" descr="Image result for AIUB logo">
            <a:extLst>
              <a:ext uri="{FF2B5EF4-FFF2-40B4-BE49-F238E27FC236}">
                <a16:creationId xmlns:a16="http://schemas.microsoft.com/office/drawing/2014/main" id="{CF3BFD94-6180-4B73-8361-A4B02BAD175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38596" y="459899"/>
            <a:ext cx="1419654" cy="14285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8" name="Group 7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284163" y="444728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284162" y="2017058"/>
            <a:ext cx="8574087" cy="4377391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2420" y="1532965"/>
            <a:ext cx="7754284" cy="484094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i-FI"/>
              <a:t>Click to edit Master subtitle style</a:t>
            </a:r>
            <a:endParaRPr dirty="0"/>
          </a:p>
        </p:txBody>
      </p:sp>
      <p:grpSp>
        <p:nvGrpSpPr>
          <p:cNvPr id="7" name="Group 16"/>
          <p:cNvGrpSpPr/>
          <p:nvPr/>
        </p:nvGrpSpPr>
        <p:grpSpPr>
          <a:xfrm>
            <a:off x="284163" y="1906542"/>
            <a:ext cx="8576373" cy="137411"/>
            <a:chOff x="284163" y="1759424"/>
            <a:chExt cx="8576373" cy="137411"/>
          </a:xfrm>
        </p:grpSpPr>
        <p:sp>
          <p:nvSpPr>
            <p:cNvPr id="11" name="Rectangle 10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9" name="TextBox 18"/>
          <p:cNvSpPr txBox="1"/>
          <p:nvPr/>
        </p:nvSpPr>
        <p:spPr>
          <a:xfrm>
            <a:off x="8230889" y="444728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8633" y="444728"/>
            <a:ext cx="7810967" cy="1088237"/>
          </a:xfrm>
          <a:noFill/>
        </p:spPr>
        <p:txBody>
          <a:bodyPr bIns="45720" anchor="b" anchorCtr="0">
            <a:normAutofit/>
          </a:bodyPr>
          <a:lstStyle>
            <a:lvl1pPr algn="l">
              <a:lnSpc>
                <a:spcPts val="4600"/>
              </a:lnSpc>
              <a:defRPr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3" name="TextBox 12"/>
          <p:cNvSpPr txBox="1"/>
          <p:nvPr/>
        </p:nvSpPr>
        <p:spPr>
          <a:xfrm>
            <a:off x="8230889" y="4801575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9768" y="4814125"/>
            <a:ext cx="7772400" cy="1051560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2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5488" y="5861304"/>
            <a:ext cx="7735824" cy="402336"/>
          </a:xfrm>
        </p:spPr>
        <p:txBody>
          <a:bodyPr vert="horz" lIns="91440" tIns="45720" rIns="91440" bIns="45720" rtlCol="0" anchor="t" anchorCtr="0">
            <a:normAutofit/>
          </a:bodyPr>
          <a:lstStyle>
            <a:lvl1pPr marL="0" indent="0">
              <a:spcBef>
                <a:spcPts val="0"/>
              </a:spcBef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lvl="0" indent="0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</a:pPr>
            <a:r>
              <a:rPr lang="fi-FI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284162" y="443754"/>
            <a:ext cx="8574087" cy="4370293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2" name="TextBox 11"/>
          <p:cNvSpPr txBox="1"/>
          <p:nvPr/>
        </p:nvSpPr>
        <p:spPr>
          <a:xfrm>
            <a:off x="8230889" y="4801575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0306" y="4814047"/>
            <a:ext cx="7772400" cy="1048871"/>
          </a:xfrm>
          <a:noFill/>
        </p:spPr>
        <p:txBody>
          <a:bodyPr anchor="b" anchorCtr="0">
            <a:normAutofit/>
          </a:bodyPr>
          <a:lstStyle>
            <a:lvl1pPr algn="l">
              <a:defRPr sz="4200" b="0" i="0" cap="none" baseline="0"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0647" y="5862918"/>
            <a:ext cx="7732059" cy="403412"/>
          </a:xfrm>
        </p:spPr>
        <p:txBody>
          <a:bodyPr anchor="t" anchorCtr="0">
            <a:normAutofit/>
          </a:bodyPr>
          <a:lstStyle>
            <a:lvl1pPr marL="0" indent="0"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9" name="Group 8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03412" y="2151063"/>
            <a:ext cx="3931920" cy="3975100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78188" y="2151063"/>
            <a:ext cx="3931920" cy="3975100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1/14/26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11" name="Group 10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12" name="Rectangle 11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3412" y="1735138"/>
            <a:ext cx="3931920" cy="83325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03412" y="2590800"/>
            <a:ext cx="3931920" cy="3535362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79495" y="1735138"/>
            <a:ext cx="3931920" cy="83325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26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79495" y="2590800"/>
            <a:ext cx="3931920" cy="3535362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1/14/26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7" name="Group 6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8" name="Rectangle 7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" name="Rectangle 8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1/14/26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1/14/26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5" name="Group 4"/>
          <p:cNvGrpSpPr/>
          <p:nvPr/>
        </p:nvGrpSpPr>
        <p:grpSpPr>
          <a:xfrm>
            <a:off x="284164" y="452718"/>
            <a:ext cx="7365210" cy="137411"/>
            <a:chOff x="284163" y="1577847"/>
            <a:chExt cx="8576373" cy="137411"/>
          </a:xfrm>
        </p:grpSpPr>
        <p:sp>
          <p:nvSpPr>
            <p:cNvPr id="6" name="Rectangle 5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" name="Rectangle 6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" name="Rectangle 7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pic>
        <p:nvPicPr>
          <p:cNvPr id="2050" name="Picture 2" descr="Image result for AIUB logo">
            <a:extLst>
              <a:ext uri="{FF2B5EF4-FFF2-40B4-BE49-F238E27FC236}">
                <a16:creationId xmlns:a16="http://schemas.microsoft.com/office/drawing/2014/main" id="{C28CB252-6044-4564-B6A7-264FC3396E0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9374" y="55844"/>
            <a:ext cx="1279161" cy="1287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8941" y="1298762"/>
            <a:ext cx="4069080" cy="1162050"/>
          </a:xfrm>
          <a:noFill/>
        </p:spPr>
        <p:txBody>
          <a:bodyPr anchor="b">
            <a:noAutofit/>
          </a:bodyPr>
          <a:lstStyle>
            <a:lvl1pPr algn="ctr">
              <a:defRPr sz="3200" b="1">
                <a:solidFill>
                  <a:schemeClr val="accent2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3567" y="914400"/>
            <a:ext cx="4069080" cy="521176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68941" y="2456329"/>
            <a:ext cx="4069080" cy="3182472"/>
          </a:xfrm>
        </p:spPr>
        <p:txBody>
          <a:bodyPr>
            <a:normAutofit/>
          </a:bodyPr>
          <a:lstStyle>
            <a:lvl1pPr marL="0" indent="0" algn="ctr">
              <a:spcBef>
                <a:spcPts val="600"/>
              </a:spcBef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1/14/26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>
            <a:off x="284163" y="452718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3071" y="4800600"/>
            <a:ext cx="8360242" cy="566738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4163" y="457199"/>
            <a:ext cx="8577072" cy="435254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099" y="5367338"/>
            <a:ext cx="8304213" cy="804862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1/14/26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, Alt.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8"/>
          <p:cNvGrpSpPr/>
          <p:nvPr/>
        </p:nvGrpSpPr>
        <p:grpSpPr>
          <a:xfrm>
            <a:off x="284163" y="4280647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3071" y="4778189"/>
            <a:ext cx="8360242" cy="566738"/>
          </a:xfrm>
          <a:noFill/>
        </p:spPr>
        <p:txBody>
          <a:bodyPr anchor="b">
            <a:normAutofit/>
          </a:bodyPr>
          <a:lstStyle>
            <a:lvl1pPr algn="l">
              <a:defRPr sz="2800" b="0">
                <a:solidFill>
                  <a:schemeClr val="accent2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4163" y="457200"/>
            <a:ext cx="8577072" cy="3822192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099" y="5344927"/>
            <a:ext cx="8304213" cy="804862"/>
          </a:xfrm>
          <a:noFill/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1/14/26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, Picture,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7600" y="914400"/>
            <a:ext cx="5195047" cy="521176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1/14/26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284163" y="4267200"/>
            <a:ext cx="2743200" cy="2120153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101" y="4953001"/>
            <a:ext cx="2472017" cy="1246094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0764" y="4419600"/>
            <a:ext cx="2475395" cy="510988"/>
          </a:xfrm>
          <a:noFill/>
        </p:spPr>
        <p:txBody>
          <a:bodyPr anchor="b">
            <a:normAutofit/>
          </a:bodyPr>
          <a:lstStyle>
            <a:lvl1pPr algn="l">
              <a:defRPr sz="2000" b="1">
                <a:solidFill>
                  <a:schemeClr val="bg1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14" name="Picture Placeholder 13"/>
          <p:cNvSpPr>
            <a:spLocks noGrp="1"/>
          </p:cNvSpPr>
          <p:nvPr>
            <p:ph type="pic" sz="quarter" idx="13"/>
          </p:nvPr>
        </p:nvSpPr>
        <p:spPr>
          <a:xfrm>
            <a:off x="284164" y="594360"/>
            <a:ext cx="2743200" cy="3675888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grpSp>
        <p:nvGrpSpPr>
          <p:cNvPr id="8" name="Group 14"/>
          <p:cNvGrpSpPr/>
          <p:nvPr/>
        </p:nvGrpSpPr>
        <p:grpSpPr>
          <a:xfrm>
            <a:off x="284163" y="461682"/>
            <a:ext cx="8576373" cy="137411"/>
            <a:chOff x="284163" y="1759424"/>
            <a:chExt cx="8576373" cy="137411"/>
          </a:xfrm>
        </p:grpSpPr>
        <p:sp>
          <p:nvSpPr>
            <p:cNvPr id="16" name="Rectangle 15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" name="Rectangle 16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8" name="Rectangle 17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3 Pictures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3021013" y="4801575"/>
            <a:ext cx="583723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1661" y="4800600"/>
            <a:ext cx="5691651" cy="566738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021014" y="457199"/>
            <a:ext cx="5833872" cy="4352544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69805" y="5367338"/>
            <a:ext cx="5653507" cy="804862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1/14/26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Picture Placeholder 2"/>
          <p:cNvSpPr>
            <a:spLocks noGrp="1"/>
          </p:cNvSpPr>
          <p:nvPr>
            <p:ph type="pic" idx="13"/>
          </p:nvPr>
        </p:nvSpPr>
        <p:spPr>
          <a:xfrm>
            <a:off x="284164" y="457200"/>
            <a:ext cx="2736850" cy="2907792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14" name="Picture Placeholder 2"/>
          <p:cNvSpPr>
            <a:spLocks noGrp="1"/>
          </p:cNvSpPr>
          <p:nvPr>
            <p:ph type="pic" idx="14"/>
          </p:nvPr>
        </p:nvSpPr>
        <p:spPr>
          <a:xfrm>
            <a:off x="284164" y="3364992"/>
            <a:ext cx="2736850" cy="2898648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8" name="Group 7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4163" y="2133600"/>
            <a:ext cx="8574087" cy="4013200"/>
          </a:xfrm>
        </p:spPr>
        <p:txBody>
          <a:bodyPr vert="eaVert"/>
          <a:lstStyle>
            <a:lvl5pPr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 rot="5400000">
            <a:off x="5313882" y="2857535"/>
            <a:ext cx="5934615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695124" y="473075"/>
            <a:ext cx="969264" cy="5921375"/>
          </a:xfrm>
        </p:spPr>
        <p:txBody>
          <a:bodyPr vert="eaVert"/>
          <a:lstStyle>
            <a:lvl1pPr algn="l">
              <a:defRPr sz="3400"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4163" y="457200"/>
            <a:ext cx="6497637" cy="5937250"/>
          </a:xfrm>
        </p:spPr>
        <p:txBody>
          <a:bodyPr vert="eaVert"/>
          <a:lstStyle>
            <a:lvl5pPr algn="l"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 rot="5400000">
            <a:off x="4658724" y="3355723"/>
            <a:ext cx="5934456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81503" y="2133600"/>
            <a:ext cx="7076747" cy="3992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794936" y="643703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b="1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4251665B-C24A-4702-B522-6A4334602E03}" type="datetimeFigureOut">
              <a:rPr lang="en-US" smtClean="0"/>
              <a:t>1/14/26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9698" y="6437032"/>
            <a:ext cx="612490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b="1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06459" y="167347"/>
            <a:ext cx="630621" cy="359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 b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4163" y="630382"/>
            <a:ext cx="8574087" cy="967840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i-FI"/>
              <a:t>Click to edit Master title style</a:t>
            </a: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r" defTabSz="914400" rtl="0" eaLnBrk="1" latinLnBrk="0" hangingPunct="1">
        <a:spcBef>
          <a:spcPct val="0"/>
        </a:spcBef>
        <a:buNone/>
        <a:defRPr sz="42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454025" indent="-454025" algn="l" defTabSz="914400" rtl="0" eaLnBrk="1" latinLnBrk="0" hangingPunct="1">
        <a:spcBef>
          <a:spcPts val="20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914400" indent="-457200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sz="22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1260475" indent="-346075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20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600200" indent="-339725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939925" indent="-3317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2290763" indent="-344488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2625725" indent="-3444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970213" indent="-344488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3313113" indent="-3444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lang="en-US" sz="1800" kern="1200" dirty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LAB 11</a:t>
            </a:r>
            <a:endParaRPr lang="en-US" sz="18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6205" y="1532427"/>
            <a:ext cx="2789509" cy="484632"/>
          </a:xfrm>
        </p:spPr>
        <p:txBody>
          <a:bodyPr/>
          <a:lstStyle/>
          <a:p>
            <a:r>
              <a:rPr lang="en-US" dirty="0"/>
              <a:t>Course Code: CSC 2209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971" y="2446757"/>
            <a:ext cx="902461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Dept. of Computer Science</a:t>
            </a:r>
          </a:p>
          <a:p>
            <a:pPr algn="ctr"/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Faculty of Science and Technology</a:t>
            </a:r>
            <a:endParaRPr lang="en-US" sz="2400" b="1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29FF08AD-7519-4C4A-8E0D-640DF5BB5E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58263669"/>
              </p:ext>
            </p:extLst>
          </p:nvPr>
        </p:nvGraphicFramePr>
        <p:xfrm>
          <a:off x="476205" y="5186042"/>
          <a:ext cx="8335798" cy="1018816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483224">
                  <a:extLst>
                    <a:ext uri="{9D8B030D-6E8A-4147-A177-3AD203B41FA5}">
                      <a16:colId xmlns:a16="http://schemas.microsoft.com/office/drawing/2014/main" val="3905988420"/>
                    </a:ext>
                  </a:extLst>
                </a:gridCol>
                <a:gridCol w="1397725">
                  <a:extLst>
                    <a:ext uri="{9D8B030D-6E8A-4147-A177-3AD203B41FA5}">
                      <a16:colId xmlns:a16="http://schemas.microsoft.com/office/drawing/2014/main" val="2889894460"/>
                    </a:ext>
                  </a:extLst>
                </a:gridCol>
                <a:gridCol w="1227909">
                  <a:extLst>
                    <a:ext uri="{9D8B030D-6E8A-4147-A177-3AD203B41FA5}">
                      <a16:colId xmlns:a16="http://schemas.microsoft.com/office/drawing/2014/main" val="3023211198"/>
                    </a:ext>
                  </a:extLst>
                </a:gridCol>
                <a:gridCol w="1335091">
                  <a:extLst>
                    <a:ext uri="{9D8B030D-6E8A-4147-A177-3AD203B41FA5}">
                      <a16:colId xmlns:a16="http://schemas.microsoft.com/office/drawing/2014/main" val="1762131981"/>
                    </a:ext>
                  </a:extLst>
                </a:gridCol>
                <a:gridCol w="1254369">
                  <a:extLst>
                    <a:ext uri="{9D8B030D-6E8A-4147-A177-3AD203B41FA5}">
                      <a16:colId xmlns:a16="http://schemas.microsoft.com/office/drawing/2014/main" val="445458238"/>
                    </a:ext>
                  </a:extLst>
                </a:gridCol>
                <a:gridCol w="1637480">
                  <a:extLst>
                    <a:ext uri="{9D8B030D-6E8A-4147-A177-3AD203B41FA5}">
                      <a16:colId xmlns:a16="http://schemas.microsoft.com/office/drawing/2014/main" val="1508364941"/>
                    </a:ext>
                  </a:extLst>
                </a:gridCol>
              </a:tblGrid>
              <a:tr h="378736">
                <a:tc>
                  <a:txBody>
                    <a:bodyPr/>
                    <a:lstStyle/>
                    <a:p>
                      <a:r>
                        <a:rPr lang="en-US" dirty="0"/>
                        <a:t>Lecturer No: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Week No: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Semester: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Fall 20-21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7040212"/>
                  </a:ext>
                </a:extLst>
              </a:tr>
              <a:tr h="37873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Lecturer:</a:t>
                      </a:r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r>
                        <a:rPr lang="en-US" i="1" dirty="0" err="1"/>
                        <a:t>Syeda</a:t>
                      </a:r>
                      <a:r>
                        <a:rPr lang="en-US" i="1" dirty="0"/>
                        <a:t> Anika </a:t>
                      </a:r>
                      <a:r>
                        <a:rPr lang="en-US" i="1" dirty="0" err="1"/>
                        <a:t>Tasnim</a:t>
                      </a:r>
                      <a:endParaRPr lang="en-US" i="1" dirty="0"/>
                    </a:p>
                    <a:p>
                      <a:r>
                        <a:rPr lang="en-US" i="1" dirty="0"/>
                        <a:t>anika.tasnim@aiub.edu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1734565"/>
                  </a:ext>
                </a:extLst>
              </a:tr>
            </a:tbl>
          </a:graphicData>
        </a:graphic>
      </p:graphicFrame>
      <p:sp>
        <p:nvSpPr>
          <p:cNvPr id="8" name="Subtitle 2">
            <a:extLst>
              <a:ext uri="{FF2B5EF4-FFF2-40B4-BE49-F238E27FC236}">
                <a16:creationId xmlns:a16="http://schemas.microsoft.com/office/drawing/2014/main" id="{FF0F860A-68ED-3A45-9B2E-50E8CE1BC6B7}"/>
              </a:ext>
            </a:extLst>
          </p:cNvPr>
          <p:cNvSpPr txBox="1">
            <a:spLocks/>
          </p:cNvSpPr>
          <p:nvPr/>
        </p:nvSpPr>
        <p:spPr>
          <a:xfrm>
            <a:off x="3320578" y="1538380"/>
            <a:ext cx="4164439" cy="4846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2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Course Title: Operating Systems</a:t>
            </a:r>
          </a:p>
        </p:txBody>
      </p:sp>
    </p:spTree>
    <p:extLst>
      <p:ext uri="{BB962C8B-B14F-4D97-AF65-F5344CB8AC3E}">
        <p14:creationId xmlns:p14="http://schemas.microsoft.com/office/powerpoint/2010/main" val="7007073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Lecture Outline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86697" y="2363928"/>
            <a:ext cx="7754112" cy="3886560"/>
          </a:xfrm>
        </p:spPr>
        <p:txBody>
          <a:bodyPr>
            <a:normAutofit/>
          </a:bodyPr>
          <a:lstStyle/>
          <a:p>
            <a:pPr marL="457200" indent="-457200">
              <a:buAutoNum type="arabicPeriod"/>
            </a:pPr>
            <a:r>
              <a:rPr lang="en-US" sz="2800" dirty="0">
                <a:solidFill>
                  <a:schemeClr val="tx1"/>
                </a:solidFill>
              </a:rPr>
              <a:t>Array</a:t>
            </a:r>
          </a:p>
          <a:p>
            <a:pPr marL="457200" indent="-457200">
              <a:buAutoNum type="arabicPeriod"/>
            </a:pPr>
            <a:r>
              <a:rPr lang="en-US" sz="2800" dirty="0">
                <a:solidFill>
                  <a:schemeClr val="tx1"/>
                </a:solidFill>
              </a:rPr>
              <a:t>File Parsing from Shell Script </a:t>
            </a:r>
          </a:p>
          <a:p>
            <a:pPr marL="457200" indent="-457200">
              <a:buAutoNum type="arabicPeriod"/>
            </a:pPr>
            <a:r>
              <a:rPr lang="en-US" sz="2800" dirty="0">
                <a:solidFill>
                  <a:schemeClr val="tx1"/>
                </a:solidFill>
              </a:rPr>
              <a:t>File Parsing With Separator </a:t>
            </a:r>
          </a:p>
          <a:p>
            <a:pPr marL="457200" indent="-457200">
              <a:buAutoNum type="arabicPeriod"/>
            </a:pPr>
            <a:r>
              <a:rPr lang="en-US" sz="2800" dirty="0">
                <a:solidFill>
                  <a:schemeClr val="tx1"/>
                </a:solidFill>
              </a:rPr>
              <a:t>Checking file existence </a:t>
            </a:r>
          </a:p>
          <a:p>
            <a:pPr marL="342900" indent="-342900">
              <a:buAutoNum type="arabicPeriod"/>
            </a:pPr>
            <a:endParaRPr lang="en-US" sz="2400" dirty="0">
              <a:solidFill>
                <a:schemeClr val="tx1"/>
              </a:solidFill>
            </a:endParaRPr>
          </a:p>
          <a:p>
            <a:pPr marL="342900" indent="-342900">
              <a:buAutoNum type="arabicPeriod"/>
            </a:pPr>
            <a:endParaRPr lang="en-US" sz="2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48740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/>
              <a:t>Array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4163" y="1929008"/>
            <a:ext cx="8574087" cy="4197155"/>
          </a:xfrm>
        </p:spPr>
        <p:txBody>
          <a:bodyPr>
            <a:normAutofit fontScale="92500" lnSpcReduction="10000"/>
          </a:bodyPr>
          <a:lstStyle/>
          <a:p>
            <a:pPr>
              <a:spcBef>
                <a:spcPts val="1000"/>
              </a:spcBef>
              <a:buFont typeface="Wingdings" pitchFamily="2" charset="2"/>
              <a:buChar char="q"/>
            </a:pPr>
            <a:r>
              <a:rPr lang="en-US" dirty="0"/>
              <a:t>Bash Supports simple single dimension array</a:t>
            </a:r>
          </a:p>
          <a:p>
            <a:pPr>
              <a:spcBef>
                <a:spcPts val="1000"/>
              </a:spcBef>
              <a:buFont typeface="Wingdings" pitchFamily="2" charset="2"/>
              <a:buChar char="q"/>
            </a:pPr>
            <a:r>
              <a:rPr lang="en-US" dirty="0"/>
              <a:t>In bash you can add value in any array position</a:t>
            </a:r>
          </a:p>
          <a:p>
            <a:pPr>
              <a:spcBef>
                <a:spcPts val="1000"/>
              </a:spcBef>
              <a:buFont typeface="Wingdings" pitchFamily="2" charset="2"/>
              <a:buChar char="q"/>
            </a:pPr>
            <a:r>
              <a:rPr lang="en-US" dirty="0"/>
              <a:t>Gaps in indices are okay in bash</a:t>
            </a:r>
          </a:p>
          <a:p>
            <a:pPr>
              <a:spcBef>
                <a:spcPts val="1000"/>
              </a:spcBef>
              <a:buFont typeface="Wingdings" pitchFamily="2" charset="2"/>
              <a:buChar char="q"/>
            </a:pPr>
            <a:r>
              <a:rPr lang="en-US" dirty="0"/>
              <a:t>You can treat any variable as an array but the value will be assigned into the 0th index</a:t>
            </a:r>
          </a:p>
          <a:p>
            <a:pPr>
              <a:spcBef>
                <a:spcPts val="1000"/>
              </a:spcBef>
              <a:buFont typeface="Wingdings" pitchFamily="2" charset="2"/>
              <a:buChar char="q"/>
            </a:pPr>
            <a:r>
              <a:rPr lang="en-US" dirty="0"/>
              <a:t>Syntax</a:t>
            </a:r>
          </a:p>
          <a:p>
            <a:pPr marL="460375" lvl="1" indent="0">
              <a:spcBef>
                <a:spcPts val="1000"/>
              </a:spcBef>
              <a:buNone/>
            </a:pPr>
            <a:r>
              <a:rPr lang="en-US" dirty="0" err="1"/>
              <a:t>os</a:t>
            </a:r>
            <a:r>
              <a:rPr lang="en-US" dirty="0"/>
              <a:t>=(‘ubuntu’,  ‘windows’,  ‘</a:t>
            </a:r>
            <a:r>
              <a:rPr lang="en-US" dirty="0" err="1"/>
              <a:t>linux</a:t>
            </a:r>
            <a:r>
              <a:rPr lang="en-US" dirty="0"/>
              <a:t>’)</a:t>
            </a:r>
          </a:p>
          <a:p>
            <a:pPr marL="460375" lvl="1" indent="0">
              <a:spcBef>
                <a:spcPts val="1000"/>
              </a:spcBef>
              <a:buNone/>
            </a:pPr>
            <a:r>
              <a:rPr lang="en-US" dirty="0"/>
              <a:t>echo “${</a:t>
            </a:r>
            <a:r>
              <a:rPr lang="en-US" dirty="0" err="1"/>
              <a:t>os</a:t>
            </a:r>
            <a:r>
              <a:rPr lang="en-US" dirty="0"/>
              <a:t>[0]}”</a:t>
            </a:r>
          </a:p>
          <a:p>
            <a:pPr marL="460375" lvl="1" indent="0">
              <a:spcBef>
                <a:spcPts val="1000"/>
              </a:spcBef>
              <a:buNone/>
            </a:pPr>
            <a:r>
              <a:rPr lang="en-US" dirty="0"/>
              <a:t>echo “${</a:t>
            </a:r>
            <a:r>
              <a:rPr lang="en-US" dirty="0" err="1"/>
              <a:t>os</a:t>
            </a:r>
            <a:r>
              <a:rPr lang="en-US" dirty="0"/>
              <a:t>[1]}”</a:t>
            </a:r>
          </a:p>
          <a:p>
            <a:pPr marL="460375" lvl="1" indent="0">
              <a:spcBef>
                <a:spcPts val="1000"/>
              </a:spcBef>
              <a:buNone/>
            </a:pPr>
            <a:r>
              <a:rPr lang="en-US" dirty="0"/>
              <a:t>echo “${</a:t>
            </a:r>
            <a:r>
              <a:rPr lang="en-US" dirty="0" err="1"/>
              <a:t>os</a:t>
            </a:r>
            <a:r>
              <a:rPr lang="en-US" dirty="0"/>
              <a:t>[2]}”</a:t>
            </a:r>
          </a:p>
        </p:txBody>
      </p:sp>
    </p:spTree>
    <p:extLst>
      <p:ext uri="{BB962C8B-B14F-4D97-AF65-F5344CB8AC3E}">
        <p14:creationId xmlns:p14="http://schemas.microsoft.com/office/powerpoint/2010/main" val="24284948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/>
              <a:t>Array </a:t>
            </a:r>
            <a:r>
              <a:rPr lang="en-US" altLang="en-US" sz="1600" dirty="0">
                <a:solidFill>
                  <a:prstClr val="white"/>
                </a:solidFill>
              </a:rPr>
              <a:t>(cont’d)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4163" y="1929008"/>
            <a:ext cx="8574087" cy="4197155"/>
          </a:xfrm>
        </p:spPr>
        <p:txBody>
          <a:bodyPr>
            <a:normAutofit fontScale="92500" lnSpcReduction="10000"/>
          </a:bodyPr>
          <a:lstStyle/>
          <a:p>
            <a:pPr>
              <a:spcBef>
                <a:spcPts val="1000"/>
              </a:spcBef>
              <a:buFont typeface="Wingdings" pitchFamily="2" charset="2"/>
              <a:buChar char="q"/>
            </a:pPr>
            <a:r>
              <a:rPr lang="en-US" dirty="0"/>
              <a:t>Bash Supports simple single dimension array</a:t>
            </a:r>
          </a:p>
          <a:p>
            <a:pPr>
              <a:spcBef>
                <a:spcPts val="1000"/>
              </a:spcBef>
              <a:buFont typeface="Wingdings" pitchFamily="2" charset="2"/>
              <a:buChar char="q"/>
            </a:pPr>
            <a:r>
              <a:rPr lang="en-US" dirty="0"/>
              <a:t>In bash you can add value in any array position</a:t>
            </a:r>
          </a:p>
          <a:p>
            <a:pPr>
              <a:spcBef>
                <a:spcPts val="1000"/>
              </a:spcBef>
              <a:buFont typeface="Wingdings" pitchFamily="2" charset="2"/>
              <a:buChar char="q"/>
            </a:pPr>
            <a:r>
              <a:rPr lang="en-US" dirty="0"/>
              <a:t>Gaps in indices are okay in bash</a:t>
            </a:r>
          </a:p>
          <a:p>
            <a:pPr>
              <a:spcBef>
                <a:spcPts val="1000"/>
              </a:spcBef>
              <a:buFont typeface="Wingdings" pitchFamily="2" charset="2"/>
              <a:buChar char="q"/>
            </a:pPr>
            <a:r>
              <a:rPr lang="en-US" dirty="0"/>
              <a:t>You can treat any variable as an array but the value will be assigned into the 0th index</a:t>
            </a:r>
          </a:p>
          <a:p>
            <a:pPr>
              <a:spcBef>
                <a:spcPts val="1000"/>
              </a:spcBef>
              <a:buFont typeface="Wingdings" pitchFamily="2" charset="2"/>
              <a:buChar char="q"/>
            </a:pPr>
            <a:r>
              <a:rPr lang="en-US" dirty="0"/>
              <a:t>Syntax</a:t>
            </a:r>
          </a:p>
          <a:p>
            <a:pPr marL="460375" lvl="1" indent="0">
              <a:spcBef>
                <a:spcPts val="1000"/>
              </a:spcBef>
              <a:buNone/>
            </a:pPr>
            <a:r>
              <a:rPr lang="en-US" dirty="0" err="1"/>
              <a:t>os</a:t>
            </a:r>
            <a:r>
              <a:rPr lang="en-US" dirty="0"/>
              <a:t>=(‘ubuntu’,  ‘windows’,  ‘</a:t>
            </a:r>
            <a:r>
              <a:rPr lang="en-US" dirty="0" err="1"/>
              <a:t>linux</a:t>
            </a:r>
            <a:r>
              <a:rPr lang="en-US" dirty="0"/>
              <a:t>’)</a:t>
            </a:r>
          </a:p>
          <a:p>
            <a:pPr marL="460375" lvl="1" indent="0">
              <a:spcBef>
                <a:spcPts val="1000"/>
              </a:spcBef>
              <a:buNone/>
            </a:pPr>
            <a:r>
              <a:rPr lang="en-US" dirty="0"/>
              <a:t>echo “${</a:t>
            </a:r>
            <a:r>
              <a:rPr lang="en-US" dirty="0" err="1"/>
              <a:t>os</a:t>
            </a:r>
            <a:r>
              <a:rPr lang="en-US" dirty="0"/>
              <a:t>[0]}”</a:t>
            </a:r>
          </a:p>
          <a:p>
            <a:pPr marL="460375" lvl="1" indent="0">
              <a:spcBef>
                <a:spcPts val="1000"/>
              </a:spcBef>
              <a:buNone/>
            </a:pPr>
            <a:r>
              <a:rPr lang="en-US" dirty="0"/>
              <a:t>echo “${</a:t>
            </a:r>
            <a:r>
              <a:rPr lang="en-US" dirty="0" err="1"/>
              <a:t>os</a:t>
            </a:r>
            <a:r>
              <a:rPr lang="en-US" dirty="0"/>
              <a:t>[1]}”</a:t>
            </a:r>
          </a:p>
          <a:p>
            <a:pPr marL="460375" lvl="1" indent="0">
              <a:spcBef>
                <a:spcPts val="1000"/>
              </a:spcBef>
              <a:buNone/>
            </a:pPr>
            <a:r>
              <a:rPr lang="en-US" dirty="0"/>
              <a:t>echo “${</a:t>
            </a:r>
            <a:r>
              <a:rPr lang="en-US" dirty="0" err="1"/>
              <a:t>os</a:t>
            </a:r>
            <a:r>
              <a:rPr lang="en-US" dirty="0"/>
              <a:t>[2]}”</a:t>
            </a:r>
          </a:p>
        </p:txBody>
      </p:sp>
    </p:spTree>
    <p:extLst>
      <p:ext uri="{BB962C8B-B14F-4D97-AF65-F5344CB8AC3E}">
        <p14:creationId xmlns:p14="http://schemas.microsoft.com/office/powerpoint/2010/main" val="12813817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/>
              <a:t>File Parsing from Shell Script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4163" y="1929008"/>
            <a:ext cx="8574087" cy="4197155"/>
          </a:xfrm>
        </p:spPr>
        <p:txBody>
          <a:bodyPr>
            <a:normAutofit/>
          </a:bodyPr>
          <a:lstStyle/>
          <a:p>
            <a:pPr>
              <a:spcBef>
                <a:spcPts val="1000"/>
              </a:spcBef>
              <a:buFont typeface="Wingdings" pitchFamily="2" charset="2"/>
              <a:buChar char="q"/>
            </a:pPr>
            <a:r>
              <a:rPr lang="en-US" dirty="0"/>
              <a:t>File can be viewed with cat command easily.</a:t>
            </a:r>
          </a:p>
          <a:p>
            <a:pPr>
              <a:spcBef>
                <a:spcPts val="1000"/>
              </a:spcBef>
              <a:buFont typeface="Wingdings" pitchFamily="2" charset="2"/>
              <a:buChar char="q"/>
            </a:pPr>
            <a:r>
              <a:rPr lang="en-US" dirty="0"/>
              <a:t>We can also parse file from shell script.</a:t>
            </a:r>
          </a:p>
          <a:p>
            <a:pPr>
              <a:spcBef>
                <a:spcPts val="1000"/>
              </a:spcBef>
              <a:buFont typeface="Wingdings" pitchFamily="2" charset="2"/>
              <a:buChar char="q"/>
            </a:pPr>
            <a:r>
              <a:rPr lang="en-US" dirty="0"/>
              <a:t>For parsing file we need input redirection of file.</a:t>
            </a:r>
          </a:p>
          <a:p>
            <a:pPr>
              <a:spcBef>
                <a:spcPts val="1000"/>
              </a:spcBef>
              <a:buFont typeface="Wingdings" pitchFamily="2" charset="2"/>
              <a:buChar char="q"/>
            </a:pPr>
            <a:r>
              <a:rPr lang="en-US" dirty="0"/>
              <a:t>Input redirection means the read command will read from file rather taking input from terminal.</a:t>
            </a:r>
          </a:p>
          <a:p>
            <a:pPr>
              <a:spcBef>
                <a:spcPts val="1000"/>
              </a:spcBef>
              <a:buFont typeface="Wingdings" pitchFamily="2" charset="2"/>
              <a:buChar char="q"/>
            </a:pPr>
            <a:r>
              <a:rPr lang="en-US" dirty="0"/>
              <a:t>Input redirection is done by &lt; operator.</a:t>
            </a:r>
          </a:p>
          <a:p>
            <a:pPr>
              <a:spcBef>
                <a:spcPts val="1000"/>
              </a:spcBef>
              <a:buFont typeface="Wingdings" pitchFamily="2" charset="2"/>
              <a:buChar char="q"/>
            </a:pPr>
            <a:r>
              <a:rPr lang="en-US" dirty="0"/>
              <a:t>File is read by while loop.</a:t>
            </a:r>
          </a:p>
        </p:txBody>
      </p:sp>
    </p:spTree>
    <p:extLst>
      <p:ext uri="{BB962C8B-B14F-4D97-AF65-F5344CB8AC3E}">
        <p14:creationId xmlns:p14="http://schemas.microsoft.com/office/powerpoint/2010/main" val="27556750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/>
              <a:t>Syntax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4163" y="1929008"/>
            <a:ext cx="8574087" cy="4197155"/>
          </a:xfrm>
        </p:spPr>
        <p:txBody>
          <a:bodyPr>
            <a:normAutofit/>
          </a:bodyPr>
          <a:lstStyle/>
          <a:p>
            <a:pPr marL="0" indent="0">
              <a:spcBef>
                <a:spcPts val="1000"/>
              </a:spcBef>
              <a:buNone/>
            </a:pPr>
            <a:r>
              <a:rPr lang="en-US" dirty="0"/>
              <a:t>!# /bin/bash</a:t>
            </a:r>
          </a:p>
          <a:p>
            <a:pPr marL="0" indent="0">
              <a:spcBef>
                <a:spcPts val="1000"/>
              </a:spcBef>
              <a:buNone/>
            </a:pPr>
            <a:r>
              <a:rPr lang="en-US" dirty="0"/>
              <a:t>while read </a:t>
            </a:r>
            <a:r>
              <a:rPr lang="en-US" dirty="0" err="1"/>
              <a:t>filecontent</a:t>
            </a:r>
            <a:endParaRPr lang="en-US" dirty="0"/>
          </a:p>
          <a:p>
            <a:pPr marL="0" indent="0">
              <a:spcBef>
                <a:spcPts val="1000"/>
              </a:spcBef>
              <a:buNone/>
            </a:pPr>
            <a:r>
              <a:rPr lang="en-US" dirty="0"/>
              <a:t>do</a:t>
            </a:r>
          </a:p>
          <a:p>
            <a:pPr marL="0" indent="0">
              <a:spcBef>
                <a:spcPts val="1000"/>
              </a:spcBef>
              <a:buNone/>
            </a:pPr>
            <a:r>
              <a:rPr lang="en-US" dirty="0"/>
              <a:t>	echo $</a:t>
            </a:r>
            <a:r>
              <a:rPr lang="en-US" dirty="0" err="1"/>
              <a:t>filecontent</a:t>
            </a:r>
            <a:endParaRPr lang="en-US" dirty="0"/>
          </a:p>
          <a:p>
            <a:pPr marL="0" indent="0">
              <a:spcBef>
                <a:spcPts val="1000"/>
              </a:spcBef>
              <a:buNone/>
            </a:pPr>
            <a:r>
              <a:rPr lang="en-US" dirty="0"/>
              <a:t>done &lt; filename</a:t>
            </a:r>
          </a:p>
          <a:p>
            <a:pPr marL="0" indent="0">
              <a:spcBef>
                <a:spcPts val="1000"/>
              </a:spcBef>
              <a:buNone/>
            </a:pPr>
            <a:r>
              <a:rPr lang="en-US" dirty="0"/>
              <a:t>This will read the whole content of the file and give output in </a:t>
            </a:r>
            <a:r>
              <a:rPr lang="en-US"/>
              <a:t>terminal.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06933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/>
              <a:t>File Parsing With Separator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4163" y="1929008"/>
            <a:ext cx="8574087" cy="4197155"/>
          </a:xfrm>
        </p:spPr>
        <p:txBody>
          <a:bodyPr>
            <a:normAutofit/>
          </a:bodyPr>
          <a:lstStyle/>
          <a:p>
            <a:pPr marL="0" indent="0">
              <a:spcBef>
                <a:spcPts val="1000"/>
              </a:spcBef>
              <a:buNone/>
            </a:pPr>
            <a:r>
              <a:rPr lang="en-US" dirty="0"/>
              <a:t>Suppose we want to parse the file and its contents</a:t>
            </a:r>
          </a:p>
          <a:p>
            <a:pPr marL="0" indent="0">
              <a:spcBef>
                <a:spcPts val="1000"/>
              </a:spcBef>
              <a:buNone/>
            </a:pPr>
            <a:r>
              <a:rPr lang="en-US" dirty="0"/>
              <a:t>For example the below is a content of a file</a:t>
            </a:r>
          </a:p>
          <a:p>
            <a:pPr marL="460375" lvl="1" indent="0">
              <a:spcBef>
                <a:spcPts val="1000"/>
              </a:spcBef>
              <a:buNone/>
            </a:pPr>
            <a:r>
              <a:rPr lang="en-US" dirty="0"/>
              <a:t>Name-ID</a:t>
            </a:r>
          </a:p>
          <a:p>
            <a:pPr marL="460375" lvl="1" indent="0">
              <a:spcBef>
                <a:spcPts val="1000"/>
              </a:spcBef>
              <a:buNone/>
            </a:pPr>
            <a:r>
              <a:rPr lang="en-US" dirty="0" err="1"/>
              <a:t>Tanvir</a:t>
            </a:r>
            <a:r>
              <a:rPr lang="en-US" dirty="0"/>
              <a:t> Ahmed-123466</a:t>
            </a:r>
          </a:p>
          <a:p>
            <a:pPr marL="460375" lvl="1" indent="0">
              <a:spcBef>
                <a:spcPts val="1000"/>
              </a:spcBef>
              <a:buNone/>
            </a:pPr>
            <a:r>
              <a:rPr lang="en-US" dirty="0" err="1"/>
              <a:t>Sabbir</a:t>
            </a:r>
            <a:r>
              <a:rPr lang="en-US" dirty="0"/>
              <a:t> Ahmed-456792</a:t>
            </a:r>
          </a:p>
          <a:p>
            <a:pPr marL="460375" lvl="1" indent="0">
              <a:spcBef>
                <a:spcPts val="1000"/>
              </a:spcBef>
              <a:buNone/>
            </a:pPr>
            <a:r>
              <a:rPr lang="en-US" dirty="0" err="1"/>
              <a:t>Masum</a:t>
            </a:r>
            <a:r>
              <a:rPr lang="en-US" dirty="0"/>
              <a:t> Ahmed-454679</a:t>
            </a:r>
          </a:p>
          <a:p>
            <a:pPr marL="0" indent="0">
              <a:spcBef>
                <a:spcPts val="1000"/>
              </a:spcBef>
              <a:buNone/>
            </a:pPr>
            <a:r>
              <a:rPr lang="en-US" dirty="0"/>
              <a:t>Here you can see the name and id are separated by -.</a:t>
            </a:r>
          </a:p>
          <a:p>
            <a:pPr marL="0" indent="0">
              <a:spcBef>
                <a:spcPts val="1000"/>
              </a:spcBef>
              <a:buNone/>
            </a:pPr>
            <a:r>
              <a:rPr lang="en-US" dirty="0"/>
              <a:t>This is a separator. In many files </a:t>
            </a:r>
            <a:r>
              <a:rPr lang="en-US" dirty="0" err="1"/>
              <a:t>linux</a:t>
            </a:r>
            <a:r>
              <a:rPr lang="en-US" dirty="0"/>
              <a:t> uses separator to separate file contents.</a:t>
            </a:r>
          </a:p>
        </p:txBody>
      </p:sp>
    </p:spTree>
    <p:extLst>
      <p:ext uri="{BB962C8B-B14F-4D97-AF65-F5344CB8AC3E}">
        <p14:creationId xmlns:p14="http://schemas.microsoft.com/office/powerpoint/2010/main" val="4993599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/>
              <a:t>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4163" y="1929008"/>
            <a:ext cx="8574087" cy="4197155"/>
          </a:xfrm>
        </p:spPr>
        <p:txBody>
          <a:bodyPr>
            <a:normAutofit fontScale="85000" lnSpcReduction="20000"/>
          </a:bodyPr>
          <a:lstStyle/>
          <a:p>
            <a:pPr>
              <a:spcBef>
                <a:spcPts val="1000"/>
              </a:spcBef>
              <a:buFont typeface="Wingdings" pitchFamily="2" charset="2"/>
              <a:buChar char="q"/>
            </a:pPr>
            <a:r>
              <a:rPr lang="en-US" dirty="0"/>
              <a:t>Run cat /</a:t>
            </a:r>
            <a:r>
              <a:rPr lang="en-US" dirty="0" err="1"/>
              <a:t>etc</a:t>
            </a:r>
            <a:r>
              <a:rPr lang="en-US" dirty="0"/>
              <a:t>/</a:t>
            </a:r>
            <a:r>
              <a:rPr lang="en-US" dirty="0" err="1"/>
              <a:t>passwd</a:t>
            </a:r>
            <a:endParaRPr lang="en-US" dirty="0"/>
          </a:p>
          <a:p>
            <a:pPr lvl="1">
              <a:spcBef>
                <a:spcPts val="1000"/>
              </a:spcBef>
              <a:buFont typeface="Wingdings" pitchFamily="2" charset="2"/>
              <a:buChar char="q"/>
            </a:pPr>
            <a:r>
              <a:rPr lang="en-US" dirty="0"/>
              <a:t>This file contains the user information like username, password, user home directory etc.</a:t>
            </a:r>
          </a:p>
          <a:p>
            <a:pPr marL="0" indent="0">
              <a:spcBef>
                <a:spcPts val="1000"/>
              </a:spcBef>
              <a:buNone/>
            </a:pPr>
            <a:r>
              <a:rPr lang="en-US" dirty="0"/>
              <a:t>	See the below content. This contains username and user’s home directory.</a:t>
            </a:r>
          </a:p>
          <a:p>
            <a:pPr marL="1146175" lvl="3" indent="0">
              <a:spcBef>
                <a:spcPts val="1000"/>
              </a:spcBef>
              <a:buNone/>
            </a:pPr>
            <a:r>
              <a:rPr lang="en-US" dirty="0" err="1"/>
              <a:t>uuidd</a:t>
            </a:r>
            <a:r>
              <a:rPr lang="en-US" dirty="0"/>
              <a:t>:/</a:t>
            </a:r>
            <a:r>
              <a:rPr lang="en-US" dirty="0" err="1"/>
              <a:t>usr</a:t>
            </a:r>
            <a:r>
              <a:rPr lang="en-US" dirty="0"/>
              <a:t>/</a:t>
            </a:r>
            <a:r>
              <a:rPr lang="en-US" dirty="0" err="1"/>
              <a:t>sbin</a:t>
            </a:r>
            <a:r>
              <a:rPr lang="en-US" dirty="0"/>
              <a:t>/</a:t>
            </a:r>
            <a:r>
              <a:rPr lang="en-US" dirty="0" err="1"/>
              <a:t>nologin</a:t>
            </a:r>
            <a:endParaRPr lang="en-US" dirty="0"/>
          </a:p>
          <a:p>
            <a:pPr marL="1146175" lvl="3" indent="0">
              <a:spcBef>
                <a:spcPts val="1000"/>
              </a:spcBef>
              <a:buNone/>
            </a:pPr>
            <a:r>
              <a:rPr lang="en-US" dirty="0" err="1"/>
              <a:t>dnsmasq</a:t>
            </a:r>
            <a:r>
              <a:rPr lang="en-US" dirty="0"/>
              <a:t>:/</a:t>
            </a:r>
            <a:r>
              <a:rPr lang="en-US" dirty="0" err="1"/>
              <a:t>usr</a:t>
            </a:r>
            <a:r>
              <a:rPr lang="en-US" dirty="0"/>
              <a:t>/</a:t>
            </a:r>
            <a:r>
              <a:rPr lang="en-US" dirty="0" err="1"/>
              <a:t>sbin</a:t>
            </a:r>
            <a:r>
              <a:rPr lang="en-US" dirty="0"/>
              <a:t>/</a:t>
            </a:r>
            <a:r>
              <a:rPr lang="en-US" dirty="0" err="1"/>
              <a:t>nologin</a:t>
            </a:r>
            <a:endParaRPr lang="en-US" dirty="0"/>
          </a:p>
          <a:p>
            <a:pPr marL="1146175" lvl="3" indent="0">
              <a:spcBef>
                <a:spcPts val="1000"/>
              </a:spcBef>
              <a:buNone/>
            </a:pPr>
            <a:r>
              <a:rPr lang="en-US" dirty="0"/>
              <a:t>landscape:/</a:t>
            </a:r>
            <a:r>
              <a:rPr lang="en-US" dirty="0" err="1"/>
              <a:t>usr</a:t>
            </a:r>
            <a:r>
              <a:rPr lang="en-US" dirty="0"/>
              <a:t>/</a:t>
            </a:r>
            <a:r>
              <a:rPr lang="en-US" dirty="0" err="1"/>
              <a:t>sbin</a:t>
            </a:r>
            <a:r>
              <a:rPr lang="en-US" dirty="0"/>
              <a:t>/</a:t>
            </a:r>
            <a:r>
              <a:rPr lang="en-US" dirty="0" err="1"/>
              <a:t>nologin</a:t>
            </a:r>
            <a:endParaRPr lang="en-US" dirty="0"/>
          </a:p>
          <a:p>
            <a:pPr marL="1146175" lvl="3" indent="0">
              <a:spcBef>
                <a:spcPts val="1000"/>
              </a:spcBef>
              <a:buNone/>
            </a:pPr>
            <a:r>
              <a:rPr lang="en-US" dirty="0" err="1"/>
              <a:t>sshd</a:t>
            </a:r>
            <a:r>
              <a:rPr lang="en-US" dirty="0"/>
              <a:t>:/</a:t>
            </a:r>
            <a:r>
              <a:rPr lang="en-US" dirty="0" err="1"/>
              <a:t>usr</a:t>
            </a:r>
            <a:r>
              <a:rPr lang="en-US" dirty="0"/>
              <a:t>/</a:t>
            </a:r>
            <a:r>
              <a:rPr lang="en-US" dirty="0" err="1"/>
              <a:t>sbin</a:t>
            </a:r>
            <a:r>
              <a:rPr lang="en-US" dirty="0"/>
              <a:t>/</a:t>
            </a:r>
            <a:r>
              <a:rPr lang="en-US" dirty="0" err="1"/>
              <a:t>nologin</a:t>
            </a:r>
            <a:endParaRPr lang="en-US" dirty="0"/>
          </a:p>
          <a:p>
            <a:pPr>
              <a:spcBef>
                <a:spcPts val="1000"/>
              </a:spcBef>
              <a:buFont typeface="Wingdings" pitchFamily="2" charset="2"/>
              <a:buChar char="q"/>
            </a:pPr>
            <a:r>
              <a:rPr lang="en-US" dirty="0"/>
              <a:t>Here the contents are separated with : (colon). So, to read the attribute like user and user’s home directory independently we have to use File Separator.</a:t>
            </a:r>
          </a:p>
          <a:p>
            <a:pPr>
              <a:spcBef>
                <a:spcPts val="1000"/>
              </a:spcBef>
              <a:buFont typeface="Wingdings" pitchFamily="2" charset="2"/>
              <a:buChar char="q"/>
            </a:pPr>
            <a:r>
              <a:rPr lang="en-US" dirty="0"/>
              <a:t>To do so we need to use IFS = Internal Field Separator. It basically separates word with a separator.</a:t>
            </a:r>
          </a:p>
        </p:txBody>
      </p:sp>
    </p:spTree>
    <p:extLst>
      <p:ext uri="{BB962C8B-B14F-4D97-AF65-F5344CB8AC3E}">
        <p14:creationId xmlns:p14="http://schemas.microsoft.com/office/powerpoint/2010/main" val="23802029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/>
              <a:t>Syntax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4163" y="1929008"/>
            <a:ext cx="8574087" cy="4197155"/>
          </a:xfrm>
        </p:spPr>
        <p:txBody>
          <a:bodyPr>
            <a:normAutofit fontScale="92500" lnSpcReduction="10000"/>
          </a:bodyPr>
          <a:lstStyle/>
          <a:p>
            <a:pPr marL="0" indent="0">
              <a:spcBef>
                <a:spcPts val="1000"/>
              </a:spcBef>
              <a:buNone/>
            </a:pPr>
            <a:r>
              <a:rPr lang="en-US" dirty="0"/>
              <a:t>while IFS=‘:’ read username </a:t>
            </a:r>
            <a:r>
              <a:rPr lang="en-US" dirty="0" err="1"/>
              <a:t>userhomedirectory</a:t>
            </a:r>
            <a:endParaRPr lang="en-US" dirty="0"/>
          </a:p>
          <a:p>
            <a:pPr marL="0" indent="0">
              <a:spcBef>
                <a:spcPts val="1000"/>
              </a:spcBef>
              <a:buNone/>
            </a:pPr>
            <a:r>
              <a:rPr lang="en-US" dirty="0"/>
              <a:t>do</a:t>
            </a:r>
          </a:p>
          <a:p>
            <a:pPr marL="0" indent="0">
              <a:spcBef>
                <a:spcPts val="1000"/>
              </a:spcBef>
              <a:buNone/>
            </a:pPr>
            <a:r>
              <a:rPr lang="en-US" dirty="0"/>
              <a:t>	echo $username $</a:t>
            </a:r>
            <a:r>
              <a:rPr lang="en-US" dirty="0" err="1"/>
              <a:t>userhomedirectory</a:t>
            </a:r>
            <a:endParaRPr lang="en-US" dirty="0"/>
          </a:p>
          <a:p>
            <a:pPr marL="0" indent="0">
              <a:spcBef>
                <a:spcPts val="1000"/>
              </a:spcBef>
              <a:buNone/>
            </a:pPr>
            <a:r>
              <a:rPr lang="en-US" dirty="0"/>
              <a:t>done &lt; filename</a:t>
            </a:r>
          </a:p>
          <a:p>
            <a:pPr marL="0" indent="0">
              <a:spcBef>
                <a:spcPts val="1000"/>
              </a:spcBef>
              <a:buNone/>
            </a:pPr>
            <a:endParaRPr lang="en-US" dirty="0"/>
          </a:p>
          <a:p>
            <a:pPr marL="0" indent="0">
              <a:spcBef>
                <a:spcPts val="1000"/>
              </a:spcBef>
              <a:buNone/>
            </a:pPr>
            <a:endParaRPr lang="en-US" dirty="0"/>
          </a:p>
          <a:p>
            <a:pPr marL="0" indent="0">
              <a:spcBef>
                <a:spcPts val="1000"/>
              </a:spcBef>
              <a:buNone/>
            </a:pPr>
            <a:endParaRPr lang="en-US" sz="1900" dirty="0"/>
          </a:p>
          <a:p>
            <a:pPr marL="0" indent="0">
              <a:spcBef>
                <a:spcPts val="1000"/>
              </a:spcBef>
              <a:buNone/>
            </a:pPr>
            <a:r>
              <a:rPr lang="en-US" sz="1900" dirty="0"/>
              <a:t>        Output of the above code.</a:t>
            </a:r>
          </a:p>
          <a:p>
            <a:pPr marL="0" indent="0">
              <a:spcBef>
                <a:spcPts val="1000"/>
              </a:spcBef>
              <a:buNone/>
            </a:pPr>
            <a:r>
              <a:rPr lang="en-US" dirty="0"/>
              <a:t>For reading n attribute we need to use n variables. As we are reading 2 attributes we are using 2 variables.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6198" y="3895530"/>
            <a:ext cx="2630466" cy="695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8181226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/>
              <a:t>Checking file existence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4163" y="1929008"/>
            <a:ext cx="8574087" cy="4197155"/>
          </a:xfrm>
        </p:spPr>
        <p:txBody>
          <a:bodyPr>
            <a:normAutofit/>
          </a:bodyPr>
          <a:lstStyle/>
          <a:p>
            <a:pPr marL="0" indent="0">
              <a:spcBef>
                <a:spcPts val="1000"/>
              </a:spcBef>
              <a:buNone/>
            </a:pPr>
            <a:r>
              <a:rPr lang="en-US" dirty="0"/>
              <a:t>filename=info.txt</a:t>
            </a:r>
          </a:p>
          <a:p>
            <a:pPr marL="0" indent="0">
              <a:spcBef>
                <a:spcPts val="1000"/>
              </a:spcBef>
              <a:buNone/>
            </a:pPr>
            <a:r>
              <a:rPr lang="en-US" dirty="0"/>
              <a:t>if [ -f $filename ]</a:t>
            </a:r>
          </a:p>
          <a:p>
            <a:pPr marL="0" indent="0">
              <a:spcBef>
                <a:spcPts val="1000"/>
              </a:spcBef>
              <a:buNone/>
            </a:pPr>
            <a:r>
              <a:rPr lang="en-US" dirty="0"/>
              <a:t>then</a:t>
            </a:r>
          </a:p>
          <a:p>
            <a:pPr marL="0" indent="0">
              <a:spcBef>
                <a:spcPts val="1000"/>
              </a:spcBef>
              <a:buNone/>
            </a:pPr>
            <a:r>
              <a:rPr lang="en-US" dirty="0"/>
              <a:t>	#do operation</a:t>
            </a:r>
          </a:p>
          <a:p>
            <a:pPr marL="0" indent="0">
              <a:spcBef>
                <a:spcPts val="1000"/>
              </a:spcBef>
              <a:buNone/>
            </a:pPr>
            <a:r>
              <a:rPr lang="en-US" dirty="0"/>
              <a:t>else</a:t>
            </a:r>
          </a:p>
          <a:p>
            <a:pPr marL="0" indent="0">
              <a:spcBef>
                <a:spcPts val="1000"/>
              </a:spcBef>
              <a:buNone/>
            </a:pPr>
            <a:r>
              <a:rPr lang="en-US" dirty="0"/>
              <a:t>	echo “File not exists”</a:t>
            </a:r>
          </a:p>
          <a:p>
            <a:pPr marL="0" indent="0">
              <a:spcBef>
                <a:spcPts val="1000"/>
              </a:spcBef>
              <a:buNone/>
            </a:pPr>
            <a:r>
              <a:rPr lang="en-US" b="1" dirty="0"/>
              <a:t>Here the –f flag checks for the existence of the file.</a:t>
            </a:r>
          </a:p>
        </p:txBody>
      </p:sp>
    </p:spTree>
    <p:extLst>
      <p:ext uri="{BB962C8B-B14F-4D97-AF65-F5344CB8AC3E}">
        <p14:creationId xmlns:p14="http://schemas.microsoft.com/office/powerpoint/2010/main" val="12591794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335494" y="595100"/>
            <a:ext cx="3232896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Books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87F4BAFD-2E76-4ABD-8010-F76016C90307}"/>
              </a:ext>
            </a:extLst>
          </p:cNvPr>
          <p:cNvSpPr txBox="1">
            <a:spLocks/>
          </p:cNvSpPr>
          <p:nvPr/>
        </p:nvSpPr>
        <p:spPr>
          <a:xfrm>
            <a:off x="335494" y="1203272"/>
            <a:ext cx="8229600" cy="3775604"/>
          </a:xfrm>
          <a:prstGeom prst="rect">
            <a:avLst/>
          </a:prstGeom>
        </p:spPr>
        <p:txBody>
          <a:bodyPr/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itchFamily="2" charset="2"/>
              <a:buChar char="q"/>
            </a:pPr>
            <a:r>
              <a:rPr lang="en-US" dirty="0"/>
              <a:t>Unix Shell Programming</a:t>
            </a:r>
          </a:p>
          <a:p>
            <a:pPr lvl="1">
              <a:buFont typeface="Wingdings" pitchFamily="2" charset="2"/>
              <a:buChar char="q"/>
            </a:pPr>
            <a:r>
              <a:rPr lang="en-US" dirty="0"/>
              <a:t>Written by </a:t>
            </a:r>
            <a:r>
              <a:rPr lang="en-US" dirty="0" err="1"/>
              <a:t>Yashavant</a:t>
            </a:r>
            <a:r>
              <a:rPr lang="en-US" dirty="0"/>
              <a:t> P. </a:t>
            </a:r>
            <a:r>
              <a:rPr lang="en-US" dirty="0" err="1"/>
              <a:t>Kanetkar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2848095"/>
      </p:ext>
    </p:extLst>
  </p:cSld>
  <p:clrMapOvr>
    <a:masterClrMapping/>
  </p:clrMapOvr>
</p:sld>
</file>

<file path=ppt/theme/theme1.xml><?xml version="1.0" encoding="utf-8"?>
<a:theme xmlns:a="http://schemas.openxmlformats.org/drawingml/2006/main" name="Spectrum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Spectrum">
      <a:majorFont>
        <a:latin typeface="Corbel"/>
        <a:ea typeface=""/>
        <a:cs typeface=""/>
        <a:font script="Jpan" typeface="ＭＳ ゴシック"/>
        <a:font script="Hans" typeface="宋体"/>
        <a:font script="Hant" typeface="新細明體"/>
      </a:majorFont>
      <a:minorFont>
        <a:latin typeface="Calibri"/>
        <a:ea typeface=""/>
        <a:cs typeface=""/>
        <a:font script="Jpan" typeface="ＭＳ ゴシック"/>
        <a:font script="Hans" typeface="宋体"/>
        <a:font script="Hant" typeface="新細明體"/>
      </a:minorFont>
    </a:fontScheme>
    <a:fmtScheme name="Spectrum">
      <a: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70000"/>
                <a:satMod val="150000"/>
              </a:schemeClr>
            </a:gs>
            <a:gs pos="100000">
              <a:schemeClr val="phClr">
                <a:tint val="95000"/>
                <a:satMod val="1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95000"/>
                <a:shade val="70000"/>
                <a:satMod val="150000"/>
              </a:schemeClr>
            </a:gs>
            <a:gs pos="100000">
              <a:schemeClr val="phClr">
                <a:tint val="100000"/>
                <a:shade val="100000"/>
                <a:satMod val="150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6600000" sx="101000" sy="101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50800" dir="5400000" sx="105000" sy="105000" algn="ctr" rotWithShape="0">
              <a:srgbClr val="000000">
                <a:alpha val="4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4800000"/>
            </a:lightRig>
          </a:scene3d>
          <a:sp3d prstMaterial="matte">
            <a:bevelT w="63500" h="50800" prst="angl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Spectrum.thmx</Template>
  <TotalTime>242</TotalTime>
  <Words>578</Words>
  <Application>Microsoft Macintosh PowerPoint</Application>
  <PresentationFormat>On-screen Show (4:3)</PresentationFormat>
  <Paragraphs>96</Paragraphs>
  <Slides>11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Corbel</vt:lpstr>
      <vt:lpstr>Wingdings</vt:lpstr>
      <vt:lpstr>Spectrum</vt:lpstr>
      <vt:lpstr>LAB 11</vt:lpstr>
      <vt:lpstr>Lecture Outline</vt:lpstr>
      <vt:lpstr>Array</vt:lpstr>
      <vt:lpstr>Array (cont’d)</vt:lpstr>
      <vt:lpstr>File Parsing from Shell Script </vt:lpstr>
      <vt:lpstr>Syntax</vt:lpstr>
      <vt:lpstr>File Parsing With Separator </vt:lpstr>
      <vt:lpstr>Example</vt:lpstr>
      <vt:lpstr>Syntax</vt:lpstr>
      <vt:lpstr>Checking file existence </vt:lpstr>
      <vt:lpstr>PowerPoint Presentation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Thesis Title</dc:title>
  <dc:creator>Mahbubul Syeed</dc:creator>
  <cp:lastModifiedBy>AFNAN BIN ISLAM NAHIN</cp:lastModifiedBy>
  <cp:revision>25</cp:revision>
  <dcterms:created xsi:type="dcterms:W3CDTF">2018-12-10T17:20:29Z</dcterms:created>
  <dcterms:modified xsi:type="dcterms:W3CDTF">2026-01-14T11:58:22Z</dcterms:modified>
</cp:coreProperties>
</file>