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6" r:id="rId4"/>
  </p:sldMasterIdLst>
  <p:notesMasterIdLst>
    <p:notesMasterId r:id="rId21"/>
  </p:notesMasterIdLst>
  <p:sldIdLst>
    <p:sldId id="256" r:id="rId5"/>
    <p:sldId id="257" r:id="rId6"/>
    <p:sldId id="258" r:id="rId7"/>
    <p:sldId id="259" r:id="rId8"/>
    <p:sldId id="278" r:id="rId9"/>
    <p:sldId id="279" r:id="rId10"/>
    <p:sldId id="280" r:id="rId11"/>
    <p:sldId id="281" r:id="rId12"/>
    <p:sldId id="285" r:id="rId13"/>
    <p:sldId id="286" r:id="rId14"/>
    <p:sldId id="288" r:id="rId15"/>
    <p:sldId id="292" r:id="rId16"/>
    <p:sldId id="297" r:id="rId17"/>
    <p:sldId id="298" r:id="rId18"/>
    <p:sldId id="299" r:id="rId19"/>
    <p:sldId id="277"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89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884" autoAdjust="0"/>
    <p:restoredTop sz="92393" autoAdjust="0"/>
  </p:normalViewPr>
  <p:slideViewPr>
    <p:cSldViewPr snapToGrid="0">
      <p:cViewPr varScale="1">
        <p:scale>
          <a:sx n="58" d="100"/>
          <a:sy n="58" d="100"/>
        </p:scale>
        <p:origin x="12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9A39D8-0474-40FB-AC79-249CE7F1A8F9}" type="datetimeFigureOut">
              <a:rPr lang="en-US" smtClean="0"/>
              <a:t>10/30/2024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4C86B-1BB3-4916-A0FA-B8BD37E7C293}" type="slidenum">
              <a:rPr lang="en-US" smtClean="0"/>
              <a:t>‹#›</a:t>
            </a:fld>
            <a:endParaRPr lang="en-US"/>
          </a:p>
        </p:txBody>
      </p:sp>
    </p:spTree>
    <p:extLst>
      <p:ext uri="{BB962C8B-B14F-4D97-AF65-F5344CB8AC3E}">
        <p14:creationId xmlns:p14="http://schemas.microsoft.com/office/powerpoint/2010/main" val="1750284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aphicFrame>
        <p:nvGraphicFramePr>
          <p:cNvPr id="28" name="Table 27">
            <a:extLst>
              <a:ext uri="{FF2B5EF4-FFF2-40B4-BE49-F238E27FC236}">
                <a16:creationId xmlns:a16="http://schemas.microsoft.com/office/drawing/2014/main" id="{B7713156-D27E-4AF4-94F2-64DA84439B87}"/>
              </a:ext>
            </a:extLst>
          </p:cNvPr>
          <p:cNvGraphicFramePr>
            <a:graphicFrameLocks noGrp="1"/>
          </p:cNvGraphicFramePr>
          <p:nvPr>
            <p:extLst>
              <p:ext uri="{D42A27DB-BD31-4B8C-83A1-F6EECF244321}">
                <p14:modId xmlns:p14="http://schemas.microsoft.com/office/powerpoint/2010/main" val="3781973102"/>
              </p:ext>
            </p:extLst>
          </p:nvPr>
        </p:nvGraphicFramePr>
        <p:xfrm>
          <a:off x="404103" y="5723590"/>
          <a:ext cx="8335798" cy="1026114"/>
        </p:xfrm>
        <a:graphic>
          <a:graphicData uri="http://schemas.openxmlformats.org/drawingml/2006/table">
            <a:tbl>
              <a:tblPr firstRow="1" bandRow="1">
                <a:tableStyleId>{D7AC3CCA-C797-4891-BE02-D94E43425B78}</a:tableStyleId>
              </a:tblPr>
              <a:tblGrid>
                <a:gridCol w="1349748">
                  <a:extLst>
                    <a:ext uri="{9D8B030D-6E8A-4147-A177-3AD203B41FA5}">
                      <a16:colId xmlns:a16="http://schemas.microsoft.com/office/drawing/2014/main" val="704821588"/>
                    </a:ext>
                  </a:extLst>
                </a:gridCol>
                <a:gridCol w="6986050">
                  <a:extLst>
                    <a:ext uri="{9D8B030D-6E8A-4147-A177-3AD203B41FA5}">
                      <a16:colId xmlns:a16="http://schemas.microsoft.com/office/drawing/2014/main" val="2999519864"/>
                    </a:ext>
                  </a:extLst>
                </a:gridCol>
              </a:tblGrid>
              <a:tr h="102611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lumMod val="50000"/>
                            </a:schemeClr>
                          </a:solidFill>
                          <a:effectLst/>
                          <a:uLnTx/>
                          <a:uFillTx/>
                          <a:latin typeface="+mn-lt"/>
                          <a:ea typeface="+mn-ea"/>
                          <a:cs typeface="+mn-cs"/>
                        </a:rPr>
                        <a:t>Instructor:</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endParaRPr lang="en-US" i="1" dirty="0">
                        <a:solidFill>
                          <a:schemeClr val="bg2">
                            <a:lumMod val="50000"/>
                          </a:schemeClr>
                        </a:solidFill>
                      </a:endParaRP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extLst>
                  <a:ext uri="{0D108BD9-81ED-4DB2-BD59-A6C34878D82A}">
                    <a16:rowId xmlns:a16="http://schemas.microsoft.com/office/drawing/2014/main" val="2259501735"/>
                  </a:ext>
                </a:extLst>
              </a:tr>
            </a:tbl>
          </a:graphicData>
        </a:graphic>
      </p:graphicFrame>
      <p:grpSp>
        <p:nvGrpSpPr>
          <p:cNvPr id="8" name="Group 16"/>
          <p:cNvGrpSpPr/>
          <p:nvPr/>
        </p:nvGrpSpPr>
        <p:grpSpPr>
          <a:xfrm>
            <a:off x="132160" y="1891732"/>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2" name="Title 1"/>
          <p:cNvSpPr>
            <a:spLocks noGrp="1"/>
          </p:cNvSpPr>
          <p:nvPr>
            <p:ph type="ctrTitle"/>
          </p:nvPr>
        </p:nvSpPr>
        <p:spPr>
          <a:xfrm>
            <a:off x="754241" y="3323341"/>
            <a:ext cx="7635519" cy="2126836"/>
          </a:xfrm>
          <a:prstGeom prst="rect">
            <a:avLst/>
          </a:prstGeom>
          <a:noFill/>
        </p:spPr>
        <p:txBody>
          <a:bodyPr vert="horz" lIns="91440" tIns="45720" rIns="91440" bIns="45720" rtlCol="0" anchor="ctr" anchorCtr="0">
            <a:normAutofit/>
          </a:bodyPr>
          <a:lstStyle>
            <a:lvl1pPr>
              <a:defRPr sz="3600">
                <a:solidFill>
                  <a:schemeClr val="bg2">
                    <a:lumMod val="50000"/>
                  </a:schemeClr>
                </a:solidFill>
              </a:defRPr>
            </a:lvl1pPr>
          </a:lstStyle>
          <a:p>
            <a:pPr lvl="0">
              <a:lnSpc>
                <a:spcPts val="2588"/>
              </a:lnSpc>
            </a:pPr>
            <a:r>
              <a:rPr lang="en-US"/>
              <a:t>Click to edit Master title style</a:t>
            </a:r>
            <a:endParaRPr dirty="0"/>
          </a:p>
        </p:txBody>
      </p:sp>
      <p:sp>
        <p:nvSpPr>
          <p:cNvPr id="13" name="Rectangle 12"/>
          <p:cNvSpPr/>
          <p:nvPr/>
        </p:nvSpPr>
        <p:spPr>
          <a:xfrm>
            <a:off x="320957" y="5549853"/>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445010" y="427012"/>
            <a:ext cx="1419654" cy="148492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Table 13">
            <a:extLst>
              <a:ext uri="{FF2B5EF4-FFF2-40B4-BE49-F238E27FC236}">
                <a16:creationId xmlns:a16="http://schemas.microsoft.com/office/drawing/2014/main" id="{3A100AAA-E928-457A-89C7-E75CA43EBB30}"/>
              </a:ext>
            </a:extLst>
          </p:cNvPr>
          <p:cNvGraphicFramePr>
            <a:graphicFrameLocks noGrp="1"/>
          </p:cNvGraphicFramePr>
          <p:nvPr>
            <p:extLst>
              <p:ext uri="{D42A27DB-BD31-4B8C-83A1-F6EECF244321}">
                <p14:modId xmlns:p14="http://schemas.microsoft.com/office/powerpoint/2010/main" val="2962250208"/>
              </p:ext>
            </p:extLst>
          </p:nvPr>
        </p:nvGraphicFramePr>
        <p:xfrm>
          <a:off x="404102" y="2717512"/>
          <a:ext cx="8335798" cy="444862"/>
        </p:xfrm>
        <a:graphic>
          <a:graphicData uri="http://schemas.openxmlformats.org/drawingml/2006/table">
            <a:tbl>
              <a:tblPr firstRow="1" bandRow="1">
                <a:tableStyleId>{D7AC3CCA-C797-4891-BE02-D94E43425B78}</a:tableStyleId>
              </a:tblPr>
              <a:tblGrid>
                <a:gridCol w="1258444">
                  <a:extLst>
                    <a:ext uri="{9D8B030D-6E8A-4147-A177-3AD203B41FA5}">
                      <a16:colId xmlns:a16="http://schemas.microsoft.com/office/drawing/2014/main" val="3905988420"/>
                    </a:ext>
                  </a:extLst>
                </a:gridCol>
                <a:gridCol w="990714">
                  <a:extLst>
                    <a:ext uri="{9D8B030D-6E8A-4147-A177-3AD203B41FA5}">
                      <a16:colId xmlns:a16="http://schemas.microsoft.com/office/drawing/2014/main" val="2889894460"/>
                    </a:ext>
                  </a:extLst>
                </a:gridCol>
                <a:gridCol w="1514007">
                  <a:extLst>
                    <a:ext uri="{9D8B030D-6E8A-4147-A177-3AD203B41FA5}">
                      <a16:colId xmlns:a16="http://schemas.microsoft.com/office/drawing/2014/main" val="3023211198"/>
                    </a:ext>
                  </a:extLst>
                </a:gridCol>
                <a:gridCol w="944380">
                  <a:extLst>
                    <a:ext uri="{9D8B030D-6E8A-4147-A177-3AD203B41FA5}">
                      <a16:colId xmlns:a16="http://schemas.microsoft.com/office/drawing/2014/main" val="1762131981"/>
                    </a:ext>
                  </a:extLst>
                </a:gridCol>
                <a:gridCol w="1424065">
                  <a:extLst>
                    <a:ext uri="{9D8B030D-6E8A-4147-A177-3AD203B41FA5}">
                      <a16:colId xmlns:a16="http://schemas.microsoft.com/office/drawing/2014/main" val="445458238"/>
                    </a:ext>
                  </a:extLst>
                </a:gridCol>
                <a:gridCol w="2204188">
                  <a:extLst>
                    <a:ext uri="{9D8B030D-6E8A-4147-A177-3AD203B41FA5}">
                      <a16:colId xmlns:a16="http://schemas.microsoft.com/office/drawing/2014/main" val="1508364941"/>
                    </a:ext>
                  </a:extLst>
                </a:gridCol>
              </a:tblGrid>
              <a:tr h="444862">
                <a:tc>
                  <a:txBody>
                    <a:bodyPr/>
                    <a:lstStyle/>
                    <a:p>
                      <a:pPr algn="r"/>
                      <a:r>
                        <a:rPr lang="en-US" sz="1600" dirty="0">
                          <a:solidFill>
                            <a:schemeClr val="bg2">
                              <a:lumMod val="50000"/>
                            </a:schemeClr>
                          </a:solidFill>
                        </a:rPr>
                        <a:t>Lecture: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Week: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Semester:</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7040212"/>
                  </a:ext>
                </a:extLst>
              </a:tr>
            </a:tbl>
          </a:graphicData>
        </a:graphic>
      </p:graphicFrame>
      <p:sp>
        <p:nvSpPr>
          <p:cNvPr id="31" name="Content Placeholder 30">
            <a:extLst>
              <a:ext uri="{FF2B5EF4-FFF2-40B4-BE49-F238E27FC236}">
                <a16:creationId xmlns:a16="http://schemas.microsoft.com/office/drawing/2014/main" id="{1AE39945-A5C9-4738-8042-EE14774BD725}"/>
              </a:ext>
            </a:extLst>
          </p:cNvPr>
          <p:cNvSpPr>
            <a:spLocks noGrp="1"/>
          </p:cNvSpPr>
          <p:nvPr>
            <p:ph sz="quarter" idx="10" hasCustomPrompt="1"/>
          </p:nvPr>
        </p:nvSpPr>
        <p:spPr>
          <a:xfrm>
            <a:off x="132160" y="2050473"/>
            <a:ext cx="8951676" cy="585800"/>
          </a:xfrm>
          <a:solidFill>
            <a:schemeClr val="bg2">
              <a:lumMod val="75000"/>
            </a:schemeClr>
          </a:solidFill>
        </p:spPr>
        <p:txBody>
          <a:bodyPr anchor="ctr">
            <a:noAutofit/>
          </a:bodyPr>
          <a:lstStyle>
            <a:lvl1pPr marL="0" indent="0">
              <a:buNone/>
              <a:defRPr sz="2400" b="1" cap="small" baseline="0">
                <a:solidFill>
                  <a:schemeClr val="bg1"/>
                </a:solidFill>
              </a:defRPr>
            </a:lvl1pPr>
          </a:lstStyle>
          <a:p>
            <a:pPr lvl="0"/>
            <a:r>
              <a:rPr lang="en-US" dirty="0"/>
              <a:t>Add Course Code: Course Name</a:t>
            </a:r>
          </a:p>
        </p:txBody>
      </p:sp>
      <p:sp>
        <p:nvSpPr>
          <p:cNvPr id="1025" name="Text Placeholder 1024">
            <a:extLst>
              <a:ext uri="{FF2B5EF4-FFF2-40B4-BE49-F238E27FC236}">
                <a16:creationId xmlns:a16="http://schemas.microsoft.com/office/drawing/2014/main" id="{1D66F559-4E11-46F3-907B-39773623988D}"/>
              </a:ext>
            </a:extLst>
          </p:cNvPr>
          <p:cNvSpPr>
            <a:spLocks noGrp="1"/>
          </p:cNvSpPr>
          <p:nvPr>
            <p:ph type="body" sz="quarter" idx="11" hasCustomPrompt="1"/>
          </p:nvPr>
        </p:nvSpPr>
        <p:spPr>
          <a:xfrm>
            <a:off x="1591400"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5" name="Text Placeholder 1024">
            <a:extLst>
              <a:ext uri="{FF2B5EF4-FFF2-40B4-BE49-F238E27FC236}">
                <a16:creationId xmlns:a16="http://schemas.microsoft.com/office/drawing/2014/main" id="{5FE0D7C2-73EA-4871-ACB3-22D6161B5379}"/>
              </a:ext>
            </a:extLst>
          </p:cNvPr>
          <p:cNvSpPr>
            <a:spLocks noGrp="1"/>
          </p:cNvSpPr>
          <p:nvPr>
            <p:ph type="body" sz="quarter" idx="12" hasCustomPrompt="1"/>
          </p:nvPr>
        </p:nvSpPr>
        <p:spPr>
          <a:xfrm>
            <a:off x="4122414"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6" name="Text Placeholder 1024">
            <a:extLst>
              <a:ext uri="{FF2B5EF4-FFF2-40B4-BE49-F238E27FC236}">
                <a16:creationId xmlns:a16="http://schemas.microsoft.com/office/drawing/2014/main" id="{686BCCD1-33DA-4ED5-A212-D0854B67FD05}"/>
              </a:ext>
            </a:extLst>
          </p:cNvPr>
          <p:cNvSpPr>
            <a:spLocks noGrp="1"/>
          </p:cNvSpPr>
          <p:nvPr>
            <p:ph type="body" sz="quarter" idx="13" hasCustomPrompt="1"/>
          </p:nvPr>
        </p:nvSpPr>
        <p:spPr>
          <a:xfrm>
            <a:off x="6445010" y="2735949"/>
            <a:ext cx="2294889"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Semester Year</a:t>
            </a:r>
          </a:p>
        </p:txBody>
      </p:sp>
      <p:sp>
        <p:nvSpPr>
          <p:cNvPr id="37" name="Text Placeholder 1024">
            <a:extLst>
              <a:ext uri="{FF2B5EF4-FFF2-40B4-BE49-F238E27FC236}">
                <a16:creationId xmlns:a16="http://schemas.microsoft.com/office/drawing/2014/main" id="{8D52C2CD-9D3F-4285-BE56-11CB615F5B57}"/>
              </a:ext>
            </a:extLst>
          </p:cNvPr>
          <p:cNvSpPr>
            <a:spLocks noGrp="1"/>
          </p:cNvSpPr>
          <p:nvPr>
            <p:ph type="body" sz="quarter" idx="14" hasCustomPrompt="1"/>
          </p:nvPr>
        </p:nvSpPr>
        <p:spPr>
          <a:xfrm>
            <a:off x="1713833" y="5723594"/>
            <a:ext cx="7026066" cy="1012257"/>
          </a:xfrm>
          <a:noFill/>
        </p:spPr>
        <p:txBody>
          <a:bodyPr anchor="t">
            <a:normAutofit/>
          </a:bodyPr>
          <a:lstStyle>
            <a:lvl1pPr marL="0" indent="0" algn="l">
              <a:buNone/>
              <a:defRPr sz="1600" b="1">
                <a:solidFill>
                  <a:schemeClr val="bg2">
                    <a:lumMod val="50000"/>
                  </a:schemeClr>
                </a:solidFill>
              </a:defRPr>
            </a:lvl1pPr>
          </a:lstStyle>
          <a:p>
            <a:pPr lvl="0"/>
            <a:r>
              <a:rPr lang="en-US" dirty="0"/>
              <a:t>Instructor Name, Designation &amp; Contact</a:t>
            </a:r>
          </a:p>
        </p:txBody>
      </p:sp>
      <p:pic>
        <p:nvPicPr>
          <p:cNvPr id="1028" name="Picture 1027" descr="A close up of a sign&#10;&#10;Description automatically generated">
            <a:extLst>
              <a:ext uri="{FF2B5EF4-FFF2-40B4-BE49-F238E27FC236}">
                <a16:creationId xmlns:a16="http://schemas.microsoft.com/office/drawing/2014/main" id="{E4EBCEBE-46C0-4E9A-81AE-CFC8FE0F1E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301" y="436096"/>
            <a:ext cx="5091004" cy="1456019"/>
          </a:xfrm>
          <a:prstGeom prst="rect">
            <a:avLst/>
          </a:prstGeom>
        </p:spPr>
      </p:pic>
      <p:sp>
        <p:nvSpPr>
          <p:cNvPr id="26" name="TextBox 25">
            <a:extLst>
              <a:ext uri="{FF2B5EF4-FFF2-40B4-BE49-F238E27FC236}">
                <a16:creationId xmlns:a16="http://schemas.microsoft.com/office/drawing/2014/main" id="{90BFBF0B-56F3-4D8D-AAF0-AA58ACAFC1A1}"/>
              </a:ext>
            </a:extLst>
          </p:cNvPr>
          <p:cNvSpPr txBox="1"/>
          <p:nvPr/>
        </p:nvSpPr>
        <p:spPr>
          <a:xfrm>
            <a:off x="33408" y="105918"/>
            <a:ext cx="9110592" cy="403957"/>
          </a:xfrm>
          <a:prstGeom prst="rect">
            <a:avLst/>
          </a:prstGeom>
          <a:noFill/>
        </p:spPr>
        <p:txBody>
          <a:bodyPr wrap="square" rtlCol="0" anchor="ctr">
            <a:spAutoFit/>
          </a:bodyPr>
          <a:lstStyle/>
          <a:p>
            <a:pPr algn="ctr"/>
            <a:r>
              <a:rPr lang="en-US" sz="2025" b="1" cap="small" baseline="0" dirty="0">
                <a:solidFill>
                  <a:schemeClr val="bg2">
                    <a:lumMod val="50000"/>
                  </a:schemeClr>
                </a:solidFill>
              </a:rPr>
              <a:t>American International University-Bangladesh</a:t>
            </a:r>
          </a:p>
        </p:txBody>
      </p:sp>
    </p:spTree>
    <p:extLst>
      <p:ext uri="{BB962C8B-B14F-4D97-AF65-F5344CB8AC3E}">
        <p14:creationId xmlns:p14="http://schemas.microsoft.com/office/powerpoint/2010/main" val="1128115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dditional 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AC86D67-CC72-46EB-BBC7-7910A58504B1}"/>
              </a:ext>
            </a:extLst>
          </p:cNvPr>
          <p:cNvSpPr>
            <a:spLocks noGrp="1"/>
          </p:cNvSpPr>
          <p:nvPr>
            <p:ph type="body" sz="quarter" idx="13"/>
          </p:nvPr>
        </p:nvSpPr>
        <p:spPr>
          <a:xfrm>
            <a:off x="104048" y="124690"/>
            <a:ext cx="7585075" cy="1214438"/>
          </a:xfrm>
          <a:solidFill>
            <a:schemeClr val="bg2">
              <a:lumMod val="50000"/>
            </a:schemeClr>
          </a:solidFill>
        </p:spPr>
        <p:txBody>
          <a:bodyPr anchor="ctr">
            <a:normAutofit/>
          </a:bodyPr>
          <a:lstStyle>
            <a:lvl1pPr marL="0" indent="0">
              <a:buNone/>
              <a:defRPr sz="4000" b="1" i="0" cap="small" baseline="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93742380"/>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9BC180F2-0FAB-41E7-A4CA-0411023C7A0F}"/>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2821467121"/>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ACD07B3C-B01D-4A6F-ACD5-5054206EC9BF}"/>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835833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earning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147BEC90-B43E-4B77-AAB5-B3F4312086AD}"/>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770141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Reference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References</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3183410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General 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Tree>
    <p:extLst>
      <p:ext uri="{BB962C8B-B14F-4D97-AF65-F5344CB8AC3E}">
        <p14:creationId xmlns:p14="http://schemas.microsoft.com/office/powerpoint/2010/main" val="804375956"/>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General Lecture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1288473"/>
            <a:ext cx="9136063" cy="514884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0" name="Text Placeholder 9">
            <a:extLst>
              <a:ext uri="{FF2B5EF4-FFF2-40B4-BE49-F238E27FC236}">
                <a16:creationId xmlns:a16="http://schemas.microsoft.com/office/drawing/2014/main" id="{F1BD4A48-C012-4D53-91CF-62280C25B55A}"/>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3860825635"/>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only  with Pictur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5" name="Picture Placeholder 4">
            <a:extLst>
              <a:ext uri="{FF2B5EF4-FFF2-40B4-BE49-F238E27FC236}">
                <a16:creationId xmlns:a16="http://schemas.microsoft.com/office/drawing/2014/main" id="{A56E4875-D77F-4C0B-B5D6-2AD1AB911DAB}"/>
              </a:ext>
            </a:extLst>
          </p:cNvPr>
          <p:cNvSpPr>
            <a:spLocks noGrp="1"/>
          </p:cNvSpPr>
          <p:nvPr>
            <p:ph type="pic" sz="quarter" idx="13"/>
          </p:nvPr>
        </p:nvSpPr>
        <p:spPr>
          <a:xfrm>
            <a:off x="19050" y="846142"/>
            <a:ext cx="9124950" cy="5166731"/>
          </a:xfrm>
        </p:spPr>
        <p:txBody>
          <a:bodyPr/>
          <a:lstStyle/>
          <a:p>
            <a:r>
              <a:rPr lang="en-US"/>
              <a:t>Click icon to add picture</a:t>
            </a:r>
          </a:p>
        </p:txBody>
      </p:sp>
      <p:sp>
        <p:nvSpPr>
          <p:cNvPr id="15" name="Subtitle 2">
            <a:extLst>
              <a:ext uri="{FF2B5EF4-FFF2-40B4-BE49-F238E27FC236}">
                <a16:creationId xmlns:a16="http://schemas.microsoft.com/office/drawing/2014/main" id="{DC25A691-C672-4CCE-9A63-D7B700E436C8}"/>
              </a:ext>
            </a:extLst>
          </p:cNvPr>
          <p:cNvSpPr>
            <a:spLocks noGrp="1"/>
          </p:cNvSpPr>
          <p:nvPr>
            <p:ph type="subTitle" idx="1" hasCustomPrompt="1"/>
          </p:nvPr>
        </p:nvSpPr>
        <p:spPr>
          <a:xfrm>
            <a:off x="19049" y="6027744"/>
            <a:ext cx="9105363" cy="423147"/>
          </a:xfrm>
          <a:prstGeom prst="rect">
            <a:avLst/>
          </a:prstGeom>
        </p:spPr>
        <p:txBody>
          <a:bodyPr vert="horz" lIns="91440" tIns="45720" rIns="91440" bIns="45720" rtlCol="0">
            <a:normAutofit/>
          </a:bodyPr>
          <a:lstStyle>
            <a:lvl1pPr marL="0" indent="0" algn="ctr" defTabSz="514350" rtl="0" eaLnBrk="1" latinLnBrk="0" hangingPunct="1">
              <a:lnSpc>
                <a:spcPct val="100000"/>
              </a:lnSpc>
              <a:spcBef>
                <a:spcPts val="0"/>
              </a:spcBef>
              <a:buClr>
                <a:schemeClr val="bg1">
                  <a:lumMod val="65000"/>
                </a:schemeClr>
              </a:buClr>
              <a:buSzPct val="90000"/>
              <a:buFont typeface="Wingdings" pitchFamily="2" charset="2"/>
              <a:buNone/>
              <a:defRPr sz="2000" b="1" i="1" kern="1200" cap="none" baseline="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Picture Title</a:t>
            </a:r>
            <a:endParaRPr dirty="0"/>
          </a:p>
        </p:txBody>
      </p:sp>
    </p:spTree>
    <p:extLst>
      <p:ext uri="{BB962C8B-B14F-4D97-AF65-F5344CB8AC3E}">
        <p14:creationId xmlns:p14="http://schemas.microsoft.com/office/powerpoint/2010/main" val="1196383009"/>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286853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lete 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1"/>
            <a:ext cx="8324850" cy="1094509"/>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684214769"/>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5" name="Text Placeholder 9">
            <a:extLst>
              <a:ext uri="{FF2B5EF4-FFF2-40B4-BE49-F238E27FC236}">
                <a16:creationId xmlns:a16="http://schemas.microsoft.com/office/drawing/2014/main" id="{BF7DB251-A264-46E3-B7B2-E1200825F03F}"/>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3431925364"/>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0" y="845554"/>
            <a:ext cx="4486216"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845554"/>
            <a:ext cx="4543907"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p>
            <a:r>
              <a:rPr lang="en-US"/>
              <a:t>CSC3113: Theory of Computation</a:t>
            </a:r>
          </a:p>
        </p:txBody>
      </p:sp>
      <p:grpSp>
        <p:nvGrpSpPr>
          <p:cNvPr id="13" name="Group 12">
            <a:extLst>
              <a:ext uri="{FF2B5EF4-FFF2-40B4-BE49-F238E27FC236}">
                <a16:creationId xmlns:a16="http://schemas.microsoft.com/office/drawing/2014/main" id="{5359A54D-F4EB-4D3A-ADCC-70BE6BCFD28F}"/>
              </a:ext>
            </a:extLst>
          </p:cNvPr>
          <p:cNvGrpSpPr/>
          <p:nvPr/>
        </p:nvGrpSpPr>
        <p:grpSpPr>
          <a:xfrm>
            <a:off x="5733" y="693860"/>
            <a:ext cx="8319118" cy="151690"/>
            <a:chOff x="284163" y="1577847"/>
            <a:chExt cx="8576373" cy="137411"/>
          </a:xfrm>
        </p:grpSpPr>
        <p:sp>
          <p:nvSpPr>
            <p:cNvPr id="14" name="Rectangle 13">
              <a:extLst>
                <a:ext uri="{FF2B5EF4-FFF2-40B4-BE49-F238E27FC236}">
                  <a16:creationId xmlns:a16="http://schemas.microsoft.com/office/drawing/2014/main" id="{BB71FE46-35EE-4525-A735-EC3CDF6904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2763FE95-3F5B-4E61-8591-3A427CB3CA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6" name="Rectangle 15">
              <a:extLst>
                <a:ext uri="{FF2B5EF4-FFF2-40B4-BE49-F238E27FC236}">
                  <a16:creationId xmlns:a16="http://schemas.microsoft.com/office/drawing/2014/main" id="{0408824F-5137-4F32-8805-7F484861BAE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7" name="Picture 2" descr="Image result for AIUB logo">
            <a:extLst>
              <a:ext uri="{FF2B5EF4-FFF2-40B4-BE49-F238E27FC236}">
                <a16:creationId xmlns:a16="http://schemas.microsoft.com/office/drawing/2014/main" id="{C28BA035-C25B-49DA-BF31-F2CBF34929A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8">
            <a:extLst>
              <a:ext uri="{FF2B5EF4-FFF2-40B4-BE49-F238E27FC236}">
                <a16:creationId xmlns:a16="http://schemas.microsoft.com/office/drawing/2014/main" id="{952F0B7E-5DB3-422F-9E9E-BF1000E21F0C}"/>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40873080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ntents with Subtitle">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0" y="862291"/>
            <a:ext cx="4476198" cy="833250"/>
          </a:xfrm>
          <a:prstGeom prst="rect">
            <a:avLst/>
          </a:prstGeom>
        </p:spPr>
        <p:txBody>
          <a:bodyPr anchor="ctr">
            <a:noAutofit/>
          </a:bodyPr>
          <a:lstStyle>
            <a:lvl1pPr marL="0" indent="0" algn="ctr">
              <a:lnSpc>
                <a:spcPct val="100000"/>
              </a:lnSpc>
              <a:spcBef>
                <a:spcPts val="338"/>
              </a:spcBef>
              <a:buNone/>
              <a:defRPr sz="2400" b="0">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1</a:t>
            </a:r>
          </a:p>
        </p:txBody>
      </p:sp>
      <p:sp>
        <p:nvSpPr>
          <p:cNvPr id="4" name="Content Placeholder 3"/>
          <p:cNvSpPr>
            <a:spLocks noGrp="1"/>
          </p:cNvSpPr>
          <p:nvPr>
            <p:ph sz="half" idx="2" hasCustomPrompt="1"/>
          </p:nvPr>
        </p:nvSpPr>
        <p:spPr>
          <a:xfrm>
            <a:off x="0" y="1726562"/>
            <a:ext cx="4476198"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5" name="Text Placeholder 4"/>
          <p:cNvSpPr>
            <a:spLocks noGrp="1"/>
          </p:cNvSpPr>
          <p:nvPr>
            <p:ph type="body" sz="quarter" idx="3" hasCustomPrompt="1"/>
          </p:nvPr>
        </p:nvSpPr>
        <p:spPr>
          <a:xfrm>
            <a:off x="4638628" y="862291"/>
            <a:ext cx="4476199" cy="833250"/>
          </a:xfrm>
          <a:prstGeom prst="rect">
            <a:avLst/>
          </a:prstGeom>
        </p:spPr>
        <p:txBody>
          <a:bodyPr anchor="ctr">
            <a:noAutofit/>
          </a:bodyPr>
          <a:lstStyle>
            <a:lvl1pPr marL="0" indent="0" algn="ctr">
              <a:lnSpc>
                <a:spcPct val="100000"/>
              </a:lnSpc>
              <a:spcBef>
                <a:spcPts val="338"/>
              </a:spcBef>
              <a:buNone/>
              <a:defRPr lang="fi-FI" sz="2400" b="0"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2</a:t>
            </a:r>
          </a:p>
        </p:txBody>
      </p:sp>
      <p:sp>
        <p:nvSpPr>
          <p:cNvPr id="6" name="Content Placeholder 5"/>
          <p:cNvSpPr>
            <a:spLocks noGrp="1"/>
          </p:cNvSpPr>
          <p:nvPr>
            <p:ph sz="quarter" idx="4" hasCustomPrompt="1"/>
          </p:nvPr>
        </p:nvSpPr>
        <p:spPr>
          <a:xfrm>
            <a:off x="4640094" y="1726561"/>
            <a:ext cx="4476196"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grpSp>
        <p:nvGrpSpPr>
          <p:cNvPr id="15" name="Group 14">
            <a:extLst>
              <a:ext uri="{FF2B5EF4-FFF2-40B4-BE49-F238E27FC236}">
                <a16:creationId xmlns:a16="http://schemas.microsoft.com/office/drawing/2014/main" id="{0E24A26A-48C7-48C3-A79C-351ABE2ADD3F}"/>
              </a:ext>
            </a:extLst>
          </p:cNvPr>
          <p:cNvGrpSpPr/>
          <p:nvPr/>
        </p:nvGrpSpPr>
        <p:grpSpPr>
          <a:xfrm>
            <a:off x="5733" y="693860"/>
            <a:ext cx="8319118" cy="151690"/>
            <a:chOff x="284163" y="1577847"/>
            <a:chExt cx="8576373" cy="137411"/>
          </a:xfrm>
        </p:grpSpPr>
        <p:sp>
          <p:nvSpPr>
            <p:cNvPr id="16" name="Rectangle 15">
              <a:extLst>
                <a:ext uri="{FF2B5EF4-FFF2-40B4-BE49-F238E27FC236}">
                  <a16:creationId xmlns:a16="http://schemas.microsoft.com/office/drawing/2014/main" id="{3F56B814-B539-41F1-A738-F61039A623A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7D3600D2-D436-40F4-8926-0D5600A1AC9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B9DA912-4B64-4758-BE48-65A67F158C2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0B270661-1070-47DF-98AC-28C3719430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20" name="Text Placeholder 8">
            <a:extLst>
              <a:ext uri="{FF2B5EF4-FFF2-40B4-BE49-F238E27FC236}">
                <a16:creationId xmlns:a16="http://schemas.microsoft.com/office/drawing/2014/main" id="{F5CF1E09-2079-4323-8C3B-EE1BCFCFB41A}"/>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273054147"/>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4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4441114" y="65642"/>
            <a:ext cx="4695247"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1" y="1389672"/>
            <a:ext cx="4331191" cy="3884092"/>
          </a:xfrm>
        </p:spPr>
        <p:txBody>
          <a:bodyPr/>
          <a:lstStyle/>
          <a:p>
            <a:r>
              <a:rPr lang="en-US"/>
              <a:t>Click icon to add picture</a:t>
            </a:r>
          </a:p>
        </p:txBody>
      </p:sp>
    </p:spTree>
    <p:extLst>
      <p:ext uri="{BB962C8B-B14F-4D97-AF65-F5344CB8AC3E}">
        <p14:creationId xmlns:p14="http://schemas.microsoft.com/office/powerpoint/2010/main" val="1756465650"/>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424474" y="65642"/>
            <a:ext cx="5711888"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2" y="1389672"/>
            <a:ext cx="3229110" cy="3884092"/>
          </a:xfrm>
        </p:spPr>
        <p:txBody>
          <a:bodyPr/>
          <a:lstStyle/>
          <a:p>
            <a:r>
              <a:rPr lang="en-US"/>
              <a:t>Click icon to add picture</a:t>
            </a:r>
          </a:p>
        </p:txBody>
      </p:sp>
    </p:spTree>
    <p:extLst>
      <p:ext uri="{BB962C8B-B14F-4D97-AF65-F5344CB8AC3E}">
        <p14:creationId xmlns:p14="http://schemas.microsoft.com/office/powerpoint/2010/main" val="3522287926"/>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27710" y="1403570"/>
            <a:ext cx="4316725" cy="3902716"/>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4446919" y="0"/>
            <a:ext cx="4601102" cy="6405066"/>
          </a:xfrm>
        </p:spPr>
        <p:txBody>
          <a:bodyPr/>
          <a:lstStyle/>
          <a:p>
            <a:r>
              <a:rPr lang="en-US"/>
              <a:t>Click icon to add picture</a:t>
            </a:r>
          </a:p>
        </p:txBody>
      </p:sp>
    </p:spTree>
    <p:extLst>
      <p:ext uri="{BB962C8B-B14F-4D97-AF65-F5344CB8AC3E}">
        <p14:creationId xmlns:p14="http://schemas.microsoft.com/office/powerpoint/2010/main" val="187235133"/>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3438" y="1389673"/>
            <a:ext cx="3242518" cy="391661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410618" y="31669"/>
            <a:ext cx="5699943" cy="6405362"/>
          </a:xfrm>
        </p:spPr>
        <p:txBody>
          <a:bodyPr/>
          <a:lstStyle/>
          <a:p>
            <a:r>
              <a:rPr lang="en-US"/>
              <a:t>Click icon to add picture</a:t>
            </a:r>
          </a:p>
        </p:txBody>
      </p:sp>
    </p:spTree>
    <p:extLst>
      <p:ext uri="{BB962C8B-B14F-4D97-AF65-F5344CB8AC3E}">
        <p14:creationId xmlns:p14="http://schemas.microsoft.com/office/powerpoint/2010/main" val="812481020"/>
      </p:ext>
    </p:extLst>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5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9744" y="11545"/>
            <a:ext cx="8269938" cy="865337"/>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461165" y="5830031"/>
            <a:ext cx="4638517"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905148"/>
            <a:ext cx="4304781" cy="550362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642103" y="3603573"/>
            <a:ext cx="5517486" cy="120636"/>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0" y="801269"/>
            <a:ext cx="829744" cy="103879"/>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E4EBD9B3-5B6B-46F4-8C50-4874619C4AA7}"/>
              </a:ext>
            </a:extLst>
          </p:cNvPr>
          <p:cNvSpPr>
            <a:spLocks noGrp="1"/>
          </p:cNvSpPr>
          <p:nvPr>
            <p:ph sz="quarter" idx="15"/>
          </p:nvPr>
        </p:nvSpPr>
        <p:spPr>
          <a:xfrm>
            <a:off x="4461165" y="905147"/>
            <a:ext cx="4649500" cy="4897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30713679"/>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6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1978018"/>
            <a:ext cx="3027361" cy="892547"/>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108604"/>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01783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06325636"/>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8_Picture, Content with Caption">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10096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9048" y="2723902"/>
            <a:ext cx="9105902" cy="344865"/>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9048" y="-1"/>
            <a:ext cx="8427736" cy="678873"/>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9048" y="692729"/>
            <a:ext cx="9124950" cy="2017317"/>
          </a:xfrm>
          <a:prstGeom prst="rect">
            <a:avLst/>
          </a:prstGeom>
        </p:spPr>
        <p:txBody>
          <a:bodyPr/>
          <a:lstStyle>
            <a:lvl1pPr>
              <a:buNone/>
              <a:defRPr/>
            </a:lvl1pPr>
          </a:lstStyle>
          <a:p>
            <a:r>
              <a:rPr lang="en-US"/>
              <a:t>Click icon to add picture</a:t>
            </a:r>
            <a:endParaRPr/>
          </a:p>
        </p:txBody>
      </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446784" y="10325"/>
            <a:ext cx="678165" cy="682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6716139"/>
      </p:ext>
    </p:extLst>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7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2120908"/>
            <a:ext cx="3027361" cy="749656"/>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295402"/>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3032" y="3018120"/>
            <a:ext cx="9111382" cy="341891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EF04E520-C1FA-43ED-B1FB-7EEC95054D0D}"/>
              </a:ext>
            </a:extLst>
          </p:cNvPr>
          <p:cNvSpPr>
            <a:spLocks noGrp="1"/>
          </p:cNvSpPr>
          <p:nvPr>
            <p:ph sz="quarter" idx="14"/>
          </p:nvPr>
        </p:nvSpPr>
        <p:spPr>
          <a:xfrm>
            <a:off x="3198814" y="-3175"/>
            <a:ext cx="5926137" cy="2963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32843975"/>
      </p:ext>
    </p:extLst>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1732" y="4955894"/>
            <a:ext cx="4487951"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611732" y="5760756"/>
            <a:ext cx="4487951"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2" y="813356"/>
            <a:ext cx="4283267"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4" y="3650022"/>
            <a:ext cx="4281053"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247281" y="3117286"/>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99455" y="357962"/>
            <a:ext cx="3295091" cy="103544"/>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C4F520B4-FEA5-40A6-A63E-7A2FBCA9F0CD}"/>
              </a:ext>
            </a:extLst>
          </p:cNvPr>
          <p:cNvSpPr>
            <a:spLocks noGrp="1"/>
          </p:cNvSpPr>
          <p:nvPr>
            <p:ph sz="quarter" idx="15"/>
          </p:nvPr>
        </p:nvSpPr>
        <p:spPr>
          <a:xfrm>
            <a:off x="4616451" y="-22225"/>
            <a:ext cx="4483100" cy="4977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71292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3 Pictures with Capti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6395" y="4955894"/>
            <a:ext cx="5904853"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3" name="Picture Placeholder 2"/>
          <p:cNvSpPr>
            <a:spLocks noGrp="1"/>
          </p:cNvSpPr>
          <p:nvPr>
            <p:ph type="pic" idx="1"/>
          </p:nvPr>
        </p:nvSpPr>
        <p:spPr>
          <a:xfrm>
            <a:off x="3220183" y="14286"/>
            <a:ext cx="5904853" cy="4932247"/>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4" name="Text Placeholder 3"/>
          <p:cNvSpPr>
            <a:spLocks noGrp="1"/>
          </p:cNvSpPr>
          <p:nvPr>
            <p:ph type="body" sz="half" idx="2" hasCustomPrompt="1"/>
          </p:nvPr>
        </p:nvSpPr>
        <p:spPr>
          <a:xfrm>
            <a:off x="3236395" y="5760756"/>
            <a:ext cx="5904853" cy="566738"/>
          </a:xfrm>
          <a:prstGeom prst="rect">
            <a:avLst/>
          </a:prstGeom>
          <a:solidFill>
            <a:schemeClr val="bg2">
              <a:lumMod val="75000"/>
            </a:schemeClr>
          </a:solidFill>
        </p:spPr>
        <p:txBody>
          <a:bodyPr anchor="ctr">
            <a:noAutofit/>
          </a:bodyPr>
          <a:lstStyle>
            <a:lvl1pPr marL="0" indent="0">
              <a:spcBef>
                <a:spcPts val="0"/>
              </a:spcBef>
              <a:buNone/>
              <a:defRPr sz="18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2990163"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2" y="3650022"/>
            <a:ext cx="2987790"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85560" y="313980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4"/>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Tree>
    <p:extLst>
      <p:ext uri="{BB962C8B-B14F-4D97-AF65-F5344CB8AC3E}">
        <p14:creationId xmlns:p14="http://schemas.microsoft.com/office/powerpoint/2010/main" val="3050300408"/>
      </p:ext>
    </p:extLst>
  </p:cSld>
  <p:clrMapOvr>
    <a:overrideClrMapping bg1="lt1" tx1="dk1" bg2="lt2" tx2="dk2" accent1="accent1" accent2="accent2" accent3="accent3" accent4="accent4" accent5="accent5" accent6="accent6" hlink="hlink" folHlink="folHlink"/>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Mission &amp; Vision">
    <p:spTree>
      <p:nvGrpSpPr>
        <p:cNvPr id="1" name=""/>
        <p:cNvGrpSpPr/>
        <p:nvPr/>
      </p:nvGrpSpPr>
      <p:grpSpPr>
        <a:xfrm>
          <a:off x="0" y="0"/>
          <a:ext cx="0" cy="0"/>
          <a:chOff x="0" y="0"/>
          <a:chExt cx="0" cy="0"/>
        </a:xfrm>
      </p:grpSpPr>
      <p:grpSp>
        <p:nvGrpSpPr>
          <p:cNvPr id="11" name="Group 10"/>
          <p:cNvGrpSpPr/>
          <p:nvPr/>
        </p:nvGrpSpPr>
        <p:grpSpPr>
          <a:xfrm rot="5400000">
            <a:off x="2738521" y="2916283"/>
            <a:ext cx="3892454" cy="130602"/>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CEDEE83-FAFE-4DBD-8381-923287B5D359}"/>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0" name="TextBox 19">
            <a:extLst>
              <a:ext uri="{FF2B5EF4-FFF2-40B4-BE49-F238E27FC236}">
                <a16:creationId xmlns:a16="http://schemas.microsoft.com/office/drawing/2014/main" id="{43E2F543-4B76-4677-882A-2A87F5D0F0BA}"/>
              </a:ext>
            </a:extLst>
          </p:cNvPr>
          <p:cNvSpPr txBox="1"/>
          <p:nvPr/>
        </p:nvSpPr>
        <p:spPr>
          <a:xfrm>
            <a:off x="0" y="1201317"/>
            <a:ext cx="4572000" cy="369332"/>
          </a:xfrm>
          <a:prstGeom prst="rect">
            <a:avLst/>
          </a:prstGeom>
          <a:noFill/>
        </p:spPr>
        <p:txBody>
          <a:bodyPr wrap="square" rtlCol="0">
            <a:spAutoFit/>
          </a:bodyPr>
          <a:lstStyle/>
          <a:p>
            <a:pPr algn="ctr"/>
            <a:r>
              <a:rPr lang="en-US" b="1" dirty="0">
                <a:solidFill>
                  <a:schemeClr val="tx1"/>
                </a:solidFill>
              </a:rPr>
              <a:t>American International University-Bangladesh</a:t>
            </a:r>
          </a:p>
        </p:txBody>
      </p:sp>
      <p:sp>
        <p:nvSpPr>
          <p:cNvPr id="21" name="TextBox 20">
            <a:extLst>
              <a:ext uri="{FF2B5EF4-FFF2-40B4-BE49-F238E27FC236}">
                <a16:creationId xmlns:a16="http://schemas.microsoft.com/office/drawing/2014/main" id="{411B5F34-93B2-4082-86C1-5DED06698B8C}"/>
              </a:ext>
            </a:extLst>
          </p:cNvPr>
          <p:cNvSpPr txBox="1"/>
          <p:nvPr/>
        </p:nvSpPr>
        <p:spPr>
          <a:xfrm>
            <a:off x="114490" y="5281054"/>
            <a:ext cx="4564358" cy="1107996"/>
          </a:xfrm>
          <a:prstGeom prst="rect">
            <a:avLst/>
          </a:prstGeom>
          <a:noFill/>
        </p:spPr>
        <p:txBody>
          <a:bodyPr wrap="square" rtlCol="0">
            <a:spAutoFit/>
          </a:bodyPr>
          <a:lstStyle/>
          <a:p>
            <a:pPr algn="just"/>
            <a:r>
              <a:rPr lang="en-US" sz="1800" b="1" i="0" kern="1200" dirty="0">
                <a:solidFill>
                  <a:srgbClr val="004EA8"/>
                </a:solidFill>
                <a:effectLst/>
                <a:latin typeface="+mn-lt"/>
                <a:ea typeface="+mn-ea"/>
                <a:cs typeface="+mn-cs"/>
              </a:rPr>
              <a:t>Vision: </a:t>
            </a:r>
            <a:r>
              <a:rPr lang="en-US" sz="1600" kern="1200" dirty="0">
                <a:solidFill>
                  <a:srgbClr val="004EA8"/>
                </a:solidFill>
                <a:latin typeface="+mn-lt"/>
                <a:ea typeface="+mn-ea"/>
                <a:cs typeface="+mn-cs"/>
              </a:rPr>
              <a:t>The Faculty of Science and Technology is committed to equip students with world class scientific research and industry-oriented knowledge and skills.</a:t>
            </a:r>
          </a:p>
        </p:txBody>
      </p:sp>
      <p:sp>
        <p:nvSpPr>
          <p:cNvPr id="7" name="TextBox 6">
            <a:extLst>
              <a:ext uri="{FF2B5EF4-FFF2-40B4-BE49-F238E27FC236}">
                <a16:creationId xmlns:a16="http://schemas.microsoft.com/office/drawing/2014/main" id="{305A9FB5-E3AF-434A-9216-D167818705BD}"/>
              </a:ext>
            </a:extLst>
          </p:cNvPr>
          <p:cNvSpPr txBox="1"/>
          <p:nvPr/>
        </p:nvSpPr>
        <p:spPr>
          <a:xfrm>
            <a:off x="0" y="1651077"/>
            <a:ext cx="4637117" cy="3031599"/>
          </a:xfrm>
          <a:prstGeom prst="rect">
            <a:avLst/>
          </a:prstGeom>
          <a:noFill/>
        </p:spPr>
        <p:txBody>
          <a:bodyPr wrap="square" rtlCol="0">
            <a:spAutoFit/>
          </a:bodyPr>
          <a:lstStyle/>
          <a:p>
            <a:pPr algn="just">
              <a:spcBef>
                <a:spcPts val="0"/>
              </a:spcBef>
            </a:pPr>
            <a:r>
              <a:rPr lang="en-US" sz="1550" b="1" i="0" kern="1200" dirty="0">
                <a:solidFill>
                  <a:schemeClr val="tx1"/>
                </a:solidFill>
                <a:effectLst/>
                <a:latin typeface="+mn-lt"/>
                <a:ea typeface="+mn-ea"/>
                <a:cs typeface="+mn-cs"/>
              </a:rPr>
              <a:t>Vision: </a:t>
            </a:r>
            <a:r>
              <a:rPr lang="en-US" sz="1550" b="0" i="0" dirty="0">
                <a:solidFill>
                  <a:schemeClr val="tx1"/>
                </a:solidFill>
                <a:effectLst/>
                <a:latin typeface="+mn-lt"/>
              </a:rPr>
              <a:t>AMERICAN INTERNATIONAL UNIVERSITY-BANGLADESH (AIUB) envisions promoting professionals and excellent leadership catering to the technological progress and development needs of the country.</a:t>
            </a:r>
          </a:p>
          <a:p>
            <a:pPr algn="just">
              <a:spcBef>
                <a:spcPts val="600"/>
              </a:spcBef>
            </a:pPr>
            <a:r>
              <a:rPr lang="en-US" sz="1550" b="1" i="0" dirty="0">
                <a:solidFill>
                  <a:schemeClr val="tx1"/>
                </a:solidFill>
                <a:effectLst/>
                <a:latin typeface="+mn-lt"/>
              </a:rPr>
              <a:t>Mission: </a:t>
            </a:r>
            <a:r>
              <a:rPr lang="en-US" sz="1550" b="0" i="0" dirty="0">
                <a:solidFill>
                  <a:schemeClr val="tx1"/>
                </a:solidFill>
                <a:effectLst/>
                <a:latin typeface="+mn-lt"/>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US" sz="1550" b="0" dirty="0">
              <a:solidFill>
                <a:schemeClr val="tx1"/>
              </a:solidFill>
              <a:latin typeface="+mn-lt"/>
            </a:endParaRPr>
          </a:p>
        </p:txBody>
      </p:sp>
      <p:sp>
        <p:nvSpPr>
          <p:cNvPr id="22" name="TextBox 21">
            <a:extLst>
              <a:ext uri="{FF2B5EF4-FFF2-40B4-BE49-F238E27FC236}">
                <a16:creationId xmlns:a16="http://schemas.microsoft.com/office/drawing/2014/main" id="{36E669BC-32E3-47A9-82A8-9D07E3B007A0}"/>
              </a:ext>
            </a:extLst>
          </p:cNvPr>
          <p:cNvSpPr txBox="1"/>
          <p:nvPr/>
        </p:nvSpPr>
        <p:spPr>
          <a:xfrm>
            <a:off x="4747890" y="5244420"/>
            <a:ext cx="4415444" cy="1323439"/>
          </a:xfrm>
          <a:prstGeom prst="rect">
            <a:avLst/>
          </a:prstGeom>
          <a:noFill/>
        </p:spPr>
        <p:txBody>
          <a:bodyPr wrap="square" rtlCol="0">
            <a:spAutoFit/>
          </a:bodyPr>
          <a:lstStyle/>
          <a:p>
            <a:pPr algn="just"/>
            <a:r>
              <a:rPr lang="en-US" sz="1600" b="1" i="0" dirty="0">
                <a:solidFill>
                  <a:srgbClr val="004EA8"/>
                </a:solidFill>
                <a:effectLst/>
                <a:latin typeface="+mn-lt"/>
              </a:rPr>
              <a:t>Mission: </a:t>
            </a:r>
            <a:r>
              <a:rPr lang="en-US" sz="1600" kern="1200" dirty="0">
                <a:solidFill>
                  <a:srgbClr val="004EA8"/>
                </a:solidFill>
                <a:latin typeface="+mn-lt"/>
                <a:ea typeface="+mn-ea"/>
                <a:cs typeface="+mn-cs"/>
              </a:rPr>
              <a:t>To create highly skilled and globally competitive professionals with advanced theoretical and applied knowledge responsive to the needs of the society in the discipline of science and technology.</a:t>
            </a:r>
          </a:p>
        </p:txBody>
      </p:sp>
      <p:sp>
        <p:nvSpPr>
          <p:cNvPr id="16" name="TextBox 15">
            <a:extLst>
              <a:ext uri="{FF2B5EF4-FFF2-40B4-BE49-F238E27FC236}">
                <a16:creationId xmlns:a16="http://schemas.microsoft.com/office/drawing/2014/main" id="{8074BD07-0EFB-4C90-9394-3C92D2488C0C}"/>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3" name="TextBox 22">
            <a:extLst>
              <a:ext uri="{FF2B5EF4-FFF2-40B4-BE49-F238E27FC236}">
                <a16:creationId xmlns:a16="http://schemas.microsoft.com/office/drawing/2014/main" id="{27271016-6EAB-4AD8-A786-64E4AAD6CCD3}"/>
              </a:ext>
            </a:extLst>
          </p:cNvPr>
          <p:cNvSpPr txBox="1"/>
          <p:nvPr/>
        </p:nvSpPr>
        <p:spPr>
          <a:xfrm>
            <a:off x="2189595" y="4888350"/>
            <a:ext cx="4564358" cy="369332"/>
          </a:xfrm>
          <a:prstGeom prst="rect">
            <a:avLst/>
          </a:prstGeom>
          <a:noFill/>
        </p:spPr>
        <p:txBody>
          <a:bodyPr wrap="square" rtlCol="0">
            <a:spAutoFit/>
          </a:bodyPr>
          <a:lstStyle/>
          <a:p>
            <a:pPr algn="ctr"/>
            <a:r>
              <a:rPr lang="en-US" b="1" dirty="0">
                <a:solidFill>
                  <a:srgbClr val="004EA8"/>
                </a:solidFill>
              </a:rPr>
              <a:t>Faculty of Science &amp; Technology</a:t>
            </a:r>
          </a:p>
        </p:txBody>
      </p:sp>
      <p:sp>
        <p:nvSpPr>
          <p:cNvPr id="26" name="TextBox 25">
            <a:extLst>
              <a:ext uri="{FF2B5EF4-FFF2-40B4-BE49-F238E27FC236}">
                <a16:creationId xmlns:a16="http://schemas.microsoft.com/office/drawing/2014/main" id="{B313C981-553F-4AEF-8558-BB2F43844A97}"/>
              </a:ext>
            </a:extLst>
          </p:cNvPr>
          <p:cNvSpPr txBox="1"/>
          <p:nvPr/>
        </p:nvSpPr>
        <p:spPr>
          <a:xfrm>
            <a:off x="4747890" y="1506507"/>
            <a:ext cx="4415444" cy="3270126"/>
          </a:xfrm>
          <a:prstGeom prst="rect">
            <a:avLst/>
          </a:prstGeom>
          <a:noFill/>
        </p:spPr>
        <p:txBody>
          <a:bodyPr wrap="square" rtlCol="0">
            <a:spAutoFit/>
          </a:bodyPr>
          <a:lstStyle/>
          <a:p>
            <a:pPr algn="just"/>
            <a:r>
              <a:rPr lang="en-US" sz="1550" b="1" i="0" kern="1200" dirty="0">
                <a:solidFill>
                  <a:srgbClr val="7030A0"/>
                </a:solidFill>
                <a:effectLst/>
                <a:latin typeface="+mn-lt"/>
                <a:ea typeface="+mn-ea"/>
                <a:cs typeface="+mn-cs"/>
              </a:rPr>
              <a:t>Vision: </a:t>
            </a:r>
            <a:r>
              <a:rPr lang="en-US" sz="1550" kern="1200" dirty="0">
                <a:solidFill>
                  <a:srgbClr val="7030A0"/>
                </a:solidFill>
                <a:latin typeface="+mn-lt"/>
                <a:ea typeface="+mn-ea"/>
                <a:cs typeface="+mn-cs"/>
              </a:rPr>
              <a:t>Our vision is to be the preeminent Department of Computer Science through creating recognized professionals who will provide innovative solutions by leveraging contemporary research methods and development techniques of computing that is in line with the national and global context.</a:t>
            </a:r>
          </a:p>
          <a:p>
            <a:pPr algn="just">
              <a:spcBef>
                <a:spcPts val="600"/>
              </a:spcBef>
            </a:pPr>
            <a:r>
              <a:rPr lang="en-US" sz="1550" b="1" i="0" dirty="0">
                <a:solidFill>
                  <a:srgbClr val="7030A0"/>
                </a:solidFill>
                <a:effectLst/>
                <a:latin typeface="+mn-lt"/>
              </a:rPr>
              <a:t>Mission: </a:t>
            </a:r>
            <a:r>
              <a:rPr lang="en-US" sz="1550" kern="1200" dirty="0">
                <a:solidFill>
                  <a:srgbClr val="7030A0"/>
                </a:solidFill>
                <a:latin typeface="+mn-lt"/>
                <a:ea typeface="+mn-ea"/>
                <a:cs typeface="+mn-cs"/>
              </a:rPr>
              <a:t>The mission of the Department of Computer Science of AIUB is to educate students in a student-centric dynamic learning environment; to provide advanced facilities for conducting innovative research and development to meet the challenges of the modern era of computing, and to motivate them towards a life-long learning process.</a:t>
            </a:r>
          </a:p>
        </p:txBody>
      </p:sp>
      <p:sp>
        <p:nvSpPr>
          <p:cNvPr id="27" name="TextBox 26">
            <a:extLst>
              <a:ext uri="{FF2B5EF4-FFF2-40B4-BE49-F238E27FC236}">
                <a16:creationId xmlns:a16="http://schemas.microsoft.com/office/drawing/2014/main" id="{CECE72D9-A752-42CB-8761-B8D151CDE5EC}"/>
              </a:ext>
            </a:extLst>
          </p:cNvPr>
          <p:cNvSpPr txBox="1"/>
          <p:nvPr/>
        </p:nvSpPr>
        <p:spPr>
          <a:xfrm>
            <a:off x="4567782" y="1178740"/>
            <a:ext cx="4564358" cy="369332"/>
          </a:xfrm>
          <a:prstGeom prst="rect">
            <a:avLst/>
          </a:prstGeom>
          <a:noFill/>
        </p:spPr>
        <p:txBody>
          <a:bodyPr wrap="square" rtlCol="0">
            <a:spAutoFit/>
          </a:bodyPr>
          <a:lstStyle/>
          <a:p>
            <a:pPr algn="ctr"/>
            <a:r>
              <a:rPr lang="en-US" b="1" dirty="0">
                <a:solidFill>
                  <a:srgbClr val="7030A0"/>
                </a:solidFill>
              </a:rPr>
              <a:t>Department of Computer Science</a:t>
            </a:r>
          </a:p>
        </p:txBody>
      </p:sp>
      <p:grpSp>
        <p:nvGrpSpPr>
          <p:cNvPr id="28" name="Group 27">
            <a:extLst>
              <a:ext uri="{FF2B5EF4-FFF2-40B4-BE49-F238E27FC236}">
                <a16:creationId xmlns:a16="http://schemas.microsoft.com/office/drawing/2014/main" id="{5FF880C0-C2D1-4E4C-9789-CA877BB8B536}"/>
              </a:ext>
            </a:extLst>
          </p:cNvPr>
          <p:cNvGrpSpPr/>
          <p:nvPr/>
        </p:nvGrpSpPr>
        <p:grpSpPr>
          <a:xfrm>
            <a:off x="152400" y="4817017"/>
            <a:ext cx="9005455" cy="121616"/>
            <a:chOff x="284163" y="1577847"/>
            <a:chExt cx="8576373" cy="137411"/>
          </a:xfrm>
        </p:grpSpPr>
        <p:sp>
          <p:nvSpPr>
            <p:cNvPr id="29" name="Rectangle 28">
              <a:extLst>
                <a:ext uri="{FF2B5EF4-FFF2-40B4-BE49-F238E27FC236}">
                  <a16:creationId xmlns:a16="http://schemas.microsoft.com/office/drawing/2014/main" id="{839641B2-8010-449D-94C5-AC23C56EF0C4}"/>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0" name="Rectangle 29">
              <a:extLst>
                <a:ext uri="{FF2B5EF4-FFF2-40B4-BE49-F238E27FC236}">
                  <a16:creationId xmlns:a16="http://schemas.microsoft.com/office/drawing/2014/main" id="{871E5DAE-6AA4-49D6-A0E3-4A4752AB47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E48749CA-D36E-499C-B6E3-FECC525A0191}"/>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395894494"/>
      </p:ext>
    </p:extLst>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Policies">
    <p:spTree>
      <p:nvGrpSpPr>
        <p:cNvPr id="1" name=""/>
        <p:cNvGrpSpPr/>
        <p:nvPr/>
      </p:nvGrpSpPr>
      <p:grpSpPr>
        <a:xfrm>
          <a:off x="0" y="0"/>
          <a:ext cx="0" cy="0"/>
          <a:chOff x="0" y="0"/>
          <a:chExt cx="0" cy="0"/>
        </a:xfrm>
      </p:grpSpPr>
      <p:grpSp>
        <p:nvGrpSpPr>
          <p:cNvPr id="9" name="Group 8"/>
          <p:cNvGrpSpPr/>
          <p:nvPr/>
        </p:nvGrpSpPr>
        <p:grpSpPr>
          <a:xfrm>
            <a:off x="199700" y="1117965"/>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Content Placeholder 2"/>
          <p:cNvSpPr>
            <a:spLocks noGrp="1"/>
          </p:cNvSpPr>
          <p:nvPr>
            <p:ph sz="half" idx="1" hasCustomPrompt="1"/>
          </p:nvPr>
        </p:nvSpPr>
        <p:spPr>
          <a:xfrm>
            <a:off x="0" y="1241517"/>
            <a:ext cx="4486216"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Class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1241517"/>
            <a:ext cx="4543907"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Course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lvl1pPr>
              <a:defRPr sz="1200"/>
            </a:lvl1pPr>
          </a:lstStyle>
          <a:p>
            <a:r>
              <a:rPr lang="en-US"/>
              <a:t>CSC3113: Theory of Computation</a:t>
            </a:r>
          </a:p>
        </p:txBody>
      </p:sp>
      <p:sp>
        <p:nvSpPr>
          <p:cNvPr id="13" name="Rectangle 12">
            <a:extLst>
              <a:ext uri="{FF2B5EF4-FFF2-40B4-BE49-F238E27FC236}">
                <a16:creationId xmlns:a16="http://schemas.microsoft.com/office/drawing/2014/main" id="{4EA8B8D1-F9C5-452D-ADEC-F8665E1C2ED4}"/>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6" name="Picture 2" descr="Image result for AIUB logo">
            <a:extLst>
              <a:ext uri="{FF2B5EF4-FFF2-40B4-BE49-F238E27FC236}">
                <a16:creationId xmlns:a16="http://schemas.microsoft.com/office/drawing/2014/main" id="{003CA08F-CB81-462F-838C-6E7B88B87AE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7A32B08-ADDB-46D8-A9C9-DAAE2926D273}"/>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
        <p:nvSpPr>
          <p:cNvPr id="14" name="TextBox 13">
            <a:extLst>
              <a:ext uri="{FF2B5EF4-FFF2-40B4-BE49-F238E27FC236}">
                <a16:creationId xmlns:a16="http://schemas.microsoft.com/office/drawing/2014/main" id="{6656A384-BF04-4F7C-AE8F-220230A3DB7C}"/>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1716678449"/>
      </p:ext>
    </p:extLst>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valuation">
    <p:spTree>
      <p:nvGrpSpPr>
        <p:cNvPr id="1" name=""/>
        <p:cNvGrpSpPr/>
        <p:nvPr/>
      </p:nvGrpSpPr>
      <p:grpSpPr>
        <a:xfrm>
          <a:off x="0" y="0"/>
          <a:ext cx="0" cy="0"/>
          <a:chOff x="0" y="0"/>
          <a:chExt cx="0" cy="0"/>
        </a:xfrm>
      </p:grpSpPr>
      <p:grpSp>
        <p:nvGrpSpPr>
          <p:cNvPr id="11" name="Group 10"/>
          <p:cNvGrpSpPr/>
          <p:nvPr/>
        </p:nvGrpSpPr>
        <p:grpSpPr>
          <a:xfrm>
            <a:off x="294416" y="1147036"/>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Text Placeholder 2"/>
          <p:cNvSpPr>
            <a:spLocks noGrp="1"/>
          </p:cNvSpPr>
          <p:nvPr>
            <p:ph type="body" idx="1" hasCustomPrompt="1"/>
          </p:nvPr>
        </p:nvSpPr>
        <p:spPr>
          <a:xfrm>
            <a:off x="0" y="1291790"/>
            <a:ext cx="4476198" cy="833250"/>
          </a:xfrm>
          <a:prstGeom prst="rect">
            <a:avLst/>
          </a:prstGeom>
        </p:spPr>
        <p:txBody>
          <a:bodyPr anchor="ctr">
            <a:noAutofit/>
          </a:bodyPr>
          <a:lstStyle>
            <a:lvl1pPr marL="0" indent="0" algn="ctr">
              <a:lnSpc>
                <a:spcPct val="100000"/>
              </a:lnSpc>
              <a:spcBef>
                <a:spcPts val="338"/>
              </a:spcBef>
              <a:buNone/>
              <a:defRPr sz="2800" b="1">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Exam Policies</a:t>
            </a:r>
          </a:p>
        </p:txBody>
      </p:sp>
      <p:sp>
        <p:nvSpPr>
          <p:cNvPr id="4" name="Content Placeholder 3"/>
          <p:cNvSpPr>
            <a:spLocks noGrp="1"/>
          </p:cNvSpPr>
          <p:nvPr>
            <p:ph sz="half" idx="2"/>
          </p:nvPr>
        </p:nvSpPr>
        <p:spPr>
          <a:xfrm>
            <a:off x="0" y="2132388"/>
            <a:ext cx="4476198"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5" name="Text Placeholder 4"/>
          <p:cNvSpPr>
            <a:spLocks noGrp="1"/>
          </p:cNvSpPr>
          <p:nvPr>
            <p:ph type="body" sz="quarter" idx="3" hasCustomPrompt="1"/>
          </p:nvPr>
        </p:nvSpPr>
        <p:spPr>
          <a:xfrm>
            <a:off x="4638628" y="1291790"/>
            <a:ext cx="4476199" cy="833250"/>
          </a:xfrm>
          <a:prstGeom prst="rect">
            <a:avLst/>
          </a:prstGeom>
        </p:spPr>
        <p:txBody>
          <a:bodyPr anchor="ctr">
            <a:noAutofit/>
          </a:bodyPr>
          <a:lstStyle>
            <a:lvl1pPr marL="0" indent="0" algn="ctr">
              <a:lnSpc>
                <a:spcPct val="100000"/>
              </a:lnSpc>
              <a:spcBef>
                <a:spcPts val="338"/>
              </a:spcBef>
              <a:buNone/>
              <a:defRPr lang="fi-FI" sz="2800" b="1"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Evaluation</a:t>
            </a:r>
          </a:p>
        </p:txBody>
      </p:sp>
      <p:sp>
        <p:nvSpPr>
          <p:cNvPr id="6" name="Content Placeholder 5"/>
          <p:cNvSpPr>
            <a:spLocks noGrp="1"/>
          </p:cNvSpPr>
          <p:nvPr>
            <p:ph sz="quarter" idx="4"/>
          </p:nvPr>
        </p:nvSpPr>
        <p:spPr>
          <a:xfrm>
            <a:off x="4640094" y="2132387"/>
            <a:ext cx="4476196"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1D86C17-0C2E-4A9E-8501-70C782C29781}"/>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
        <p:nvSpPr>
          <p:cNvPr id="16" name="TextBox 15">
            <a:extLst>
              <a:ext uri="{FF2B5EF4-FFF2-40B4-BE49-F238E27FC236}">
                <a16:creationId xmlns:a16="http://schemas.microsoft.com/office/drawing/2014/main" id="{6FDC5B31-A712-4DEA-87EF-92D23E31834E}"/>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3548635689"/>
      </p:ext>
    </p:extLst>
  </p:cSld>
  <p:clrMapOvr>
    <a:masterClrMapping/>
  </p:clrMapOvr>
  <p:hf hd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urs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52A48B43-4475-459B-B819-2CD0A3D98CA9}"/>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7861769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urse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4D9DBD4C-E7AF-4DD4-9110-15778D18CB8E}"/>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41477764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urse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E60FCC8C-2E83-43B6-8537-1F46ED6C7B47}"/>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5686822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re-requisit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Pre-Requisite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800827322"/>
      </p:ext>
    </p:extLst>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4768641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0" y="812264"/>
            <a:ext cx="3027361" cy="343293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2" y="5119261"/>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2" y="4319931"/>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6437034"/>
          </a:xfrm>
          <a:prstGeom prst="rect">
            <a:avLst/>
          </a:prstGeo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8345621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Wide 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8723" y="3062026"/>
            <a:ext cx="9105691" cy="335848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0" y="1624470"/>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10010" y="825140"/>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29" name="Group 28">
            <a:extLst>
              <a:ext uri="{FF2B5EF4-FFF2-40B4-BE49-F238E27FC236}">
                <a16:creationId xmlns:a16="http://schemas.microsoft.com/office/drawing/2014/main" id="{0DD6D0B9-9A41-470F-9EE1-03BA0F0542D8}"/>
              </a:ext>
            </a:extLst>
          </p:cNvPr>
          <p:cNvGrpSpPr/>
          <p:nvPr/>
        </p:nvGrpSpPr>
        <p:grpSpPr>
          <a:xfrm>
            <a:off x="19586" y="2961399"/>
            <a:ext cx="9124412" cy="56355"/>
            <a:chOff x="284163" y="1577847"/>
            <a:chExt cx="8576373" cy="137411"/>
          </a:xfrm>
        </p:grpSpPr>
        <p:sp>
          <p:nvSpPr>
            <p:cNvPr id="30" name="Rectangle 29">
              <a:extLst>
                <a:ext uri="{FF2B5EF4-FFF2-40B4-BE49-F238E27FC236}">
                  <a16:creationId xmlns:a16="http://schemas.microsoft.com/office/drawing/2014/main" id="{5334261B-3D7F-4C94-9273-CBFDAAAFFEE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B9144A11-DF47-49A5-AA16-B82657B26C06}"/>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2" name="Rectangle 31">
              <a:extLst>
                <a:ext uri="{FF2B5EF4-FFF2-40B4-BE49-F238E27FC236}">
                  <a16:creationId xmlns:a16="http://schemas.microsoft.com/office/drawing/2014/main" id="{2F46EAE9-8CB1-41D6-A4AE-2B066FDBAB3E}"/>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1" name="Group 10">
            <a:extLst>
              <a:ext uri="{FF2B5EF4-FFF2-40B4-BE49-F238E27FC236}">
                <a16:creationId xmlns:a16="http://schemas.microsoft.com/office/drawing/2014/main" id="{97CA4437-962B-4188-B249-DE6974B189B1}"/>
              </a:ext>
            </a:extLst>
          </p:cNvPr>
          <p:cNvGrpSpPr/>
          <p:nvPr/>
        </p:nvGrpSpPr>
        <p:grpSpPr>
          <a:xfrm>
            <a:off x="19586" y="2961399"/>
            <a:ext cx="9124412" cy="56355"/>
            <a:chOff x="284163" y="1577847"/>
            <a:chExt cx="8576373" cy="137411"/>
          </a:xfrm>
        </p:grpSpPr>
        <p:sp>
          <p:nvSpPr>
            <p:cNvPr id="12" name="Rectangle 11">
              <a:extLst>
                <a:ext uri="{FF2B5EF4-FFF2-40B4-BE49-F238E27FC236}">
                  <a16:creationId xmlns:a16="http://schemas.microsoft.com/office/drawing/2014/main" id="{38D109A9-C05A-41C4-99D7-304EEC7FFF7B}"/>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a:extLst>
                <a:ext uri="{FF2B5EF4-FFF2-40B4-BE49-F238E27FC236}">
                  <a16:creationId xmlns:a16="http://schemas.microsoft.com/office/drawing/2014/main" id="{99BA0469-26BC-4E1C-95DA-12CE88A1918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B64BDEF7-9772-4424-9939-406B9BBA28D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6" name="Group 15">
            <a:extLst>
              <a:ext uri="{FF2B5EF4-FFF2-40B4-BE49-F238E27FC236}">
                <a16:creationId xmlns:a16="http://schemas.microsoft.com/office/drawing/2014/main" id="{948D77C6-9AC3-4B07-B8D5-3B3D91B97922}"/>
              </a:ext>
            </a:extLst>
          </p:cNvPr>
          <p:cNvGrpSpPr/>
          <p:nvPr userDrawn="1"/>
        </p:nvGrpSpPr>
        <p:grpSpPr>
          <a:xfrm>
            <a:off x="19586" y="2961399"/>
            <a:ext cx="9124412" cy="56355"/>
            <a:chOff x="284163" y="1577847"/>
            <a:chExt cx="8576373" cy="137411"/>
          </a:xfrm>
        </p:grpSpPr>
        <p:sp>
          <p:nvSpPr>
            <p:cNvPr id="17" name="Rectangle 16">
              <a:extLst>
                <a:ext uri="{FF2B5EF4-FFF2-40B4-BE49-F238E27FC236}">
                  <a16:creationId xmlns:a16="http://schemas.microsoft.com/office/drawing/2014/main" id="{F4246A97-CA9F-4E3C-ABE8-412A5519115A}"/>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3BB86BB0-AF7F-4E3A-AC15-EB668B865AC4}"/>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9" name="Rectangle 18">
              <a:extLst>
                <a:ext uri="{FF2B5EF4-FFF2-40B4-BE49-F238E27FC236}">
                  <a16:creationId xmlns:a16="http://schemas.microsoft.com/office/drawing/2014/main" id="{39584EC5-EC21-44BB-B5DB-1209DCDE632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28139607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347778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_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781833" y="41984"/>
            <a:ext cx="3269673" cy="693738"/>
          </a:xfrm>
        </p:spPr>
        <p:txBody>
          <a:bodyPr anchor="ctr">
            <a:noAutofit/>
          </a:bodyPr>
          <a:lstStyle>
            <a:lvl1pPr marL="0" indent="0">
              <a:buNone/>
              <a:defRPr sz="28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83319100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2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70154621"/>
      </p:ext>
    </p:extLst>
  </p:cSld>
  <p:clrMapOvr>
    <a:masterClrMapping/>
  </p:clrMapOvr>
  <p:hf hdr="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194457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 y="858982"/>
            <a:ext cx="9143999" cy="55780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5729" y="6464746"/>
            <a:ext cx="6124902" cy="365125"/>
          </a:xfrm>
          <a:prstGeom prst="rect">
            <a:avLst/>
          </a:prstGeom>
        </p:spPr>
        <p:txBody>
          <a:bodyPr vert="horz" lIns="91440" tIns="45720" rIns="91440" bIns="45720" rtlCol="0" anchor="ctr"/>
          <a:lstStyle>
            <a:lvl1pPr algn="l">
              <a:defRPr sz="1200" b="1">
                <a:solidFill>
                  <a:schemeClr val="bg1">
                    <a:lumMod val="65000"/>
                  </a:schemeClr>
                </a:solidFill>
              </a:defRPr>
            </a:lvl1pPr>
          </a:lstStyle>
          <a:p>
            <a:r>
              <a:rPr lang="en-US"/>
              <a:t>CSC3113: Theory of Computation</a:t>
            </a:r>
          </a:p>
        </p:txBody>
      </p:sp>
      <p:sp>
        <p:nvSpPr>
          <p:cNvPr id="2" name="Title Placeholder 1"/>
          <p:cNvSpPr>
            <a:spLocks noGrp="1"/>
          </p:cNvSpPr>
          <p:nvPr>
            <p:ph type="title"/>
          </p:nvPr>
        </p:nvSpPr>
        <p:spPr>
          <a:xfrm>
            <a:off x="20814" y="35835"/>
            <a:ext cx="9123186" cy="658025"/>
          </a:xfrm>
          <a:prstGeom prst="rect">
            <a:avLst/>
          </a:prstGeom>
          <a:solidFill>
            <a:schemeClr val="bg1">
              <a:alpha val="70000"/>
            </a:schemeClr>
          </a:solidFill>
        </p:spPr>
        <p:txBody>
          <a:bodyPr vert="horz" lIns="91440" tIns="45720" rIns="91440" bIns="45720" rtlCol="0" anchor="ctr">
            <a:normAutofit/>
          </a:bodyPr>
          <a:lstStyle/>
          <a:p>
            <a:r>
              <a:rPr lang="en-US"/>
              <a:t>Click to edit Master title style</a:t>
            </a:r>
            <a:endParaRPr dirty="0"/>
          </a:p>
        </p:txBody>
      </p:sp>
      <p:sp>
        <p:nvSpPr>
          <p:cNvPr id="6" name="TextBox 5">
            <a:extLst>
              <a:ext uri="{FF2B5EF4-FFF2-40B4-BE49-F238E27FC236}">
                <a16:creationId xmlns:a16="http://schemas.microsoft.com/office/drawing/2014/main" id="{F810FEC4-6E92-4F0D-B445-E1D71BD2B483}"/>
              </a:ext>
            </a:extLst>
          </p:cNvPr>
          <p:cNvSpPr txBox="1"/>
          <p:nvPr/>
        </p:nvSpPr>
        <p:spPr>
          <a:xfrm>
            <a:off x="7980219" y="6520165"/>
            <a:ext cx="1163782" cy="230832"/>
          </a:xfrm>
          <a:prstGeom prst="rect">
            <a:avLst/>
          </a:prstGeom>
          <a:noFill/>
        </p:spPr>
        <p:txBody>
          <a:bodyPr wrap="square" rtlCol="0">
            <a:spAutoFit/>
          </a:bodyPr>
          <a:lstStyle/>
          <a:p>
            <a:pPr algn="r"/>
            <a:fld id="{877AA9C8-8998-44D2-B8A4-3667A019ADA0}" type="slidenum">
              <a:rPr lang="en-US" sz="900" b="1" smtClean="0">
                <a:solidFill>
                  <a:schemeClr val="bg1">
                    <a:lumMod val="50000"/>
                  </a:schemeClr>
                </a:solidFill>
              </a:rPr>
              <a:pPr algn="r"/>
              <a:t>‹#›</a:t>
            </a:fld>
            <a:endParaRPr lang="en-US" sz="900" b="1" dirty="0">
              <a:solidFill>
                <a:schemeClr val="bg1">
                  <a:lumMod val="50000"/>
                </a:schemeClr>
              </a:solidFill>
            </a:endParaRPr>
          </a:p>
        </p:txBody>
      </p:sp>
    </p:spTree>
    <p:extLst>
      <p:ext uri="{BB962C8B-B14F-4D97-AF65-F5344CB8AC3E}">
        <p14:creationId xmlns:p14="http://schemas.microsoft.com/office/powerpoint/2010/main" val="2954951093"/>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 id="2147483762" r:id="rId26"/>
    <p:sldLayoutId id="2147483763" r:id="rId27"/>
    <p:sldLayoutId id="2147483764" r:id="rId28"/>
    <p:sldLayoutId id="2147483765" r:id="rId29"/>
    <p:sldLayoutId id="2147483766" r:id="rId30"/>
    <p:sldLayoutId id="2147483767" r:id="rId31"/>
    <p:sldLayoutId id="2147483768" r:id="rId32"/>
    <p:sldLayoutId id="2147483769" r:id="rId33"/>
    <p:sldLayoutId id="2147483770" r:id="rId34"/>
    <p:sldLayoutId id="2147483771" r:id="rId35"/>
    <p:sldLayoutId id="2147483772" r:id="rId36"/>
    <p:sldLayoutId id="2147483773" r:id="rId37"/>
    <p:sldLayoutId id="2147483697" r:id="rId38"/>
  </p:sldLayoutIdLst>
  <p:hf hdr="0"/>
  <p:txStyles>
    <p:titleStyle>
      <a:lvl1pPr algn="ctr" defTabSz="514350" rtl="0" eaLnBrk="1" latinLnBrk="0" hangingPunct="1">
        <a:spcBef>
          <a:spcPts val="600"/>
        </a:spcBef>
        <a:buNone/>
        <a:defRPr sz="3200" b="1" i="0" kern="1200" cap="small" baseline="0">
          <a:solidFill>
            <a:schemeClr val="bg1"/>
          </a:solidFill>
          <a:latin typeface="+mj-lt"/>
          <a:ea typeface="+mj-ea"/>
          <a:cs typeface="+mj-cs"/>
        </a:defRPr>
      </a:lvl1pPr>
    </p:titleStyle>
    <p:body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p:bodyStyle>
    <p:otherStyle>
      <a:defPPr>
        <a:defRP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hyperlink" Target="CFL_2-TOC_Sipser.pdf" TargetMode="External"/><Relationship Id="rId7" Type="http://schemas.openxmlformats.org/officeDocument/2006/relationships/hyperlink" Target="CFL_1-TOC_Hopcroft.pdf" TargetMode="External"/><Relationship Id="rId2" Type="http://schemas.openxmlformats.org/officeDocument/2006/relationships/hyperlink" Target="CFL_1-TOC_Sipser.pdf" TargetMode="External"/><Relationship Id="rId1" Type="http://schemas.openxmlformats.org/officeDocument/2006/relationships/slideLayout" Target="../slideLayouts/slideLayout6.xml"/><Relationship Id="rId6" Type="http://schemas.openxmlformats.org/officeDocument/2006/relationships/hyperlink" Target="CFL_2-TOC_Papadimitriou.pdf" TargetMode="External"/><Relationship Id="rId5" Type="http://schemas.openxmlformats.org/officeDocument/2006/relationships/hyperlink" Target="CFL_1-TOC_Papadimitriou.pdf" TargetMode="External"/><Relationship Id="rId4" Type="http://schemas.openxmlformats.org/officeDocument/2006/relationships/hyperlink" Target="CFL_Exercise-TOC_Sipser.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6C9D-A5DC-4F0A-877F-0CDEBFC1AF4E}"/>
              </a:ext>
            </a:extLst>
          </p:cNvPr>
          <p:cNvSpPr>
            <a:spLocks noGrp="1"/>
          </p:cNvSpPr>
          <p:nvPr>
            <p:ph type="ctrTitle"/>
          </p:nvPr>
        </p:nvSpPr>
        <p:spPr/>
        <p:txBody>
          <a:bodyPr/>
          <a:lstStyle/>
          <a:p>
            <a:r>
              <a:rPr lang="en-US" dirty="0"/>
              <a:t>Context-Free Languages (CFL)</a:t>
            </a:r>
          </a:p>
        </p:txBody>
      </p:sp>
      <p:sp>
        <p:nvSpPr>
          <p:cNvPr id="3" name="Content Placeholder 2">
            <a:extLst>
              <a:ext uri="{FF2B5EF4-FFF2-40B4-BE49-F238E27FC236}">
                <a16:creationId xmlns:a16="http://schemas.microsoft.com/office/drawing/2014/main" id="{5B258E3E-6D6E-4093-B9F4-536C162B43D0}"/>
              </a:ext>
            </a:extLst>
          </p:cNvPr>
          <p:cNvSpPr>
            <a:spLocks noGrp="1"/>
          </p:cNvSpPr>
          <p:nvPr>
            <p:ph sz="quarter" idx="10"/>
          </p:nvPr>
        </p:nvSpPr>
        <p:spPr/>
        <p:txBody>
          <a:bodyPr/>
          <a:lstStyle/>
          <a:p>
            <a:r>
              <a:rPr lang="en-US" dirty="0"/>
              <a:t>CSC3113: Theory of Computation</a:t>
            </a:r>
          </a:p>
        </p:txBody>
      </p:sp>
      <p:sp>
        <p:nvSpPr>
          <p:cNvPr id="4" name="Text Placeholder 3">
            <a:extLst>
              <a:ext uri="{FF2B5EF4-FFF2-40B4-BE49-F238E27FC236}">
                <a16:creationId xmlns:a16="http://schemas.microsoft.com/office/drawing/2014/main" id="{91376256-EB7C-4561-BED1-CECA985FD0B2}"/>
              </a:ext>
            </a:extLst>
          </p:cNvPr>
          <p:cNvSpPr>
            <a:spLocks noGrp="1"/>
          </p:cNvSpPr>
          <p:nvPr>
            <p:ph type="body" sz="quarter" idx="11"/>
          </p:nvPr>
        </p:nvSpPr>
        <p:spPr/>
        <p:txBody>
          <a:bodyPr/>
          <a:lstStyle/>
          <a:p>
            <a:r>
              <a:rPr lang="en-US" dirty="0"/>
              <a:t>6</a:t>
            </a:r>
          </a:p>
        </p:txBody>
      </p:sp>
      <p:sp>
        <p:nvSpPr>
          <p:cNvPr id="5" name="Text Placeholder 4">
            <a:extLst>
              <a:ext uri="{FF2B5EF4-FFF2-40B4-BE49-F238E27FC236}">
                <a16:creationId xmlns:a16="http://schemas.microsoft.com/office/drawing/2014/main" id="{870CC902-C485-4520-8AD7-51BA188623CC}"/>
              </a:ext>
            </a:extLst>
          </p:cNvPr>
          <p:cNvSpPr>
            <a:spLocks noGrp="1"/>
          </p:cNvSpPr>
          <p:nvPr>
            <p:ph type="body" sz="quarter" idx="12"/>
          </p:nvPr>
        </p:nvSpPr>
        <p:spPr/>
        <p:txBody>
          <a:bodyPr/>
          <a:lstStyle/>
          <a:p>
            <a:r>
              <a:rPr lang="en-US" dirty="0"/>
              <a:t>6</a:t>
            </a:r>
          </a:p>
        </p:txBody>
      </p:sp>
      <p:sp>
        <p:nvSpPr>
          <p:cNvPr id="6" name="Text Placeholder 5">
            <a:extLst>
              <a:ext uri="{FF2B5EF4-FFF2-40B4-BE49-F238E27FC236}">
                <a16:creationId xmlns:a16="http://schemas.microsoft.com/office/drawing/2014/main" id="{FA8C51C5-868C-4051-A04F-FC945CA34685}"/>
              </a:ext>
            </a:extLst>
          </p:cNvPr>
          <p:cNvSpPr>
            <a:spLocks noGrp="1"/>
          </p:cNvSpPr>
          <p:nvPr>
            <p:ph type="body" sz="quarter" idx="13"/>
          </p:nvPr>
        </p:nvSpPr>
        <p:spPr/>
        <p:txBody>
          <a:bodyPr/>
          <a:lstStyle/>
          <a:p>
            <a:r>
              <a:rPr lang="en-US"/>
              <a:t>Fall 2024-2025</a:t>
            </a:r>
            <a:endParaRPr lang="en-US" dirty="0"/>
          </a:p>
        </p:txBody>
      </p:sp>
      <p:sp>
        <p:nvSpPr>
          <p:cNvPr id="7" name="Text Placeholder 6">
            <a:extLst>
              <a:ext uri="{FF2B5EF4-FFF2-40B4-BE49-F238E27FC236}">
                <a16:creationId xmlns:a16="http://schemas.microsoft.com/office/drawing/2014/main" id="{341AB14A-DC6C-4689-AD70-C6C8EFF28C33}"/>
              </a:ext>
            </a:extLst>
          </p:cNvPr>
          <p:cNvSpPr>
            <a:spLocks noGrp="1"/>
          </p:cNvSpPr>
          <p:nvPr>
            <p:ph type="body" sz="quarter" idx="14"/>
          </p:nvPr>
        </p:nvSpPr>
        <p:spPr/>
        <p:txBody>
          <a:bodyPr/>
          <a:lstStyle/>
          <a:p>
            <a:r>
              <a:rPr lang="en-US" dirty="0"/>
              <a:t>Sharfuddin Mahmood, Assistant Professor, </a:t>
            </a:r>
          </a:p>
          <a:p>
            <a:r>
              <a:rPr lang="en-US" dirty="0"/>
              <a:t>Department of Computer Science, Faculty of Science &amp; Technology.</a:t>
            </a:r>
          </a:p>
          <a:p>
            <a:r>
              <a:rPr lang="en-US"/>
              <a:t>smahmood@</a:t>
            </a:r>
            <a:r>
              <a:rPr lang="en-US" dirty="0"/>
              <a:t>aiub.edu</a:t>
            </a:r>
          </a:p>
          <a:p>
            <a:endParaRPr lang="en-US" dirty="0"/>
          </a:p>
        </p:txBody>
      </p:sp>
    </p:spTree>
    <p:extLst>
      <p:ext uri="{BB962C8B-B14F-4D97-AF65-F5344CB8AC3E}">
        <p14:creationId xmlns:p14="http://schemas.microsoft.com/office/powerpoint/2010/main" val="2004203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5D449C3-B5F2-47E9-A4C9-274521D1EE87}"/>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3AD22FB-9572-43CA-ADDF-EB73E2AF762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182D35BC-5B07-4B4B-8181-9F5A677C48A4}"/>
              </a:ext>
            </a:extLst>
          </p:cNvPr>
          <p:cNvSpPr>
            <a:spLocks noGrp="1"/>
          </p:cNvSpPr>
          <p:nvPr>
            <p:ph type="body" sz="quarter" idx="12"/>
          </p:nvPr>
        </p:nvSpPr>
        <p:spPr/>
        <p:txBody>
          <a:bodyPr/>
          <a:lstStyle/>
          <a:p>
            <a:pPr>
              <a:lnSpc>
                <a:spcPct val="80000"/>
              </a:lnSpc>
              <a:defRPr/>
            </a:pPr>
            <a:r>
              <a:rPr lang="en-US" dirty="0"/>
              <a:t>Formal Definition of CFL</a:t>
            </a:r>
          </a:p>
          <a:p>
            <a:pPr>
              <a:lnSpc>
                <a:spcPct val="80000"/>
              </a:lnSpc>
              <a:defRPr/>
            </a:pPr>
            <a:r>
              <a:rPr lang="en-US" dirty="0"/>
              <a:t>Context Free Grammar (CFG)</a:t>
            </a:r>
          </a:p>
          <a:p>
            <a:pPr>
              <a:lnSpc>
                <a:spcPct val="80000"/>
              </a:lnSpc>
              <a:defRPr/>
            </a:pPr>
            <a:r>
              <a:rPr lang="en-US" dirty="0"/>
              <a:t>Designing CFG</a:t>
            </a:r>
          </a:p>
          <a:p>
            <a:pPr>
              <a:lnSpc>
                <a:spcPct val="80000"/>
              </a:lnSpc>
              <a:defRPr/>
            </a:pPr>
            <a:r>
              <a:rPr lang="en-US" dirty="0">
                <a:solidFill>
                  <a:schemeClr val="tx1">
                    <a:lumMod val="95000"/>
                    <a:lumOff val="5000"/>
                  </a:schemeClr>
                </a:solidFill>
              </a:rPr>
              <a:t>Ambiguity</a:t>
            </a:r>
          </a:p>
          <a:p>
            <a:pPr>
              <a:lnSpc>
                <a:spcPct val="80000"/>
              </a:lnSpc>
              <a:defRPr/>
            </a:pPr>
            <a:r>
              <a:rPr lang="en-US" dirty="0">
                <a:solidFill>
                  <a:schemeClr val="tx1">
                    <a:lumMod val="95000"/>
                    <a:lumOff val="5000"/>
                  </a:schemeClr>
                </a:solidFill>
              </a:rPr>
              <a:t>Chomsky Normal Form (CNF)</a:t>
            </a:r>
          </a:p>
          <a:p>
            <a:pPr lvl="1"/>
            <a:endParaRPr lang="en-US" dirty="0">
              <a:solidFill>
                <a:schemeClr val="tx1">
                  <a:lumMod val="95000"/>
                  <a:lumOff val="5000"/>
                </a:schemeClr>
              </a:solidFill>
            </a:endParaRPr>
          </a:p>
          <a:p>
            <a:pPr>
              <a:lnSpc>
                <a:spcPct val="80000"/>
              </a:lnSpc>
              <a:defRPr/>
            </a:pPr>
            <a:endParaRPr lang="en-US" dirty="0">
              <a:solidFill>
                <a:schemeClr val="tx1">
                  <a:lumMod val="95000"/>
                  <a:lumOff val="5000"/>
                </a:schemeClr>
              </a:solidFill>
            </a:endParaRPr>
          </a:p>
          <a:p>
            <a:pPr lvl="1"/>
            <a:endParaRPr lang="en-US" dirty="0">
              <a:solidFill>
                <a:schemeClr val="tx1">
                  <a:lumMod val="95000"/>
                  <a:lumOff val="5000"/>
                </a:schemeClr>
              </a:solidFill>
            </a:endParaRPr>
          </a:p>
          <a:p>
            <a:endParaRPr lang="en-US" sz="2400" dirty="0">
              <a:solidFill>
                <a:schemeClr val="tx1">
                  <a:lumMod val="95000"/>
                  <a:lumOff val="5000"/>
                </a:schemeClr>
              </a:solidFill>
            </a:endParaRPr>
          </a:p>
          <a:p>
            <a:endParaRPr lang="en-US" sz="2400" dirty="0">
              <a:solidFill>
                <a:schemeClr val="tx1">
                  <a:lumMod val="95000"/>
                  <a:lumOff val="5000"/>
                </a:schemeClr>
              </a:solidFill>
            </a:endParaRPr>
          </a:p>
          <a:p>
            <a:endParaRPr lang="en-US" dirty="0"/>
          </a:p>
          <a:p>
            <a:endParaRPr lang="en-US" dirty="0"/>
          </a:p>
        </p:txBody>
      </p:sp>
    </p:spTree>
    <p:extLst>
      <p:ext uri="{BB962C8B-B14F-4D97-AF65-F5344CB8AC3E}">
        <p14:creationId xmlns:p14="http://schemas.microsoft.com/office/powerpoint/2010/main" val="479166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86BC14-4F4A-42DD-8727-F9FA0B1D26EE}"/>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411696D-9FF9-4C39-9FB1-DD366143421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DBA83E4F-7F22-4D31-90C1-08F4D9B0B002}"/>
              </a:ext>
            </a:extLst>
          </p:cNvPr>
          <p:cNvSpPr>
            <a:spLocks noGrp="1"/>
          </p:cNvSpPr>
          <p:nvPr>
            <p:ph type="body" sz="quarter" idx="12"/>
          </p:nvPr>
        </p:nvSpPr>
        <p:spPr/>
        <p:txBody>
          <a:bodyPr/>
          <a:lstStyle/>
          <a:p>
            <a:pPr>
              <a:lnSpc>
                <a:spcPct val="80000"/>
              </a:lnSpc>
              <a:defRPr/>
            </a:pPr>
            <a:r>
              <a:rPr lang="en-US" dirty="0"/>
              <a:t>Concept and Definition of Context Free Language (CFL)</a:t>
            </a:r>
          </a:p>
          <a:p>
            <a:pPr>
              <a:lnSpc>
                <a:spcPct val="80000"/>
              </a:lnSpc>
              <a:defRPr/>
            </a:pPr>
            <a:r>
              <a:rPr lang="en-US" dirty="0"/>
              <a:t>Concept and Construct of Context Free Grammar (CFG)</a:t>
            </a:r>
          </a:p>
          <a:p>
            <a:pPr>
              <a:lnSpc>
                <a:spcPct val="80000"/>
              </a:lnSpc>
              <a:defRPr/>
            </a:pPr>
            <a:r>
              <a:rPr lang="en-US" dirty="0"/>
              <a:t>Designing CFG</a:t>
            </a:r>
          </a:p>
        </p:txBody>
      </p:sp>
    </p:spTree>
    <p:extLst>
      <p:ext uri="{BB962C8B-B14F-4D97-AF65-F5344CB8AC3E}">
        <p14:creationId xmlns:p14="http://schemas.microsoft.com/office/powerpoint/2010/main" val="1008975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8810EDF-8BAD-430C-B55B-A2BC5FD61C2A}"/>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F1C383E6-1994-47BD-8D2A-374225D9B669}"/>
              </a:ext>
            </a:extLst>
          </p:cNvPr>
          <p:cNvSpPr>
            <a:spLocks noGrp="1"/>
          </p:cNvSpPr>
          <p:nvPr>
            <p:ph type="subTitle" idx="1"/>
          </p:nvPr>
        </p:nvSpPr>
        <p:spPr/>
        <p:txBody>
          <a:bodyPr/>
          <a:lstStyle/>
          <a:p>
            <a:r>
              <a:rPr lang="en-US" dirty="0"/>
              <a:t>All outcome are represented with examples</a:t>
            </a:r>
          </a:p>
        </p:txBody>
      </p:sp>
      <p:sp>
        <p:nvSpPr>
          <p:cNvPr id="3" name="Text Placeholder 2">
            <a:extLst>
              <a:ext uri="{FF2B5EF4-FFF2-40B4-BE49-F238E27FC236}">
                <a16:creationId xmlns:a16="http://schemas.microsoft.com/office/drawing/2014/main" id="{87461010-27AE-47B7-AE24-8B1B50A5414D}"/>
              </a:ext>
            </a:extLst>
          </p:cNvPr>
          <p:cNvSpPr>
            <a:spLocks noGrp="1"/>
          </p:cNvSpPr>
          <p:nvPr>
            <p:ph type="body" sz="quarter" idx="12"/>
          </p:nvPr>
        </p:nvSpPr>
        <p:spPr/>
        <p:txBody>
          <a:bodyPr>
            <a:normAutofit/>
          </a:bodyPr>
          <a:lstStyle/>
          <a:p>
            <a:pPr>
              <a:lnSpc>
                <a:spcPct val="80000"/>
              </a:lnSpc>
              <a:defRPr/>
            </a:pPr>
            <a:r>
              <a:rPr lang="en-US" dirty="0"/>
              <a:t>Learn the concept and Formal Definition of CFL</a:t>
            </a:r>
          </a:p>
          <a:p>
            <a:pPr>
              <a:lnSpc>
                <a:spcPct val="80000"/>
              </a:lnSpc>
              <a:defRPr/>
            </a:pPr>
            <a:r>
              <a:rPr lang="en-US" dirty="0"/>
              <a:t>Understand the construct of CFG</a:t>
            </a:r>
          </a:p>
          <a:p>
            <a:pPr>
              <a:lnSpc>
                <a:spcPct val="80000"/>
              </a:lnSpc>
              <a:defRPr/>
            </a:pPr>
            <a:r>
              <a:rPr lang="en-US" dirty="0"/>
              <a:t>Learn and Design CFG for languages</a:t>
            </a:r>
          </a:p>
          <a:p>
            <a:pPr algn="just">
              <a:lnSpc>
                <a:spcPct val="80000"/>
              </a:lnSpc>
              <a:defRPr/>
            </a:pPr>
            <a:r>
              <a:rPr lang="en-US" dirty="0"/>
              <a:t>Understand and practice the construct of CFG</a:t>
            </a:r>
          </a:p>
          <a:p>
            <a:pPr algn="just">
              <a:lnSpc>
                <a:spcPct val="80000"/>
              </a:lnSpc>
              <a:defRPr/>
            </a:pPr>
            <a:r>
              <a:rPr lang="en-US" dirty="0"/>
              <a:t>Learn ambiguity in grammar and ways to identify and remove it.</a:t>
            </a:r>
          </a:p>
          <a:p>
            <a:pPr algn="just">
              <a:lnSpc>
                <a:spcPct val="80000"/>
              </a:lnSpc>
              <a:defRPr/>
            </a:pPr>
            <a:r>
              <a:rPr lang="en-US" dirty="0"/>
              <a:t>Apply Chomsky Normal From (CNF) on grammar to make it computable.</a:t>
            </a:r>
          </a:p>
          <a:p>
            <a:pPr>
              <a:lnSpc>
                <a:spcPct val="80000"/>
              </a:lnSpc>
              <a:defRPr/>
            </a:pPr>
            <a:endParaRPr lang="en-US" dirty="0"/>
          </a:p>
        </p:txBody>
      </p:sp>
    </p:spTree>
    <p:extLst>
      <p:ext uri="{BB962C8B-B14F-4D97-AF65-F5344CB8AC3E}">
        <p14:creationId xmlns:p14="http://schemas.microsoft.com/office/powerpoint/2010/main" val="1537562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A221FD5-4E56-435C-85E1-284A2796EAF3}"/>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F0433AB7-3570-415D-9CBE-C26EDB708637}"/>
              </a:ext>
            </a:extLst>
          </p:cNvPr>
          <p:cNvSpPr>
            <a:spLocks noGrp="1"/>
          </p:cNvSpPr>
          <p:nvPr>
            <p:ph type="body" sz="quarter" idx="12"/>
          </p:nvPr>
        </p:nvSpPr>
        <p:spPr/>
        <p:txBody>
          <a:bodyPr/>
          <a:lstStyle/>
          <a:p>
            <a:r>
              <a:rPr lang="en-US" dirty="0"/>
              <a:t>Context-Free Languages</a:t>
            </a:r>
          </a:p>
        </p:txBody>
      </p:sp>
      <p:sp>
        <p:nvSpPr>
          <p:cNvPr id="4" name="Text Placeholder 3">
            <a:extLst>
              <a:ext uri="{FF2B5EF4-FFF2-40B4-BE49-F238E27FC236}">
                <a16:creationId xmlns:a16="http://schemas.microsoft.com/office/drawing/2014/main" id="{539C5095-3FBD-4C1A-8464-7F5287248439}"/>
              </a:ext>
            </a:extLst>
          </p:cNvPr>
          <p:cNvSpPr>
            <a:spLocks noGrp="1"/>
          </p:cNvSpPr>
          <p:nvPr>
            <p:ph type="body" sz="quarter" idx="13"/>
          </p:nvPr>
        </p:nvSpPr>
        <p:spPr/>
        <p:txBody>
          <a:bodyPr>
            <a:normAutofit/>
          </a:bodyPr>
          <a:lstStyle/>
          <a:p>
            <a:pPr algn="just" eaLnBrk="1" hangingPunct="1"/>
            <a:r>
              <a:rPr lang="en-US" altLang="en-US" sz="3200" b="1" i="1" dirty="0"/>
              <a:t>Context-Free Languages</a:t>
            </a:r>
            <a:r>
              <a:rPr lang="en-US" altLang="en-US" sz="3200" dirty="0"/>
              <a:t> includes all regular languages and many additional languages, such as </a:t>
            </a:r>
            <a:r>
              <a:rPr lang="en-US" altLang="en-US" sz="3200" dirty="0">
                <a:latin typeface="Courier New" panose="02070309020205020404" pitchFamily="49" charset="0"/>
                <a:cs typeface="Courier New" panose="02070309020205020404" pitchFamily="49" charset="0"/>
              </a:rPr>
              <a:t>{0</a:t>
            </a:r>
            <a:r>
              <a:rPr lang="en-US" altLang="en-US" sz="3200" baseline="30000" dirty="0">
                <a:latin typeface="Courier New" panose="02070309020205020404" pitchFamily="49" charset="0"/>
                <a:cs typeface="Courier New" panose="02070309020205020404" pitchFamily="49" charset="0"/>
              </a:rPr>
              <a:t>n</a:t>
            </a:r>
            <a:r>
              <a:rPr lang="en-US" altLang="en-US" sz="3200" dirty="0">
                <a:latin typeface="Courier New" panose="02070309020205020404" pitchFamily="49" charset="0"/>
                <a:cs typeface="Courier New" panose="02070309020205020404" pitchFamily="49" charset="0"/>
              </a:rPr>
              <a:t>#1</a:t>
            </a:r>
            <a:r>
              <a:rPr lang="en-US" altLang="en-US" sz="3200" baseline="30000" dirty="0">
                <a:latin typeface="Courier New" panose="02070309020205020404" pitchFamily="49" charset="0"/>
                <a:cs typeface="Courier New" panose="02070309020205020404" pitchFamily="49" charset="0"/>
              </a:rPr>
              <a:t>n</a:t>
            </a:r>
            <a:r>
              <a:rPr lang="en-US" altLang="en-US" sz="3200" dirty="0">
                <a:latin typeface="Courier New" panose="02070309020205020404" pitchFamily="49" charset="0"/>
                <a:cs typeface="Courier New" panose="02070309020205020404" pitchFamily="49" charset="0"/>
              </a:rPr>
              <a:t> | n </a:t>
            </a:r>
            <a:r>
              <a:rPr lang="en-US" altLang="en-US" sz="3200" dirty="0">
                <a:latin typeface="Courier New" panose="02070309020205020404" pitchFamily="49" charset="0"/>
                <a:cs typeface="Courier New" panose="02070309020205020404" pitchFamily="49" charset="0"/>
                <a:sym typeface="Symbol" panose="05050102010706020507" pitchFamily="18" charset="2"/>
              </a:rPr>
              <a:t> </a:t>
            </a:r>
            <a:r>
              <a:rPr lang="en-US" altLang="en-US" sz="3200" dirty="0">
                <a:latin typeface="Courier New" panose="02070309020205020404" pitchFamily="49" charset="0"/>
                <a:cs typeface="Courier New" panose="02070309020205020404" pitchFamily="49" charset="0"/>
              </a:rPr>
              <a:t>0}</a:t>
            </a:r>
            <a:r>
              <a:rPr lang="en-US" altLang="en-US" sz="3200" dirty="0"/>
              <a:t>.</a:t>
            </a:r>
          </a:p>
          <a:p>
            <a:pPr algn="just" eaLnBrk="1" hangingPunct="1"/>
            <a:r>
              <a:rPr lang="en-US" altLang="en-US" sz="3200" dirty="0"/>
              <a:t>Additional memory is used to recognize such languages.</a:t>
            </a:r>
          </a:p>
          <a:p>
            <a:pPr algn="just" eaLnBrk="1" hangingPunct="1"/>
            <a:r>
              <a:rPr lang="en-US" altLang="en-US" sz="3200" b="1" i="1" dirty="0"/>
              <a:t>Context-Free Grammars</a:t>
            </a:r>
            <a:r>
              <a:rPr lang="en-US" altLang="en-US" sz="3200" dirty="0"/>
              <a:t>.</a:t>
            </a:r>
          </a:p>
          <a:p>
            <a:pPr lvl="1" algn="just" eaLnBrk="1" hangingPunct="1"/>
            <a:r>
              <a:rPr lang="en-US" altLang="en-US" sz="2800" dirty="0"/>
              <a:t>More powerful method of describing language.</a:t>
            </a:r>
          </a:p>
          <a:p>
            <a:pPr lvl="1" algn="just" eaLnBrk="1" hangingPunct="1"/>
            <a:r>
              <a:rPr lang="en-US" altLang="en-US" sz="2800" dirty="0"/>
              <a:t>Can describe certain features that have a recursive structure. </a:t>
            </a:r>
          </a:p>
        </p:txBody>
      </p:sp>
    </p:spTree>
    <p:extLst>
      <p:ext uri="{BB962C8B-B14F-4D97-AF65-F5344CB8AC3E}">
        <p14:creationId xmlns:p14="http://schemas.microsoft.com/office/powerpoint/2010/main" val="24713377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8A183D9-AC11-404C-AEEA-92E3733692A5}"/>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A194D328-2405-4790-B099-00E03B485415}"/>
              </a:ext>
            </a:extLst>
          </p:cNvPr>
          <p:cNvSpPr>
            <a:spLocks noGrp="1"/>
          </p:cNvSpPr>
          <p:nvPr>
            <p:ph type="body" sz="quarter" idx="12"/>
          </p:nvPr>
        </p:nvSpPr>
        <p:spPr/>
        <p:txBody>
          <a:bodyPr/>
          <a:lstStyle/>
          <a:p>
            <a:r>
              <a:rPr lang="en-US" dirty="0"/>
              <a:t>Example: Context-Free Grammars</a:t>
            </a:r>
          </a:p>
        </p:txBody>
      </p:sp>
      <p:sp>
        <p:nvSpPr>
          <p:cNvPr id="4" name="Text Placeholder 3">
            <a:extLst>
              <a:ext uri="{FF2B5EF4-FFF2-40B4-BE49-F238E27FC236}">
                <a16:creationId xmlns:a16="http://schemas.microsoft.com/office/drawing/2014/main" id="{519354FF-BB25-48A4-B796-C34A32DE7D1C}"/>
              </a:ext>
            </a:extLst>
          </p:cNvPr>
          <p:cNvSpPr>
            <a:spLocks noGrp="1"/>
          </p:cNvSpPr>
          <p:nvPr>
            <p:ph type="body" sz="quarter" idx="13"/>
          </p:nvPr>
        </p:nvSpPr>
        <p:spPr/>
        <p:txBody>
          <a:bodyPr>
            <a:normAutofit lnSpcReduction="10000"/>
          </a:bodyPr>
          <a:lstStyle/>
          <a:p>
            <a:pPr eaLnBrk="1" hangingPunct="1">
              <a:lnSpc>
                <a:spcPct val="80000"/>
              </a:lnSpc>
              <a:buFontTx/>
              <a:buNone/>
            </a:pPr>
            <a:r>
              <a:rPr lang="en-US" altLang="en-US" sz="1800" dirty="0"/>
              <a:t>					A </a:t>
            </a:r>
            <a:r>
              <a:rPr lang="en-US" altLang="en-US" sz="1800" dirty="0">
                <a:sym typeface="Wingdings" panose="05000000000000000000" pitchFamily="2" charset="2"/>
              </a:rPr>
              <a:t> 0A1				A  0A1 | B</a:t>
            </a:r>
          </a:p>
          <a:p>
            <a:pPr eaLnBrk="1" hangingPunct="1">
              <a:lnSpc>
                <a:spcPct val="80000"/>
              </a:lnSpc>
              <a:buFontTx/>
              <a:buNone/>
            </a:pPr>
            <a:r>
              <a:rPr lang="en-US" altLang="en-US" sz="1800" dirty="0"/>
              <a:t>					A </a:t>
            </a:r>
            <a:r>
              <a:rPr lang="en-US" altLang="en-US" sz="1800" dirty="0">
                <a:sym typeface="Wingdings" panose="05000000000000000000" pitchFamily="2" charset="2"/>
              </a:rPr>
              <a:t> B		    or		B  #</a:t>
            </a:r>
          </a:p>
          <a:p>
            <a:pPr eaLnBrk="1" hangingPunct="1">
              <a:lnSpc>
                <a:spcPct val="80000"/>
              </a:lnSpc>
              <a:buFontTx/>
              <a:buNone/>
            </a:pPr>
            <a:r>
              <a:rPr lang="en-US" altLang="en-US" sz="1800" dirty="0"/>
              <a:t>					B </a:t>
            </a:r>
            <a:r>
              <a:rPr lang="en-US" altLang="en-US" sz="1800" dirty="0">
                <a:sym typeface="Wingdings" panose="05000000000000000000" pitchFamily="2" charset="2"/>
              </a:rPr>
              <a:t> #</a:t>
            </a:r>
            <a:endParaRPr lang="en-US" altLang="en-US" sz="1800" dirty="0"/>
          </a:p>
          <a:p>
            <a:pPr eaLnBrk="1" hangingPunct="1">
              <a:spcBef>
                <a:spcPts val="1800"/>
              </a:spcBef>
            </a:pPr>
            <a:r>
              <a:rPr lang="en-US" altLang="en-US" sz="2000" dirty="0"/>
              <a:t>A grammar consists of a collection of </a:t>
            </a:r>
            <a:r>
              <a:rPr lang="en-US" altLang="en-US" sz="2000" b="1" i="1" dirty="0"/>
              <a:t>Substitution</a:t>
            </a:r>
            <a:r>
              <a:rPr lang="en-US" altLang="en-US" sz="2000" dirty="0"/>
              <a:t> (or </a:t>
            </a:r>
            <a:r>
              <a:rPr lang="en-US" altLang="en-US" sz="2000" b="1" i="1" dirty="0"/>
              <a:t>Production</a:t>
            </a:r>
            <a:r>
              <a:rPr lang="en-US" altLang="en-US" sz="2000" dirty="0"/>
              <a:t>) </a:t>
            </a:r>
            <a:r>
              <a:rPr lang="en-US" altLang="en-US" sz="2000" b="1" i="1" dirty="0"/>
              <a:t>rules</a:t>
            </a:r>
            <a:r>
              <a:rPr lang="en-US" altLang="en-US" sz="2000" dirty="0"/>
              <a:t>.</a:t>
            </a:r>
          </a:p>
          <a:p>
            <a:pPr eaLnBrk="1" hangingPunct="1"/>
            <a:r>
              <a:rPr lang="en-US" altLang="en-US" sz="2000" dirty="0"/>
              <a:t>Each </a:t>
            </a:r>
            <a:r>
              <a:rPr lang="en-US" altLang="en-US" sz="2000" b="1" i="1" dirty="0"/>
              <a:t>rule</a:t>
            </a:r>
            <a:r>
              <a:rPr lang="en-US" altLang="en-US" sz="2000" dirty="0"/>
              <a:t> appears as a line in the grammar.</a:t>
            </a:r>
          </a:p>
          <a:p>
            <a:pPr eaLnBrk="1" hangingPunct="1"/>
            <a:r>
              <a:rPr lang="en-US" altLang="en-US" sz="2000" dirty="0"/>
              <a:t>Each line has a </a:t>
            </a:r>
            <a:r>
              <a:rPr lang="en-US" altLang="en-US" sz="2000" b="1" i="1" dirty="0"/>
              <a:t>variable</a:t>
            </a:r>
            <a:r>
              <a:rPr lang="en-US" altLang="en-US" sz="2000" dirty="0"/>
              <a:t> and a </a:t>
            </a:r>
            <a:r>
              <a:rPr lang="en-US" altLang="en-US" sz="2000" b="1" i="1" dirty="0"/>
              <a:t>string</a:t>
            </a:r>
            <a:r>
              <a:rPr lang="en-US" altLang="en-US" sz="2000" dirty="0"/>
              <a:t> separated by an </a:t>
            </a:r>
            <a:r>
              <a:rPr lang="en-US" altLang="en-US" sz="2000" b="1" i="1" dirty="0"/>
              <a:t>arrow</a:t>
            </a:r>
            <a:r>
              <a:rPr lang="en-US" altLang="en-US" sz="2000" dirty="0"/>
              <a:t>.</a:t>
            </a:r>
          </a:p>
          <a:p>
            <a:pPr lvl="1" eaLnBrk="1" hangingPunct="1"/>
            <a:r>
              <a:rPr lang="en-US" altLang="en-US" sz="1900" dirty="0"/>
              <a:t>Variable consists of a </a:t>
            </a:r>
            <a:r>
              <a:rPr lang="en-US" altLang="en-US" sz="1900" b="1" i="1" dirty="0"/>
              <a:t>symbol</a:t>
            </a:r>
            <a:r>
              <a:rPr lang="en-US" altLang="en-US" sz="1900" b="1" dirty="0"/>
              <a:t>.</a:t>
            </a:r>
            <a:r>
              <a:rPr lang="en-US" altLang="en-US" sz="1900" dirty="0"/>
              <a:t> </a:t>
            </a:r>
          </a:p>
          <a:p>
            <a:pPr lvl="2" eaLnBrk="1" hangingPunct="1"/>
            <a:r>
              <a:rPr lang="en-US" altLang="en-US" sz="1800" dirty="0"/>
              <a:t>represented as uppercase letters. </a:t>
            </a:r>
          </a:p>
          <a:p>
            <a:pPr lvl="2" eaLnBrk="1" hangingPunct="1"/>
            <a:r>
              <a:rPr lang="en-US" altLang="en-US" sz="1800" dirty="0"/>
              <a:t>might include index or subscript.</a:t>
            </a:r>
          </a:p>
          <a:p>
            <a:pPr lvl="1" eaLnBrk="1" hangingPunct="1"/>
            <a:r>
              <a:rPr lang="en-US" altLang="en-US" sz="1900" dirty="0"/>
              <a:t>Strings consists of variables and/or other symbols called </a:t>
            </a:r>
            <a:r>
              <a:rPr lang="en-US" altLang="en-US" sz="1900" b="1" i="1" dirty="0"/>
              <a:t>terminals</a:t>
            </a:r>
            <a:r>
              <a:rPr lang="en-US" altLang="en-US" sz="1900" dirty="0"/>
              <a:t>. </a:t>
            </a:r>
          </a:p>
          <a:p>
            <a:pPr lvl="2" eaLnBrk="1" hangingPunct="1"/>
            <a:r>
              <a:rPr lang="en-US" altLang="en-US" sz="1800" dirty="0"/>
              <a:t>terminals are analogous to input alphabet, represented as lowercase letters, numbers, or special symbols. </a:t>
            </a:r>
          </a:p>
          <a:p>
            <a:pPr lvl="2" eaLnBrk="1" hangingPunct="1"/>
            <a:r>
              <a:rPr lang="en-US" altLang="en-US" sz="1800" dirty="0"/>
              <a:t>might include index or subscript.</a:t>
            </a:r>
          </a:p>
          <a:p>
            <a:pPr eaLnBrk="1" hangingPunct="1"/>
            <a:r>
              <a:rPr lang="en-US" altLang="en-US" sz="2000" dirty="0"/>
              <a:t>One variable is designated the </a:t>
            </a:r>
            <a:r>
              <a:rPr lang="en-US" altLang="en-US" sz="2000" b="1" i="1" dirty="0"/>
              <a:t>start variable</a:t>
            </a:r>
            <a:r>
              <a:rPr lang="en-US" altLang="en-US" sz="2000" dirty="0"/>
              <a:t>, usually the left-hand side of the topmost rule.</a:t>
            </a:r>
          </a:p>
          <a:p>
            <a:pPr eaLnBrk="1" hangingPunct="1"/>
            <a:r>
              <a:rPr lang="en-US" altLang="en-US" sz="2000" dirty="0"/>
              <a:t>Several rules for the same left-hand variable can be written using “|” as an “or”.</a:t>
            </a:r>
          </a:p>
        </p:txBody>
      </p:sp>
      <p:sp>
        <p:nvSpPr>
          <p:cNvPr id="5" name="Rectangle 4">
            <a:extLst>
              <a:ext uri="{FF2B5EF4-FFF2-40B4-BE49-F238E27FC236}">
                <a16:creationId xmlns:a16="http://schemas.microsoft.com/office/drawing/2014/main" id="{E4AA0E4F-FF96-4213-9C99-F40F4C1322B9}"/>
              </a:ext>
            </a:extLst>
          </p:cNvPr>
          <p:cNvSpPr>
            <a:spLocks noChangeArrowheads="1"/>
          </p:cNvSpPr>
          <p:nvPr/>
        </p:nvSpPr>
        <p:spPr bwMode="auto">
          <a:xfrm>
            <a:off x="1905000" y="876291"/>
            <a:ext cx="1572489" cy="90352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eaLnBrk="1" hangingPunct="1"/>
            <a:endParaRPr lang="en-US" altLang="en-US"/>
          </a:p>
        </p:txBody>
      </p:sp>
      <p:sp>
        <p:nvSpPr>
          <p:cNvPr id="6" name="Rectangle 5">
            <a:extLst>
              <a:ext uri="{FF2B5EF4-FFF2-40B4-BE49-F238E27FC236}">
                <a16:creationId xmlns:a16="http://schemas.microsoft.com/office/drawing/2014/main" id="{C7741088-4CD6-4BD0-8E11-CDF991B13AD2}"/>
              </a:ext>
            </a:extLst>
          </p:cNvPr>
          <p:cNvSpPr>
            <a:spLocks noChangeArrowheads="1"/>
          </p:cNvSpPr>
          <p:nvPr/>
        </p:nvSpPr>
        <p:spPr bwMode="auto">
          <a:xfrm>
            <a:off x="4572000" y="876291"/>
            <a:ext cx="1572489" cy="90352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eaLnBrk="1" hangingPunct="1"/>
            <a:endParaRPr lang="en-US" altLang="en-US"/>
          </a:p>
        </p:txBody>
      </p:sp>
    </p:spTree>
    <p:extLst>
      <p:ext uri="{BB962C8B-B14F-4D97-AF65-F5344CB8AC3E}">
        <p14:creationId xmlns:p14="http://schemas.microsoft.com/office/powerpoint/2010/main" val="1607170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1016837-25EC-4A71-A5EF-B6780CE35040}"/>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F780320E-FCC1-451D-ADE0-FE12EC3C8E40}"/>
              </a:ext>
            </a:extLst>
          </p:cNvPr>
          <p:cNvSpPr>
            <a:spLocks noGrp="1"/>
          </p:cNvSpPr>
          <p:nvPr>
            <p:ph type="body" sz="quarter" idx="12"/>
          </p:nvPr>
        </p:nvSpPr>
        <p:spPr/>
        <p:txBody>
          <a:bodyPr/>
          <a:lstStyle/>
          <a:p>
            <a:r>
              <a:rPr lang="en-US" sz="3600" dirty="0"/>
              <a:t>Context-Free Grammars</a:t>
            </a:r>
            <a:endParaRPr lang="en-US" dirty="0"/>
          </a:p>
        </p:txBody>
      </p:sp>
      <p:sp>
        <p:nvSpPr>
          <p:cNvPr id="4" name="Text Placeholder 3">
            <a:extLst>
              <a:ext uri="{FF2B5EF4-FFF2-40B4-BE49-F238E27FC236}">
                <a16:creationId xmlns:a16="http://schemas.microsoft.com/office/drawing/2014/main" id="{5F7B8A8C-0D68-447D-9AF4-0DBE2512EBA7}"/>
              </a:ext>
            </a:extLst>
          </p:cNvPr>
          <p:cNvSpPr>
            <a:spLocks noGrp="1"/>
          </p:cNvSpPr>
          <p:nvPr>
            <p:ph type="body" sz="quarter" idx="13"/>
          </p:nvPr>
        </p:nvSpPr>
        <p:spPr>
          <a:xfrm>
            <a:off x="3" y="846142"/>
            <a:ext cx="6217856" cy="5591175"/>
          </a:xfrm>
        </p:spPr>
        <p:txBody>
          <a:bodyPr>
            <a:normAutofit fontScale="92500" lnSpcReduction="20000"/>
          </a:bodyPr>
          <a:lstStyle/>
          <a:p>
            <a:pPr algn="just" eaLnBrk="1" hangingPunct="1">
              <a:defRPr/>
            </a:pPr>
            <a:r>
              <a:rPr lang="en-US" dirty="0"/>
              <a:t>Use a grammar to describe a language by generating each string of the language in the following manner – </a:t>
            </a:r>
          </a:p>
          <a:p>
            <a:pPr marL="517525" lvl="1" indent="-288925" algn="just" eaLnBrk="1" hangingPunct="1">
              <a:buFont typeface="+mj-lt"/>
              <a:buAutoNum type="arabicPeriod"/>
              <a:defRPr/>
            </a:pPr>
            <a:r>
              <a:rPr lang="en-US" sz="2200" dirty="0"/>
              <a:t>Write down the </a:t>
            </a:r>
            <a:r>
              <a:rPr lang="en-US" sz="2200" b="1" i="1" dirty="0"/>
              <a:t>start variable</a:t>
            </a:r>
            <a:r>
              <a:rPr lang="en-US" sz="2200" dirty="0"/>
              <a:t>, </a:t>
            </a:r>
            <a:r>
              <a:rPr lang="en-US" sz="2200" b="1" i="1" dirty="0"/>
              <a:t>s</a:t>
            </a:r>
            <a:r>
              <a:rPr lang="en-US" sz="2200" dirty="0"/>
              <a:t>.</a:t>
            </a:r>
          </a:p>
          <a:p>
            <a:pPr marL="517525" lvl="1" indent="-288925" algn="just" eaLnBrk="1" hangingPunct="1">
              <a:buFont typeface="+mj-lt"/>
              <a:buAutoNum type="arabicPeriod"/>
              <a:defRPr/>
            </a:pPr>
            <a:r>
              <a:rPr lang="en-US" sz="2200" dirty="0"/>
              <a:t>Choose a variable </a:t>
            </a:r>
            <a:r>
              <a:rPr lang="en-US" sz="2200" b="1" i="1" dirty="0"/>
              <a:t>v</a:t>
            </a:r>
            <a:r>
              <a:rPr lang="en-US" sz="2200" dirty="0"/>
              <a:t> from the right-hand side of the rule for </a:t>
            </a:r>
            <a:r>
              <a:rPr lang="en-US" sz="2200" b="1" i="1" dirty="0"/>
              <a:t>s</a:t>
            </a:r>
            <a:r>
              <a:rPr lang="en-US" sz="2200" dirty="0"/>
              <a:t>.</a:t>
            </a:r>
          </a:p>
          <a:p>
            <a:pPr marL="517525" lvl="1" indent="-288925" algn="just" eaLnBrk="1" hangingPunct="1">
              <a:buFont typeface="+mj-lt"/>
              <a:buAutoNum type="arabicPeriod"/>
              <a:defRPr/>
            </a:pPr>
            <a:r>
              <a:rPr lang="en-US" sz="2200" dirty="0"/>
              <a:t>Find a rule that starts with (or left-hand side is) </a:t>
            </a:r>
            <a:r>
              <a:rPr lang="en-US" sz="2200" b="1" i="1" dirty="0"/>
              <a:t>v</a:t>
            </a:r>
            <a:r>
              <a:rPr lang="en-US" sz="2200" dirty="0"/>
              <a:t>.</a:t>
            </a:r>
          </a:p>
          <a:p>
            <a:pPr marL="517525" lvl="1" indent="-288925" algn="just" eaLnBrk="1" hangingPunct="1">
              <a:buFont typeface="+mj-lt"/>
              <a:buAutoNum type="arabicPeriod"/>
              <a:defRPr/>
            </a:pPr>
            <a:r>
              <a:rPr lang="en-US" sz="2200" dirty="0"/>
              <a:t>Replace </a:t>
            </a:r>
            <a:r>
              <a:rPr lang="en-US" sz="2200" b="1" i="1" dirty="0"/>
              <a:t>v</a:t>
            </a:r>
            <a:r>
              <a:rPr lang="en-US" sz="2200" dirty="0"/>
              <a:t> in rule </a:t>
            </a:r>
            <a:r>
              <a:rPr lang="en-US" sz="2200" b="1" i="1" dirty="0"/>
              <a:t>s</a:t>
            </a:r>
            <a:r>
              <a:rPr lang="en-US" sz="2200" dirty="0"/>
              <a:t> by right-hand side of rule </a:t>
            </a:r>
            <a:r>
              <a:rPr lang="en-US" sz="2200" b="1" i="1" dirty="0"/>
              <a:t>v</a:t>
            </a:r>
            <a:r>
              <a:rPr lang="en-US" sz="2200" dirty="0"/>
              <a:t>.</a:t>
            </a:r>
          </a:p>
          <a:p>
            <a:pPr marL="517525" lvl="1" indent="-288925" algn="just" eaLnBrk="1" hangingPunct="1">
              <a:buFont typeface="+mj-lt"/>
              <a:buAutoNum type="arabicPeriod"/>
              <a:defRPr/>
            </a:pPr>
            <a:r>
              <a:rPr lang="en-US" sz="2200" dirty="0"/>
              <a:t>Repeat from step 2  to 4 until no more variables remains.</a:t>
            </a:r>
          </a:p>
          <a:p>
            <a:pPr algn="just" eaLnBrk="1" hangingPunct="1">
              <a:defRPr/>
            </a:pPr>
            <a:r>
              <a:rPr lang="en-US" dirty="0"/>
              <a:t>The sequence of substitutions to obtain a string is called </a:t>
            </a:r>
            <a:r>
              <a:rPr lang="en-US" b="1" i="1" dirty="0"/>
              <a:t>derivation</a:t>
            </a:r>
            <a:r>
              <a:rPr lang="en-US" dirty="0"/>
              <a:t>. Derivation of string </a:t>
            </a:r>
            <a:r>
              <a:rPr lang="en-US" b="1" dirty="0"/>
              <a:t>000#111</a:t>
            </a:r>
            <a:r>
              <a:rPr lang="en-US" dirty="0"/>
              <a:t> in the grammar – </a:t>
            </a:r>
          </a:p>
          <a:p>
            <a:pPr marL="0" indent="0" eaLnBrk="1" hangingPunct="1">
              <a:buNone/>
              <a:defRPr/>
            </a:pPr>
            <a:r>
              <a:rPr lang="en-US" b="1" dirty="0"/>
              <a:t>			A </a:t>
            </a:r>
            <a:r>
              <a:rPr lang="en-US" b="1" dirty="0">
                <a:sym typeface="Wingdings" pitchFamily="2" charset="2"/>
              </a:rPr>
              <a:t> 0A1 | B</a:t>
            </a:r>
            <a:r>
              <a:rPr lang="en-US" b="1" dirty="0"/>
              <a:t> </a:t>
            </a:r>
            <a:br>
              <a:rPr lang="en-US" b="1" dirty="0"/>
            </a:br>
            <a:r>
              <a:rPr lang="en-US" b="1" dirty="0"/>
              <a:t>			B </a:t>
            </a:r>
            <a:r>
              <a:rPr lang="en-US" b="1" dirty="0">
                <a:sym typeface="Wingdings" pitchFamily="2" charset="2"/>
              </a:rPr>
              <a:t> #</a:t>
            </a:r>
          </a:p>
          <a:p>
            <a:pPr lvl="1" algn="just" eaLnBrk="1" hangingPunct="1">
              <a:defRPr/>
            </a:pPr>
            <a:r>
              <a:rPr lang="en-US" sz="2200" dirty="0">
                <a:sym typeface="Wingdings" pitchFamily="2" charset="2"/>
              </a:rPr>
              <a:t>A</a:t>
            </a:r>
            <a:r>
              <a:rPr lang="en-US" sz="2200" dirty="0">
                <a:sym typeface="Symbol" pitchFamily="18" charset="2"/>
              </a:rPr>
              <a:t> 0A1 00A11 000A111 000B111 000#111</a:t>
            </a:r>
          </a:p>
          <a:p>
            <a:pPr lvl="1" algn="just" eaLnBrk="1" hangingPunct="1">
              <a:defRPr/>
            </a:pPr>
            <a:r>
              <a:rPr lang="en-US" sz="2200" dirty="0">
                <a:sym typeface="Symbol" pitchFamily="18" charset="2"/>
              </a:rPr>
              <a:t>Using </a:t>
            </a:r>
            <a:r>
              <a:rPr lang="en-US" sz="2200" b="1" i="1" dirty="0">
                <a:sym typeface="Symbol" pitchFamily="18" charset="2"/>
              </a:rPr>
              <a:t>Parse Tree</a:t>
            </a:r>
            <a:r>
              <a:rPr lang="en-US" sz="2200" dirty="0">
                <a:sym typeface="Symbol" pitchFamily="18" charset="2"/>
              </a:rPr>
              <a:t>: Figure on the right</a:t>
            </a:r>
            <a:endParaRPr lang="en-US" sz="2200" dirty="0"/>
          </a:p>
        </p:txBody>
      </p:sp>
      <p:sp>
        <p:nvSpPr>
          <p:cNvPr id="5" name="Text Box 5">
            <a:extLst>
              <a:ext uri="{FF2B5EF4-FFF2-40B4-BE49-F238E27FC236}">
                <a16:creationId xmlns:a16="http://schemas.microsoft.com/office/drawing/2014/main" id="{F4923DE8-2889-4F8C-A717-B913864CC14B}"/>
              </a:ext>
            </a:extLst>
          </p:cNvPr>
          <p:cNvSpPr txBox="1">
            <a:spLocks noChangeArrowheads="1"/>
          </p:cNvSpPr>
          <p:nvPr/>
        </p:nvSpPr>
        <p:spPr bwMode="auto">
          <a:xfrm rot="57249">
            <a:off x="7466013" y="984250"/>
            <a:ext cx="36671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a:t>A</a:t>
            </a:r>
          </a:p>
        </p:txBody>
      </p:sp>
      <p:sp>
        <p:nvSpPr>
          <p:cNvPr id="6" name="Text Box 6">
            <a:extLst>
              <a:ext uri="{FF2B5EF4-FFF2-40B4-BE49-F238E27FC236}">
                <a16:creationId xmlns:a16="http://schemas.microsoft.com/office/drawing/2014/main" id="{5F770F75-B4FE-4AD3-85A4-CF8C69DB18F3}"/>
              </a:ext>
            </a:extLst>
          </p:cNvPr>
          <p:cNvSpPr txBox="1">
            <a:spLocks noChangeArrowheads="1"/>
          </p:cNvSpPr>
          <p:nvPr/>
        </p:nvSpPr>
        <p:spPr bwMode="auto">
          <a:xfrm rot="57249">
            <a:off x="7446963" y="2112963"/>
            <a:ext cx="36671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a:t>A</a:t>
            </a:r>
          </a:p>
        </p:txBody>
      </p:sp>
      <p:sp>
        <p:nvSpPr>
          <p:cNvPr id="7" name="Text Box 7">
            <a:extLst>
              <a:ext uri="{FF2B5EF4-FFF2-40B4-BE49-F238E27FC236}">
                <a16:creationId xmlns:a16="http://schemas.microsoft.com/office/drawing/2014/main" id="{B1953D8F-B788-4AD3-8555-D85DF130D73C}"/>
              </a:ext>
            </a:extLst>
          </p:cNvPr>
          <p:cNvSpPr txBox="1">
            <a:spLocks noChangeArrowheads="1"/>
          </p:cNvSpPr>
          <p:nvPr/>
        </p:nvSpPr>
        <p:spPr bwMode="auto">
          <a:xfrm rot="57249">
            <a:off x="7397750" y="5235575"/>
            <a:ext cx="3667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a:t>B</a:t>
            </a:r>
          </a:p>
        </p:txBody>
      </p:sp>
      <p:sp>
        <p:nvSpPr>
          <p:cNvPr id="8" name="Text Box 8">
            <a:extLst>
              <a:ext uri="{FF2B5EF4-FFF2-40B4-BE49-F238E27FC236}">
                <a16:creationId xmlns:a16="http://schemas.microsoft.com/office/drawing/2014/main" id="{A35B2E91-16BF-4C12-AEC5-6AC91C43BBBE}"/>
              </a:ext>
            </a:extLst>
          </p:cNvPr>
          <p:cNvSpPr txBox="1">
            <a:spLocks noChangeArrowheads="1"/>
          </p:cNvSpPr>
          <p:nvPr/>
        </p:nvSpPr>
        <p:spPr bwMode="auto">
          <a:xfrm rot="57249">
            <a:off x="7413625" y="4184650"/>
            <a:ext cx="3667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a:t>A</a:t>
            </a:r>
          </a:p>
        </p:txBody>
      </p:sp>
      <p:sp>
        <p:nvSpPr>
          <p:cNvPr id="9" name="Text Box 9">
            <a:extLst>
              <a:ext uri="{FF2B5EF4-FFF2-40B4-BE49-F238E27FC236}">
                <a16:creationId xmlns:a16="http://schemas.microsoft.com/office/drawing/2014/main" id="{FDAB4FC6-A23F-4097-B23F-CDE33BF0467D}"/>
              </a:ext>
            </a:extLst>
          </p:cNvPr>
          <p:cNvSpPr txBox="1">
            <a:spLocks noChangeArrowheads="1"/>
          </p:cNvSpPr>
          <p:nvPr/>
        </p:nvSpPr>
        <p:spPr bwMode="auto">
          <a:xfrm rot="57249">
            <a:off x="7429500" y="3178175"/>
            <a:ext cx="3667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a:t>A</a:t>
            </a:r>
          </a:p>
        </p:txBody>
      </p:sp>
      <p:sp>
        <p:nvSpPr>
          <p:cNvPr id="10" name="Text Box 10">
            <a:extLst>
              <a:ext uri="{FF2B5EF4-FFF2-40B4-BE49-F238E27FC236}">
                <a16:creationId xmlns:a16="http://schemas.microsoft.com/office/drawing/2014/main" id="{2E80AA7C-5861-474E-A651-66B35AE29ECA}"/>
              </a:ext>
            </a:extLst>
          </p:cNvPr>
          <p:cNvSpPr txBox="1">
            <a:spLocks noChangeArrowheads="1"/>
          </p:cNvSpPr>
          <p:nvPr/>
        </p:nvSpPr>
        <p:spPr bwMode="auto">
          <a:xfrm rot="57249">
            <a:off x="7381875" y="6149975"/>
            <a:ext cx="3667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a:t>#</a:t>
            </a:r>
          </a:p>
        </p:txBody>
      </p:sp>
      <p:cxnSp>
        <p:nvCxnSpPr>
          <p:cNvPr id="11" name="AutoShape 12">
            <a:extLst>
              <a:ext uri="{FF2B5EF4-FFF2-40B4-BE49-F238E27FC236}">
                <a16:creationId xmlns:a16="http://schemas.microsoft.com/office/drawing/2014/main" id="{0522499F-A17C-436E-9CC9-FDF6B7148D64}"/>
              </a:ext>
            </a:extLst>
          </p:cNvPr>
          <p:cNvCxnSpPr>
            <a:cxnSpLocks noChangeShapeType="1"/>
            <a:stCxn id="5" idx="2"/>
            <a:endCxn id="6" idx="0"/>
          </p:cNvCxnSpPr>
          <p:nvPr/>
        </p:nvCxnSpPr>
        <p:spPr bwMode="auto">
          <a:xfrm rot="185145">
            <a:off x="7623175" y="1257300"/>
            <a:ext cx="31750" cy="8540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2" name="AutoShape 13">
            <a:extLst>
              <a:ext uri="{FF2B5EF4-FFF2-40B4-BE49-F238E27FC236}">
                <a16:creationId xmlns:a16="http://schemas.microsoft.com/office/drawing/2014/main" id="{6694A0AB-91ED-4509-A60D-CEE246BFC866}"/>
              </a:ext>
            </a:extLst>
          </p:cNvPr>
          <p:cNvCxnSpPr>
            <a:cxnSpLocks noChangeShapeType="1"/>
            <a:stCxn id="6" idx="2"/>
            <a:endCxn id="9" idx="0"/>
          </p:cNvCxnSpPr>
          <p:nvPr/>
        </p:nvCxnSpPr>
        <p:spPr bwMode="auto">
          <a:xfrm rot="185145">
            <a:off x="7605713" y="2386013"/>
            <a:ext cx="30162" cy="79216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3" name="AutoShape 14">
            <a:extLst>
              <a:ext uri="{FF2B5EF4-FFF2-40B4-BE49-F238E27FC236}">
                <a16:creationId xmlns:a16="http://schemas.microsoft.com/office/drawing/2014/main" id="{09316178-E1EB-4227-BBB0-422DAE66F799}"/>
              </a:ext>
            </a:extLst>
          </p:cNvPr>
          <p:cNvCxnSpPr>
            <a:cxnSpLocks noChangeShapeType="1"/>
            <a:stCxn id="9" idx="2"/>
            <a:endCxn id="8" idx="0"/>
          </p:cNvCxnSpPr>
          <p:nvPr/>
        </p:nvCxnSpPr>
        <p:spPr bwMode="auto">
          <a:xfrm rot="185145">
            <a:off x="7589838" y="3451225"/>
            <a:ext cx="28575" cy="73342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4" name="AutoShape 15">
            <a:extLst>
              <a:ext uri="{FF2B5EF4-FFF2-40B4-BE49-F238E27FC236}">
                <a16:creationId xmlns:a16="http://schemas.microsoft.com/office/drawing/2014/main" id="{A18698CC-01F5-4F91-85CF-BF312D9B3C24}"/>
              </a:ext>
            </a:extLst>
          </p:cNvPr>
          <p:cNvCxnSpPr>
            <a:cxnSpLocks noChangeShapeType="1"/>
            <a:stCxn id="8" idx="2"/>
            <a:endCxn id="7" idx="0"/>
          </p:cNvCxnSpPr>
          <p:nvPr/>
        </p:nvCxnSpPr>
        <p:spPr bwMode="auto">
          <a:xfrm rot="185145">
            <a:off x="7572375" y="4459288"/>
            <a:ext cx="31750" cy="77628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 name="AutoShape 16">
            <a:extLst>
              <a:ext uri="{FF2B5EF4-FFF2-40B4-BE49-F238E27FC236}">
                <a16:creationId xmlns:a16="http://schemas.microsoft.com/office/drawing/2014/main" id="{C4F48686-06E9-4DA9-9451-23F905EDC040}"/>
              </a:ext>
            </a:extLst>
          </p:cNvPr>
          <p:cNvCxnSpPr>
            <a:cxnSpLocks noChangeShapeType="1"/>
            <a:stCxn id="7" idx="2"/>
            <a:endCxn id="10" idx="0"/>
          </p:cNvCxnSpPr>
          <p:nvPr/>
        </p:nvCxnSpPr>
        <p:spPr bwMode="auto">
          <a:xfrm rot="185145">
            <a:off x="7559675" y="5508625"/>
            <a:ext cx="23813" cy="6413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6" name="Text Box 17">
            <a:extLst>
              <a:ext uri="{FF2B5EF4-FFF2-40B4-BE49-F238E27FC236}">
                <a16:creationId xmlns:a16="http://schemas.microsoft.com/office/drawing/2014/main" id="{F6F93C7E-3F04-4E27-9267-D81495EF1699}"/>
              </a:ext>
            </a:extLst>
          </p:cNvPr>
          <p:cNvSpPr txBox="1">
            <a:spLocks noChangeArrowheads="1"/>
          </p:cNvSpPr>
          <p:nvPr/>
        </p:nvSpPr>
        <p:spPr bwMode="auto">
          <a:xfrm rot="57249">
            <a:off x="8689975" y="6169025"/>
            <a:ext cx="3667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eaLnBrk="1" hangingPunct="1"/>
            <a:r>
              <a:rPr lang="en-US" altLang="en-US"/>
              <a:t>1</a:t>
            </a:r>
          </a:p>
        </p:txBody>
      </p:sp>
      <p:sp>
        <p:nvSpPr>
          <p:cNvPr id="17" name="Text Box 18">
            <a:extLst>
              <a:ext uri="{FF2B5EF4-FFF2-40B4-BE49-F238E27FC236}">
                <a16:creationId xmlns:a16="http://schemas.microsoft.com/office/drawing/2014/main" id="{65FC1E1C-773D-4A49-A816-9D9C828B20E5}"/>
              </a:ext>
            </a:extLst>
          </p:cNvPr>
          <p:cNvSpPr txBox="1">
            <a:spLocks noChangeArrowheads="1"/>
          </p:cNvSpPr>
          <p:nvPr/>
        </p:nvSpPr>
        <p:spPr bwMode="auto">
          <a:xfrm rot="57249">
            <a:off x="8251825" y="6162675"/>
            <a:ext cx="3667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eaLnBrk="1" hangingPunct="1"/>
            <a:r>
              <a:rPr lang="en-US" altLang="en-US"/>
              <a:t>1</a:t>
            </a:r>
          </a:p>
        </p:txBody>
      </p:sp>
      <p:sp>
        <p:nvSpPr>
          <p:cNvPr id="18" name="Text Box 19">
            <a:extLst>
              <a:ext uri="{FF2B5EF4-FFF2-40B4-BE49-F238E27FC236}">
                <a16:creationId xmlns:a16="http://schemas.microsoft.com/office/drawing/2014/main" id="{DBF9F7E4-5FE6-41B4-BA07-30FBBE60794B}"/>
              </a:ext>
            </a:extLst>
          </p:cNvPr>
          <p:cNvSpPr txBox="1">
            <a:spLocks noChangeArrowheads="1"/>
          </p:cNvSpPr>
          <p:nvPr/>
        </p:nvSpPr>
        <p:spPr bwMode="auto">
          <a:xfrm rot="57249">
            <a:off x="7867650" y="6156325"/>
            <a:ext cx="3667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eaLnBrk="1" hangingPunct="1"/>
            <a:r>
              <a:rPr lang="en-US" altLang="en-US"/>
              <a:t>1</a:t>
            </a:r>
          </a:p>
        </p:txBody>
      </p:sp>
      <p:sp>
        <p:nvSpPr>
          <p:cNvPr id="19" name="Text Box 20">
            <a:extLst>
              <a:ext uri="{FF2B5EF4-FFF2-40B4-BE49-F238E27FC236}">
                <a16:creationId xmlns:a16="http://schemas.microsoft.com/office/drawing/2014/main" id="{F99371FA-8101-4986-9506-5652EEEB6326}"/>
              </a:ext>
            </a:extLst>
          </p:cNvPr>
          <p:cNvSpPr txBox="1">
            <a:spLocks noChangeArrowheads="1"/>
          </p:cNvSpPr>
          <p:nvPr/>
        </p:nvSpPr>
        <p:spPr bwMode="auto">
          <a:xfrm rot="57249">
            <a:off x="6064250" y="6122988"/>
            <a:ext cx="36671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eaLnBrk="1" hangingPunct="1"/>
            <a:r>
              <a:rPr lang="en-US" altLang="en-US"/>
              <a:t>0</a:t>
            </a:r>
          </a:p>
        </p:txBody>
      </p:sp>
      <p:sp>
        <p:nvSpPr>
          <p:cNvPr id="20" name="Text Box 21">
            <a:extLst>
              <a:ext uri="{FF2B5EF4-FFF2-40B4-BE49-F238E27FC236}">
                <a16:creationId xmlns:a16="http://schemas.microsoft.com/office/drawing/2014/main" id="{A81042D0-889B-4E43-8D7A-40109AC477E6}"/>
              </a:ext>
            </a:extLst>
          </p:cNvPr>
          <p:cNvSpPr txBox="1">
            <a:spLocks noChangeArrowheads="1"/>
          </p:cNvSpPr>
          <p:nvPr/>
        </p:nvSpPr>
        <p:spPr bwMode="auto">
          <a:xfrm rot="57249">
            <a:off x="6505575" y="6135688"/>
            <a:ext cx="366713"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eaLnBrk="1" hangingPunct="1"/>
            <a:r>
              <a:rPr lang="en-US" altLang="en-US"/>
              <a:t>0</a:t>
            </a:r>
          </a:p>
        </p:txBody>
      </p:sp>
      <p:sp>
        <p:nvSpPr>
          <p:cNvPr id="21" name="Text Box 22">
            <a:extLst>
              <a:ext uri="{FF2B5EF4-FFF2-40B4-BE49-F238E27FC236}">
                <a16:creationId xmlns:a16="http://schemas.microsoft.com/office/drawing/2014/main" id="{76984596-4169-4518-99EB-1E3033CDDC2C}"/>
              </a:ext>
            </a:extLst>
          </p:cNvPr>
          <p:cNvSpPr txBox="1">
            <a:spLocks noChangeArrowheads="1"/>
          </p:cNvSpPr>
          <p:nvPr/>
        </p:nvSpPr>
        <p:spPr bwMode="auto">
          <a:xfrm rot="57249">
            <a:off x="6938963" y="6142038"/>
            <a:ext cx="36671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eaLnBrk="1" hangingPunct="1"/>
            <a:r>
              <a:rPr lang="en-US" altLang="en-US"/>
              <a:t>0</a:t>
            </a:r>
          </a:p>
        </p:txBody>
      </p:sp>
      <p:cxnSp>
        <p:nvCxnSpPr>
          <p:cNvPr id="22" name="AutoShape 23">
            <a:extLst>
              <a:ext uri="{FF2B5EF4-FFF2-40B4-BE49-F238E27FC236}">
                <a16:creationId xmlns:a16="http://schemas.microsoft.com/office/drawing/2014/main" id="{D1BA9C74-DBC7-4C3E-950B-8118C7AB70EA}"/>
              </a:ext>
            </a:extLst>
          </p:cNvPr>
          <p:cNvCxnSpPr>
            <a:cxnSpLocks noChangeShapeType="1"/>
            <a:stCxn id="5" idx="3"/>
            <a:endCxn id="16" idx="0"/>
          </p:cNvCxnSpPr>
          <p:nvPr/>
        </p:nvCxnSpPr>
        <p:spPr bwMode="auto">
          <a:xfrm rot="185145">
            <a:off x="7696200" y="1155700"/>
            <a:ext cx="1314450" cy="4981575"/>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3" name="AutoShape 24">
            <a:extLst>
              <a:ext uri="{FF2B5EF4-FFF2-40B4-BE49-F238E27FC236}">
                <a16:creationId xmlns:a16="http://schemas.microsoft.com/office/drawing/2014/main" id="{34D8B10C-E296-4DC0-989C-149B65E72669}"/>
              </a:ext>
            </a:extLst>
          </p:cNvPr>
          <p:cNvCxnSpPr>
            <a:cxnSpLocks noChangeShapeType="1"/>
            <a:stCxn id="6" idx="3"/>
            <a:endCxn id="17" idx="0"/>
          </p:cNvCxnSpPr>
          <p:nvPr/>
        </p:nvCxnSpPr>
        <p:spPr bwMode="auto">
          <a:xfrm rot="185145">
            <a:off x="7707313" y="2271713"/>
            <a:ext cx="835025" cy="3870325"/>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 name="AutoShape 25">
            <a:extLst>
              <a:ext uri="{FF2B5EF4-FFF2-40B4-BE49-F238E27FC236}">
                <a16:creationId xmlns:a16="http://schemas.microsoft.com/office/drawing/2014/main" id="{FB36AFDC-99BA-472A-934B-A09E44251BC3}"/>
              </a:ext>
            </a:extLst>
          </p:cNvPr>
          <p:cNvCxnSpPr>
            <a:cxnSpLocks noChangeShapeType="1"/>
            <a:stCxn id="9" idx="3"/>
            <a:endCxn id="18" idx="0"/>
          </p:cNvCxnSpPr>
          <p:nvPr/>
        </p:nvCxnSpPr>
        <p:spPr bwMode="auto">
          <a:xfrm rot="185145">
            <a:off x="7718425" y="3327400"/>
            <a:ext cx="411163" cy="2819400"/>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5" name="AutoShape 26">
            <a:extLst>
              <a:ext uri="{FF2B5EF4-FFF2-40B4-BE49-F238E27FC236}">
                <a16:creationId xmlns:a16="http://schemas.microsoft.com/office/drawing/2014/main" id="{7BB539AE-2E1D-48FE-9F08-F1619CE22469}"/>
              </a:ext>
            </a:extLst>
          </p:cNvPr>
          <p:cNvCxnSpPr>
            <a:cxnSpLocks noChangeShapeType="1"/>
            <a:stCxn id="5" idx="1"/>
            <a:endCxn id="19" idx="0"/>
          </p:cNvCxnSpPr>
          <p:nvPr/>
        </p:nvCxnSpPr>
        <p:spPr bwMode="auto">
          <a:xfrm rot="10985145" flipV="1">
            <a:off x="6384925" y="1089025"/>
            <a:ext cx="946150" cy="5064125"/>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6" name="AutoShape 27">
            <a:extLst>
              <a:ext uri="{FF2B5EF4-FFF2-40B4-BE49-F238E27FC236}">
                <a16:creationId xmlns:a16="http://schemas.microsoft.com/office/drawing/2014/main" id="{BF4396B2-CED9-4D1F-B95A-E62DE1797354}"/>
              </a:ext>
            </a:extLst>
          </p:cNvPr>
          <p:cNvCxnSpPr>
            <a:cxnSpLocks noChangeShapeType="1"/>
            <a:stCxn id="6" idx="1"/>
            <a:endCxn id="20" idx="0"/>
          </p:cNvCxnSpPr>
          <p:nvPr/>
        </p:nvCxnSpPr>
        <p:spPr bwMode="auto">
          <a:xfrm rot="10985145" flipV="1">
            <a:off x="6796088" y="2227263"/>
            <a:ext cx="546100" cy="3925887"/>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7" name="AutoShape 28">
            <a:extLst>
              <a:ext uri="{FF2B5EF4-FFF2-40B4-BE49-F238E27FC236}">
                <a16:creationId xmlns:a16="http://schemas.microsoft.com/office/drawing/2014/main" id="{C1740E0D-E225-47F4-8CBF-19840535D5BD}"/>
              </a:ext>
            </a:extLst>
          </p:cNvPr>
          <p:cNvCxnSpPr>
            <a:cxnSpLocks noChangeShapeType="1"/>
            <a:stCxn id="9" idx="1"/>
            <a:endCxn id="21" idx="0"/>
          </p:cNvCxnSpPr>
          <p:nvPr/>
        </p:nvCxnSpPr>
        <p:spPr bwMode="auto">
          <a:xfrm rot="10985145" flipV="1">
            <a:off x="7200900" y="3305175"/>
            <a:ext cx="152400" cy="2843213"/>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370773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12"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strips(downLeft)">
                                      <p:cBhvr>
                                        <p:cTn id="11" dur="500"/>
                                        <p:tgtEl>
                                          <p:spTgt spid="25"/>
                                        </p:tgtEl>
                                      </p:cBhvr>
                                    </p:animEffect>
                                  </p:childTnLst>
                                </p:cTn>
                              </p:par>
                            </p:childTnLst>
                          </p:cTn>
                        </p:par>
                        <p:par>
                          <p:cTn id="12" fill="hold">
                            <p:stCondLst>
                              <p:cond delay="500"/>
                            </p:stCondLst>
                            <p:childTnLst>
                              <p:par>
                                <p:cTn id="13" presetID="1" presetClass="entr" presetSubtype="0"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8" presetClass="entr" presetSubtype="12"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strips(downLeft)">
                                      <p:cBhvr>
                                        <p:cTn id="19" dur="500"/>
                                        <p:tgtEl>
                                          <p:spTgt spid="11"/>
                                        </p:tgtEl>
                                      </p:cBhvr>
                                    </p:animEffect>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strips(downLeft)">
                                      <p:cBhvr>
                                        <p:cTn id="27" dur="500"/>
                                        <p:tgtEl>
                                          <p:spTgt spid="22"/>
                                        </p:tgtEl>
                                      </p:cBhvr>
                                    </p:animEffect>
                                  </p:childTnLst>
                                </p:cTn>
                              </p:par>
                            </p:childTnLst>
                          </p:cTn>
                        </p:par>
                        <p:par>
                          <p:cTn id="28" fill="hold">
                            <p:stCondLst>
                              <p:cond delay="500"/>
                            </p:stCondLst>
                            <p:childTnLst>
                              <p:par>
                                <p:cTn id="29" presetID="1" presetClass="entr" presetSubtype="0" fill="hold" grpId="0" nodeType="after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8" presetClass="entr" presetSubtype="12" fill="hold" nodeType="click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strips(downLeft)">
                                      <p:cBhvr>
                                        <p:cTn id="35" dur="500"/>
                                        <p:tgtEl>
                                          <p:spTgt spid="26"/>
                                        </p:tgtEl>
                                      </p:cBhvr>
                                    </p:animEffect>
                                  </p:childTnLst>
                                </p:cTn>
                              </p:par>
                            </p:childTnLst>
                          </p:cTn>
                        </p:par>
                        <p:par>
                          <p:cTn id="36" fill="hold">
                            <p:stCondLst>
                              <p:cond delay="500"/>
                            </p:stCondLst>
                            <p:childTnLst>
                              <p:par>
                                <p:cTn id="37" presetID="1" presetClass="entr" presetSubtype="0" fill="hold" grpId="0" nodeType="after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8" presetClass="entr" presetSubtype="12"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strips(downLeft)">
                                      <p:cBhvr>
                                        <p:cTn id="43" dur="500"/>
                                        <p:tgtEl>
                                          <p:spTgt spid="12"/>
                                        </p:tgtEl>
                                      </p:cBhvr>
                                    </p:animEffect>
                                  </p:childTnLst>
                                </p:cTn>
                              </p:par>
                            </p:childTnLst>
                          </p:cTn>
                        </p:par>
                        <p:par>
                          <p:cTn id="44" fill="hold">
                            <p:stCondLst>
                              <p:cond delay="500"/>
                            </p:stCondLst>
                            <p:childTnLst>
                              <p:par>
                                <p:cTn id="45" presetID="1" presetClass="entr" presetSubtype="0" fill="hold" grpId="0" nodeType="after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8" presetClass="entr" presetSubtype="12"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strips(downLeft)">
                                      <p:cBhvr>
                                        <p:cTn id="51" dur="500"/>
                                        <p:tgtEl>
                                          <p:spTgt spid="23"/>
                                        </p:tgtEl>
                                      </p:cBhvr>
                                    </p:animEffect>
                                  </p:childTnLst>
                                </p:cTn>
                              </p:par>
                            </p:childTnLst>
                          </p:cTn>
                        </p:par>
                        <p:par>
                          <p:cTn id="52" fill="hold">
                            <p:stCondLst>
                              <p:cond delay="500"/>
                            </p:stCondLst>
                            <p:childTnLst>
                              <p:par>
                                <p:cTn id="53" presetID="1" presetClass="entr" presetSubtype="0" fill="hold" grpId="0" nodeType="after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8" presetClass="entr" presetSubtype="12" fill="hold" nodeType="click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strips(downLeft)">
                                      <p:cBhvr>
                                        <p:cTn id="59" dur="500"/>
                                        <p:tgtEl>
                                          <p:spTgt spid="27"/>
                                        </p:tgtEl>
                                      </p:cBhvr>
                                    </p:animEffect>
                                  </p:childTnLst>
                                </p:cTn>
                              </p:par>
                            </p:childTnLst>
                          </p:cTn>
                        </p:par>
                        <p:par>
                          <p:cTn id="60" fill="hold">
                            <p:stCondLst>
                              <p:cond delay="500"/>
                            </p:stCondLst>
                            <p:childTnLst>
                              <p:par>
                                <p:cTn id="61" presetID="1" presetClass="entr" presetSubtype="0" fill="hold" grpId="0" nodeType="afterEffect">
                                  <p:stCondLst>
                                    <p:cond delay="0"/>
                                  </p:stCondLst>
                                  <p:childTnLst>
                                    <p:set>
                                      <p:cBhvr>
                                        <p:cTn id="62" dur="1" fill="hold">
                                          <p:stCondLst>
                                            <p:cond delay="0"/>
                                          </p:stCondLst>
                                        </p:cTn>
                                        <p:tgtEl>
                                          <p:spTgt spid="2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8" presetClass="entr" presetSubtype="12" fill="hold" nodeType="clickEffect">
                                  <p:stCondLst>
                                    <p:cond delay="0"/>
                                  </p:stCondLst>
                                  <p:childTnLst>
                                    <p:set>
                                      <p:cBhvr>
                                        <p:cTn id="66" dur="1" fill="hold">
                                          <p:stCondLst>
                                            <p:cond delay="0"/>
                                          </p:stCondLst>
                                        </p:cTn>
                                        <p:tgtEl>
                                          <p:spTgt spid="13"/>
                                        </p:tgtEl>
                                        <p:attrNameLst>
                                          <p:attrName>style.visibility</p:attrName>
                                        </p:attrNameLst>
                                      </p:cBhvr>
                                      <p:to>
                                        <p:strVal val="visible"/>
                                      </p:to>
                                    </p:set>
                                    <p:animEffect transition="in" filter="strips(downLeft)">
                                      <p:cBhvr>
                                        <p:cTn id="67" dur="500"/>
                                        <p:tgtEl>
                                          <p:spTgt spid="13"/>
                                        </p:tgtEl>
                                      </p:cBhvr>
                                    </p:animEffect>
                                  </p:childTnLst>
                                </p:cTn>
                              </p:par>
                            </p:childTnLst>
                          </p:cTn>
                        </p:par>
                        <p:par>
                          <p:cTn id="68" fill="hold">
                            <p:stCondLst>
                              <p:cond delay="500"/>
                            </p:stCondLst>
                            <p:childTnLst>
                              <p:par>
                                <p:cTn id="69" presetID="1" presetClass="entr" presetSubtype="0" fill="hold" grpId="0" nodeType="afterEffect">
                                  <p:stCondLst>
                                    <p:cond delay="0"/>
                                  </p:stCondLst>
                                  <p:childTnLst>
                                    <p:set>
                                      <p:cBhvr>
                                        <p:cTn id="70" dur="1" fill="hold">
                                          <p:stCondLst>
                                            <p:cond delay="0"/>
                                          </p:stCondLst>
                                        </p:cTn>
                                        <p:tgtEl>
                                          <p:spTgt spid="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8" presetClass="entr" presetSubtype="12" fill="hold" nodeType="click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strips(downLeft)">
                                      <p:cBhvr>
                                        <p:cTn id="75" dur="500"/>
                                        <p:tgtEl>
                                          <p:spTgt spid="24"/>
                                        </p:tgtEl>
                                      </p:cBhvr>
                                    </p:animEffect>
                                  </p:childTnLst>
                                </p:cTn>
                              </p:par>
                            </p:childTnLst>
                          </p:cTn>
                        </p:par>
                        <p:par>
                          <p:cTn id="76" fill="hold">
                            <p:stCondLst>
                              <p:cond delay="500"/>
                            </p:stCondLst>
                            <p:childTnLst>
                              <p:par>
                                <p:cTn id="77" presetID="1" presetClass="entr" presetSubtype="0" fill="hold" grpId="0" nodeType="afterEffect">
                                  <p:stCondLst>
                                    <p:cond delay="0"/>
                                  </p:stCondLst>
                                  <p:childTnLst>
                                    <p:set>
                                      <p:cBhvr>
                                        <p:cTn id="78" dur="1" fill="hold">
                                          <p:stCondLst>
                                            <p:cond delay="0"/>
                                          </p:stCondLst>
                                        </p:cTn>
                                        <p:tgtEl>
                                          <p:spTgt spid="1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8" presetClass="entr" presetSubtype="12" fill="hold" nodeType="clickEffect">
                                  <p:stCondLst>
                                    <p:cond delay="0"/>
                                  </p:stCondLst>
                                  <p:childTnLst>
                                    <p:set>
                                      <p:cBhvr>
                                        <p:cTn id="82" dur="1" fill="hold">
                                          <p:stCondLst>
                                            <p:cond delay="0"/>
                                          </p:stCondLst>
                                        </p:cTn>
                                        <p:tgtEl>
                                          <p:spTgt spid="14"/>
                                        </p:tgtEl>
                                        <p:attrNameLst>
                                          <p:attrName>style.visibility</p:attrName>
                                        </p:attrNameLst>
                                      </p:cBhvr>
                                      <p:to>
                                        <p:strVal val="visible"/>
                                      </p:to>
                                    </p:set>
                                    <p:animEffect transition="in" filter="strips(downLeft)">
                                      <p:cBhvr>
                                        <p:cTn id="83" dur="500"/>
                                        <p:tgtEl>
                                          <p:spTgt spid="14"/>
                                        </p:tgtEl>
                                      </p:cBhvr>
                                    </p:animEffect>
                                  </p:childTnLst>
                                </p:cTn>
                              </p:par>
                            </p:childTnLst>
                          </p:cTn>
                        </p:par>
                        <p:par>
                          <p:cTn id="84" fill="hold">
                            <p:stCondLst>
                              <p:cond delay="500"/>
                            </p:stCondLst>
                            <p:childTnLst>
                              <p:par>
                                <p:cTn id="85" presetID="1" presetClass="entr" presetSubtype="0" fill="hold" grpId="0" nodeType="afterEffect">
                                  <p:stCondLst>
                                    <p:cond delay="0"/>
                                  </p:stCondLst>
                                  <p:childTnLst>
                                    <p:set>
                                      <p:cBhvr>
                                        <p:cTn id="86" dur="1" fill="hold">
                                          <p:stCondLst>
                                            <p:cond delay="0"/>
                                          </p:stCondLst>
                                        </p:cTn>
                                        <p:tgtEl>
                                          <p:spTgt spid="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8" presetClass="entr" presetSubtype="12" fill="hold" nodeType="clickEffect">
                                  <p:stCondLst>
                                    <p:cond delay="0"/>
                                  </p:stCondLst>
                                  <p:childTnLst>
                                    <p:set>
                                      <p:cBhvr>
                                        <p:cTn id="90" dur="1" fill="hold">
                                          <p:stCondLst>
                                            <p:cond delay="0"/>
                                          </p:stCondLst>
                                        </p:cTn>
                                        <p:tgtEl>
                                          <p:spTgt spid="15"/>
                                        </p:tgtEl>
                                        <p:attrNameLst>
                                          <p:attrName>style.visibility</p:attrName>
                                        </p:attrNameLst>
                                      </p:cBhvr>
                                      <p:to>
                                        <p:strVal val="visible"/>
                                      </p:to>
                                    </p:set>
                                    <p:animEffect transition="in" filter="strips(downLeft)">
                                      <p:cBhvr>
                                        <p:cTn id="91" dur="500"/>
                                        <p:tgtEl>
                                          <p:spTgt spid="15"/>
                                        </p:tgtEl>
                                      </p:cBhvr>
                                    </p:animEffect>
                                  </p:childTnLst>
                                </p:cTn>
                              </p:par>
                            </p:childTnLst>
                          </p:cTn>
                        </p:par>
                        <p:par>
                          <p:cTn id="92" fill="hold">
                            <p:stCondLst>
                              <p:cond delay="500"/>
                            </p:stCondLst>
                            <p:childTnLst>
                              <p:par>
                                <p:cTn id="93" presetID="1" presetClass="entr" presetSubtype="0" fill="hold" grpId="0" nodeType="afterEffect">
                                  <p:stCondLst>
                                    <p:cond delay="0"/>
                                  </p:stCondLst>
                                  <p:childTnLst>
                                    <p:set>
                                      <p:cBhvr>
                                        <p:cTn id="9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6" grpId="0"/>
      <p:bldP spid="17" grpId="0"/>
      <p:bldP spid="18" grpId="0"/>
      <p:bldP spid="19" grpId="0"/>
      <p:bldP spid="20" grpId="0"/>
      <p:bldP spid="2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2BBD3FD-B8BB-49A6-84E1-6650E5FB2E3C}"/>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611E92B0-6862-4CA7-887E-9AC4ED5D63BD}"/>
              </a:ext>
            </a:extLst>
          </p:cNvPr>
          <p:cNvSpPr>
            <a:spLocks noGrp="1"/>
          </p:cNvSpPr>
          <p:nvPr>
            <p:ph type="body" sz="quarter" idx="12"/>
          </p:nvPr>
        </p:nvSpPr>
        <p:spPr/>
        <p:txBody>
          <a:bodyPr/>
          <a:lstStyle/>
          <a:p>
            <a:r>
              <a:rPr lang="en-US" dirty="0"/>
              <a:t>Formal Definition</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4B6AAAFD-C2D6-44D2-A395-A0834E4DAA18}"/>
                  </a:ext>
                </a:extLst>
              </p:cNvPr>
              <p:cNvSpPr>
                <a:spLocks noGrp="1"/>
              </p:cNvSpPr>
              <p:nvPr>
                <p:ph type="body" sz="quarter" idx="13"/>
              </p:nvPr>
            </p:nvSpPr>
            <p:spPr/>
            <p:txBody>
              <a:bodyPr>
                <a:normAutofit fontScale="92500" lnSpcReduction="20000"/>
              </a:bodyPr>
              <a:lstStyle/>
              <a:p>
                <a:pPr eaLnBrk="1" hangingPunct="1">
                  <a:defRPr/>
                </a:pPr>
                <a:r>
                  <a:rPr lang="en-US" sz="2600" dirty="0"/>
                  <a:t>A </a:t>
                </a:r>
                <a:r>
                  <a:rPr lang="en-US" sz="2600" b="1" i="1" dirty="0"/>
                  <a:t>context-free grammar</a:t>
                </a:r>
                <a:r>
                  <a:rPr lang="en-US" sz="2600" dirty="0"/>
                  <a:t> is a 4-touple </a:t>
                </a:r>
                <a:r>
                  <a:rPr lang="en-US" sz="2600" dirty="0">
                    <a:latin typeface="Courier New" pitchFamily="49" charset="0"/>
                    <a:cs typeface="Courier New" pitchFamily="49" charset="0"/>
                  </a:rPr>
                  <a:t>(</a:t>
                </a:r>
                <a:r>
                  <a:rPr lang="en-US" sz="2600" i="1" dirty="0">
                    <a:latin typeface="Courier New" pitchFamily="49" charset="0"/>
                    <a:cs typeface="Courier New" pitchFamily="49" charset="0"/>
                  </a:rPr>
                  <a:t>V</a:t>
                </a:r>
                <a:r>
                  <a:rPr lang="en-US" sz="2600" dirty="0">
                    <a:latin typeface="Courier New" pitchFamily="49" charset="0"/>
                    <a:cs typeface="Courier New" pitchFamily="49" charset="0"/>
                  </a:rPr>
                  <a:t>,</a:t>
                </a:r>
                <a:r>
                  <a:rPr lang="el-GR" sz="2600" dirty="0">
                    <a:latin typeface="Courier New" pitchFamily="49" charset="0"/>
                    <a:cs typeface="Courier New" pitchFamily="49" charset="0"/>
                  </a:rPr>
                  <a:t>Σ</a:t>
                </a:r>
                <a:r>
                  <a:rPr lang="en-US" sz="2600" dirty="0">
                    <a:latin typeface="Courier New" pitchFamily="49" charset="0"/>
                    <a:cs typeface="Courier New" pitchFamily="49" charset="0"/>
                  </a:rPr>
                  <a:t>,</a:t>
                </a:r>
                <a:r>
                  <a:rPr lang="en-US" sz="2600" i="1" dirty="0">
                    <a:latin typeface="Courier New" pitchFamily="49" charset="0"/>
                    <a:cs typeface="Courier New" pitchFamily="49" charset="0"/>
                  </a:rPr>
                  <a:t>R</a:t>
                </a:r>
                <a:r>
                  <a:rPr lang="en-US" sz="2600" dirty="0">
                    <a:latin typeface="Courier New" pitchFamily="49" charset="0"/>
                    <a:cs typeface="Courier New" pitchFamily="49" charset="0"/>
                  </a:rPr>
                  <a:t>,</a:t>
                </a:r>
                <a:r>
                  <a:rPr lang="en-US" sz="2600" i="1" dirty="0">
                    <a:latin typeface="Courier New" pitchFamily="49" charset="0"/>
                    <a:cs typeface="Courier New" pitchFamily="49" charset="0"/>
                  </a:rPr>
                  <a:t>S</a:t>
                </a:r>
                <a:r>
                  <a:rPr lang="en-US" sz="2600" dirty="0">
                    <a:latin typeface="Courier New" pitchFamily="49" charset="0"/>
                    <a:cs typeface="Courier New" pitchFamily="49" charset="0"/>
                  </a:rPr>
                  <a:t>)</a:t>
                </a:r>
                <a:r>
                  <a:rPr lang="en-US" sz="2600" dirty="0"/>
                  <a:t>, where – </a:t>
                </a:r>
              </a:p>
              <a:p>
                <a:pPr lvl="1" eaLnBrk="1" hangingPunct="1">
                  <a:defRPr/>
                </a:pPr>
                <a:r>
                  <a:rPr lang="en-US" i="1" dirty="0">
                    <a:latin typeface="Courier New" pitchFamily="49" charset="0"/>
                    <a:cs typeface="Courier New" pitchFamily="49" charset="0"/>
                  </a:rPr>
                  <a:t>V</a:t>
                </a:r>
                <a:r>
                  <a:rPr lang="en-US" dirty="0"/>
                  <a:t> is a finite set called </a:t>
                </a:r>
                <a:r>
                  <a:rPr lang="en-US" b="1" i="1" dirty="0"/>
                  <a:t>variables</a:t>
                </a:r>
                <a:r>
                  <a:rPr lang="en-US" dirty="0"/>
                  <a:t>,</a:t>
                </a:r>
              </a:p>
              <a:p>
                <a:pPr lvl="1" eaLnBrk="1" hangingPunct="1">
                  <a:defRPr/>
                </a:pPr>
                <a:r>
                  <a:rPr lang="el-GR" dirty="0">
                    <a:latin typeface="Courier New" pitchFamily="49" charset="0"/>
                    <a:cs typeface="Courier New" pitchFamily="49" charset="0"/>
                  </a:rPr>
                  <a:t>Σ</a:t>
                </a:r>
                <a:r>
                  <a:rPr lang="en-US" dirty="0">
                    <a:cs typeface="Arial" charset="0"/>
                  </a:rPr>
                  <a:t> is a finite set, disjoint from </a:t>
                </a:r>
                <a:r>
                  <a:rPr lang="en-US" i="1" dirty="0">
                    <a:latin typeface="Courier New" pitchFamily="49" charset="0"/>
                    <a:cs typeface="Courier New" pitchFamily="49" charset="0"/>
                  </a:rPr>
                  <a:t>V</a:t>
                </a:r>
                <a:r>
                  <a:rPr lang="en-US" dirty="0">
                    <a:cs typeface="Arial" charset="0"/>
                  </a:rPr>
                  <a:t>, called the </a:t>
                </a:r>
                <a:r>
                  <a:rPr lang="en-US" b="1" i="1" dirty="0">
                    <a:cs typeface="Arial" charset="0"/>
                  </a:rPr>
                  <a:t>alphabet</a:t>
                </a:r>
                <a:r>
                  <a:rPr lang="en-US" dirty="0">
                    <a:cs typeface="Arial" charset="0"/>
                  </a:rPr>
                  <a:t>,</a:t>
                </a:r>
              </a:p>
              <a:p>
                <a:pPr lvl="1" eaLnBrk="1" hangingPunct="1">
                  <a:defRPr/>
                </a:pPr>
                <a:r>
                  <a:rPr lang="en-US" i="1" dirty="0">
                    <a:latin typeface="Courier New" pitchFamily="49" charset="0"/>
                    <a:cs typeface="Courier New" pitchFamily="49" charset="0"/>
                  </a:rPr>
                  <a:t>R</a:t>
                </a:r>
                <a:r>
                  <a:rPr lang="en-US" dirty="0">
                    <a:cs typeface="Arial" charset="0"/>
                  </a:rPr>
                  <a:t> is a finite set of </a:t>
                </a:r>
                <a:r>
                  <a:rPr lang="en-US" b="1" i="1" dirty="0">
                    <a:cs typeface="Arial" charset="0"/>
                  </a:rPr>
                  <a:t>rules</a:t>
                </a:r>
                <a:r>
                  <a:rPr lang="en-US" dirty="0">
                    <a:cs typeface="Arial" charset="0"/>
                  </a:rPr>
                  <a:t>, with each rule being a variable and a strings of variables and </a:t>
                </a:r>
                <a:r>
                  <a:rPr lang="en-US" b="1" i="1" dirty="0">
                    <a:cs typeface="Arial" charset="0"/>
                  </a:rPr>
                  <a:t>terminals</a:t>
                </a:r>
                <a:r>
                  <a:rPr lang="en-US" dirty="0">
                    <a:cs typeface="Arial" charset="0"/>
                  </a:rPr>
                  <a:t>, and</a:t>
                </a:r>
              </a:p>
              <a:p>
                <a:pPr lvl="1" eaLnBrk="1" hangingPunct="1">
                  <a:defRPr/>
                </a:pPr>
                <a:r>
                  <a:rPr lang="en-US" i="1" dirty="0">
                    <a:latin typeface="Courier New" pitchFamily="49" charset="0"/>
                    <a:cs typeface="Courier New" pitchFamily="49" charset="0"/>
                  </a:rPr>
                  <a:t>S</a:t>
                </a:r>
                <a:r>
                  <a:rPr lang="en-US" dirty="0">
                    <a:latin typeface="Courier New" pitchFamily="49" charset="0"/>
                    <a:cs typeface="Courier New" pitchFamily="49" charset="0"/>
                    <a:sym typeface="Symbol" pitchFamily="18" charset="2"/>
                  </a:rPr>
                  <a:t></a:t>
                </a:r>
                <a:r>
                  <a:rPr lang="en-US" i="1" dirty="0">
                    <a:latin typeface="Courier New" pitchFamily="49" charset="0"/>
                    <a:cs typeface="Courier New" pitchFamily="49" charset="0"/>
                    <a:sym typeface="Symbol" pitchFamily="18" charset="2"/>
                  </a:rPr>
                  <a:t>V</a:t>
                </a:r>
                <a:r>
                  <a:rPr lang="en-US" dirty="0">
                    <a:latin typeface="Courier New" pitchFamily="49" charset="0"/>
                    <a:cs typeface="Courier New" pitchFamily="49" charset="0"/>
                    <a:sym typeface="Symbol" pitchFamily="18" charset="2"/>
                  </a:rPr>
                  <a:t> </a:t>
                </a:r>
                <a:r>
                  <a:rPr lang="en-US" dirty="0">
                    <a:cs typeface="Arial" charset="0"/>
                    <a:sym typeface="Symbol" pitchFamily="18" charset="2"/>
                  </a:rPr>
                  <a:t>is the </a:t>
                </a:r>
                <a:r>
                  <a:rPr lang="en-US" b="1" i="1" dirty="0">
                    <a:cs typeface="Arial" charset="0"/>
                    <a:sym typeface="Symbol" pitchFamily="18" charset="2"/>
                  </a:rPr>
                  <a:t>start</a:t>
                </a:r>
                <a:r>
                  <a:rPr lang="en-US" dirty="0">
                    <a:cs typeface="Arial" charset="0"/>
                    <a:sym typeface="Symbol" pitchFamily="18" charset="2"/>
                  </a:rPr>
                  <a:t> variable.</a:t>
                </a:r>
              </a:p>
              <a:p>
                <a:pPr eaLnBrk="1" hangingPunct="1">
                  <a:lnSpc>
                    <a:spcPct val="120000"/>
                  </a:lnSpc>
                  <a:defRPr/>
                </a:pPr>
                <a:r>
                  <a:rPr lang="en-US" sz="2600" dirty="0">
                    <a:cs typeface="Arial" charset="0"/>
                    <a:sym typeface="Symbol" pitchFamily="18" charset="2"/>
                  </a:rPr>
                  <a:t>If </a:t>
                </a:r>
                <a:r>
                  <a:rPr lang="en-US" sz="2600" b="1" i="1" dirty="0">
                    <a:latin typeface="Courier New" pitchFamily="49" charset="0"/>
                    <a:cs typeface="Courier New" pitchFamily="49" charset="0"/>
                    <a:sym typeface="Symbol" pitchFamily="18" charset="2"/>
                  </a:rPr>
                  <a:t>u</a:t>
                </a:r>
                <a:r>
                  <a:rPr lang="en-US" sz="2600" dirty="0">
                    <a:cs typeface="Arial" charset="0"/>
                    <a:sym typeface="Symbol" pitchFamily="18" charset="2"/>
                  </a:rPr>
                  <a:t>, </a:t>
                </a:r>
                <a:r>
                  <a:rPr lang="en-US" sz="2600" b="1" i="1" dirty="0">
                    <a:latin typeface="Courier New" pitchFamily="49" charset="0"/>
                    <a:cs typeface="Courier New" pitchFamily="49" charset="0"/>
                    <a:sym typeface="Symbol" pitchFamily="18" charset="2"/>
                  </a:rPr>
                  <a:t>v</a:t>
                </a:r>
                <a:r>
                  <a:rPr lang="en-US" sz="2600" dirty="0">
                    <a:cs typeface="Arial" charset="0"/>
                    <a:sym typeface="Symbol" pitchFamily="18" charset="2"/>
                  </a:rPr>
                  <a:t>, and </a:t>
                </a:r>
                <a:r>
                  <a:rPr lang="en-US" sz="2600" b="1" i="1" dirty="0">
                    <a:latin typeface="Courier New" pitchFamily="49" charset="0"/>
                    <a:cs typeface="Courier New" pitchFamily="49" charset="0"/>
                    <a:sym typeface="Symbol" pitchFamily="18" charset="2"/>
                  </a:rPr>
                  <a:t>w</a:t>
                </a:r>
                <a:r>
                  <a:rPr lang="en-US" sz="2600" dirty="0">
                    <a:cs typeface="Arial" charset="0"/>
                    <a:sym typeface="Symbol" pitchFamily="18" charset="2"/>
                  </a:rPr>
                  <a:t> are strings of variables and terminals, and </a:t>
                </a:r>
                <a:br>
                  <a:rPr lang="en-US" sz="2600" dirty="0">
                    <a:cs typeface="Arial" charset="0"/>
                    <a:sym typeface="Symbol" pitchFamily="18" charset="2"/>
                  </a:rPr>
                </a:br>
                <a:r>
                  <a:rPr lang="en-US" sz="2600" dirty="0">
                    <a:cs typeface="Arial" charset="0"/>
                    <a:sym typeface="Symbol" pitchFamily="18" charset="2"/>
                  </a:rPr>
                  <a:t> </a:t>
                </a:r>
                <a:r>
                  <a:rPr lang="en-US" sz="2600" b="1" i="1" dirty="0">
                    <a:latin typeface="Courier New" pitchFamily="49" charset="0"/>
                    <a:cs typeface="Courier New" pitchFamily="49" charset="0"/>
                    <a:sym typeface="Symbol" pitchFamily="18" charset="2"/>
                  </a:rPr>
                  <a:t>A</a:t>
                </a:r>
                <a:r>
                  <a:rPr lang="en-US" sz="2600" b="1" dirty="0">
                    <a:latin typeface="Courier New" pitchFamily="49" charset="0"/>
                    <a:cs typeface="Courier New" pitchFamily="49" charset="0"/>
                    <a:sym typeface="Symbol" pitchFamily="18" charset="2"/>
                  </a:rPr>
                  <a:t> </a:t>
                </a:r>
                <a:r>
                  <a:rPr lang="en-US" sz="2600" b="1" dirty="0">
                    <a:latin typeface="Courier New" pitchFamily="49" charset="0"/>
                    <a:cs typeface="Courier New" pitchFamily="49" charset="0"/>
                    <a:sym typeface="Wingdings" pitchFamily="2" charset="2"/>
                  </a:rPr>
                  <a:t> </a:t>
                </a:r>
                <a:r>
                  <a:rPr lang="en-US" sz="2600" b="1" i="1" dirty="0">
                    <a:latin typeface="Courier New" pitchFamily="49" charset="0"/>
                    <a:cs typeface="Courier New" pitchFamily="49" charset="0"/>
                    <a:sym typeface="Wingdings" pitchFamily="2" charset="2"/>
                  </a:rPr>
                  <a:t>w</a:t>
                </a:r>
                <a:r>
                  <a:rPr lang="en-US" sz="2600" b="1" dirty="0">
                    <a:cs typeface="Arial" charset="0"/>
                    <a:sym typeface="Wingdings" pitchFamily="2" charset="2"/>
                  </a:rPr>
                  <a:t>  </a:t>
                </a:r>
                <a:r>
                  <a:rPr lang="en-US" sz="2600" dirty="0">
                    <a:cs typeface="Arial" charset="0"/>
                    <a:sym typeface="Wingdings" pitchFamily="2" charset="2"/>
                  </a:rPr>
                  <a:t>is a rule of the grammar, </a:t>
                </a:r>
                <a:br>
                  <a:rPr lang="en-US" sz="2600" dirty="0">
                    <a:cs typeface="Arial" charset="0"/>
                    <a:sym typeface="Wingdings" pitchFamily="2" charset="2"/>
                  </a:rPr>
                </a:br>
                <a:r>
                  <a:rPr lang="en-US" sz="2600" dirty="0">
                    <a:cs typeface="Arial" charset="0"/>
                    <a:sym typeface="Wingdings" pitchFamily="2" charset="2"/>
                  </a:rPr>
                  <a:t>we say that </a:t>
                </a:r>
                <a:r>
                  <a:rPr lang="en-US" sz="2600" b="1" i="1" dirty="0" err="1">
                    <a:latin typeface="Courier New" pitchFamily="49" charset="0"/>
                    <a:cs typeface="Courier New" pitchFamily="49" charset="0"/>
                    <a:sym typeface="Wingdings" pitchFamily="2" charset="2"/>
                  </a:rPr>
                  <a:t>uAv</a:t>
                </a:r>
                <a:r>
                  <a:rPr lang="en-US" sz="2600" dirty="0">
                    <a:cs typeface="Arial" charset="0"/>
                    <a:sym typeface="Wingdings" pitchFamily="2" charset="2"/>
                  </a:rPr>
                  <a:t> yields </a:t>
                </a:r>
                <a:r>
                  <a:rPr lang="en-US" sz="2600" b="1" i="1" dirty="0" err="1">
                    <a:latin typeface="Courier New" pitchFamily="49" charset="0"/>
                    <a:cs typeface="Courier New" pitchFamily="49" charset="0"/>
                    <a:sym typeface="Wingdings" pitchFamily="2" charset="2"/>
                  </a:rPr>
                  <a:t>uwv</a:t>
                </a:r>
                <a:r>
                  <a:rPr lang="en-US" sz="2600" dirty="0">
                    <a:cs typeface="Arial" charset="0"/>
                    <a:sym typeface="Wingdings" pitchFamily="2" charset="2"/>
                  </a:rPr>
                  <a:t>, written </a:t>
                </a:r>
                <a:r>
                  <a:rPr lang="en-US" sz="2600" b="1" i="1" dirty="0" err="1">
                    <a:latin typeface="Courier New" pitchFamily="49" charset="0"/>
                    <a:cs typeface="Courier New" pitchFamily="49" charset="0"/>
                    <a:sym typeface="Wingdings" pitchFamily="2" charset="2"/>
                  </a:rPr>
                  <a:t>uAv</a:t>
                </a:r>
                <a:r>
                  <a:rPr lang="en-US" sz="2600" b="1" dirty="0">
                    <a:latin typeface="Courier New" pitchFamily="49" charset="0"/>
                    <a:cs typeface="Courier New" pitchFamily="49" charset="0"/>
                    <a:sym typeface="Wingdings" pitchFamily="2" charset="2"/>
                  </a:rPr>
                  <a:t> </a:t>
                </a:r>
                <a:r>
                  <a:rPr lang="en-US" sz="2600" b="1" dirty="0">
                    <a:latin typeface="Courier New" pitchFamily="49" charset="0"/>
                    <a:cs typeface="Courier New" pitchFamily="49" charset="0"/>
                    <a:sym typeface="Symbol" pitchFamily="18" charset="2"/>
                  </a:rPr>
                  <a:t> </a:t>
                </a:r>
                <a:r>
                  <a:rPr lang="en-US" sz="2600" b="1" i="1" dirty="0" err="1">
                    <a:latin typeface="Courier New" pitchFamily="49" charset="0"/>
                    <a:cs typeface="Courier New" pitchFamily="49" charset="0"/>
                    <a:sym typeface="Symbol" pitchFamily="18" charset="2"/>
                  </a:rPr>
                  <a:t>uwv</a:t>
                </a:r>
                <a:r>
                  <a:rPr lang="en-US" sz="2600" dirty="0">
                    <a:cs typeface="Arial" charset="0"/>
                    <a:sym typeface="Symbol" pitchFamily="18" charset="2"/>
                  </a:rPr>
                  <a:t>.</a:t>
                </a:r>
              </a:p>
              <a:p>
                <a:pPr eaLnBrk="1" hangingPunct="1">
                  <a:lnSpc>
                    <a:spcPct val="120000"/>
                  </a:lnSpc>
                  <a:defRPr/>
                </a:pPr>
                <a:r>
                  <a:rPr lang="en-US" sz="2600" dirty="0">
                    <a:cs typeface="Arial" charset="0"/>
                    <a:sym typeface="Symbol" pitchFamily="18" charset="2"/>
                  </a:rPr>
                  <a:t>If </a:t>
                </a:r>
                <a:r>
                  <a:rPr lang="en-US" sz="2600" b="1" i="1" dirty="0">
                    <a:latin typeface="Courier New" pitchFamily="49" charset="0"/>
                    <a:cs typeface="Courier New" pitchFamily="49" charset="0"/>
                    <a:sym typeface="Symbol" pitchFamily="18" charset="2"/>
                  </a:rPr>
                  <a:t>u</a:t>
                </a:r>
                <a:r>
                  <a:rPr lang="en-US" sz="2600" b="1" dirty="0">
                    <a:latin typeface="Courier New" pitchFamily="49" charset="0"/>
                    <a:cs typeface="Courier New" pitchFamily="49" charset="0"/>
                    <a:sym typeface="Symbol" pitchFamily="18" charset="2"/>
                  </a:rPr>
                  <a:t> = </a:t>
                </a:r>
                <a:r>
                  <a:rPr lang="en-US" sz="2600" b="1" i="1" dirty="0">
                    <a:latin typeface="Courier New" pitchFamily="49" charset="0"/>
                    <a:cs typeface="Courier New" pitchFamily="49" charset="0"/>
                    <a:sym typeface="Symbol" pitchFamily="18" charset="2"/>
                  </a:rPr>
                  <a:t>v</a:t>
                </a:r>
                <a:r>
                  <a:rPr lang="en-US" sz="2600" b="1" dirty="0">
                    <a:latin typeface="Courier New" pitchFamily="49" charset="0"/>
                    <a:cs typeface="Courier New" pitchFamily="49" charset="0"/>
                    <a:sym typeface="Symbol" pitchFamily="18" charset="2"/>
                  </a:rPr>
                  <a:t> </a:t>
                </a:r>
                <a:r>
                  <a:rPr lang="en-US" sz="2600" dirty="0">
                    <a:cs typeface="Arial" charset="0"/>
                    <a:sym typeface="Symbol" pitchFamily="18" charset="2"/>
                  </a:rPr>
                  <a:t>or if a sequence </a:t>
                </a:r>
                <a:r>
                  <a:rPr lang="en-US" sz="2600" b="1" i="1" dirty="0">
                    <a:latin typeface="Courier New" pitchFamily="49" charset="0"/>
                    <a:cs typeface="Courier New" pitchFamily="49" charset="0"/>
                    <a:sym typeface="Symbol" pitchFamily="18" charset="2"/>
                  </a:rPr>
                  <a:t>u</a:t>
                </a:r>
                <a:r>
                  <a:rPr lang="en-US" sz="2600" b="1" baseline="-25000" dirty="0">
                    <a:latin typeface="Courier New" pitchFamily="49" charset="0"/>
                    <a:cs typeface="Courier New" pitchFamily="49" charset="0"/>
                    <a:sym typeface="Symbol" pitchFamily="18" charset="2"/>
                  </a:rPr>
                  <a:t>1</a:t>
                </a:r>
                <a:r>
                  <a:rPr lang="en-US" sz="2600" dirty="0">
                    <a:latin typeface="Courier New" pitchFamily="49" charset="0"/>
                    <a:cs typeface="Courier New" pitchFamily="49" charset="0"/>
                    <a:sym typeface="Symbol" pitchFamily="18" charset="2"/>
                  </a:rPr>
                  <a:t>, </a:t>
                </a:r>
                <a:r>
                  <a:rPr lang="en-US" sz="2600" b="1" i="1" dirty="0">
                    <a:latin typeface="Courier New" pitchFamily="49" charset="0"/>
                    <a:cs typeface="Courier New" pitchFamily="49" charset="0"/>
                    <a:sym typeface="Symbol" pitchFamily="18" charset="2"/>
                  </a:rPr>
                  <a:t>u</a:t>
                </a:r>
                <a:r>
                  <a:rPr lang="en-US" sz="2600" b="1" baseline="-25000" dirty="0">
                    <a:latin typeface="Courier New" pitchFamily="49" charset="0"/>
                    <a:cs typeface="Courier New" pitchFamily="49" charset="0"/>
                    <a:sym typeface="Symbol" pitchFamily="18" charset="2"/>
                  </a:rPr>
                  <a:t>2</a:t>
                </a:r>
                <a:r>
                  <a:rPr lang="en-US" sz="2600" dirty="0">
                    <a:latin typeface="Courier New" pitchFamily="49" charset="0"/>
                    <a:cs typeface="Courier New" pitchFamily="49" charset="0"/>
                    <a:sym typeface="Symbol" pitchFamily="18" charset="2"/>
                  </a:rPr>
                  <a:t>, …, </a:t>
                </a:r>
                <a:r>
                  <a:rPr lang="en-US" sz="2600" b="1" i="1" dirty="0" err="1">
                    <a:latin typeface="Courier New" pitchFamily="49" charset="0"/>
                    <a:cs typeface="Courier New" pitchFamily="49" charset="0"/>
                    <a:sym typeface="Symbol" pitchFamily="18" charset="2"/>
                  </a:rPr>
                  <a:t>u</a:t>
                </a:r>
                <a:r>
                  <a:rPr lang="en-US" sz="2600" b="1" baseline="-25000" dirty="0" err="1">
                    <a:latin typeface="Courier New" pitchFamily="49" charset="0"/>
                    <a:cs typeface="Courier New" pitchFamily="49" charset="0"/>
                    <a:sym typeface="Symbol" pitchFamily="18" charset="2"/>
                  </a:rPr>
                  <a:t>k</a:t>
                </a:r>
                <a:r>
                  <a:rPr lang="en-US" sz="2600" dirty="0">
                    <a:latin typeface="Courier New" pitchFamily="49" charset="0"/>
                    <a:cs typeface="Courier New" pitchFamily="49" charset="0"/>
                    <a:sym typeface="Symbol" pitchFamily="18" charset="2"/>
                  </a:rPr>
                  <a:t> </a:t>
                </a:r>
                <a:r>
                  <a:rPr lang="en-US" sz="2600" dirty="0">
                    <a:cs typeface="Arial" charset="0"/>
                    <a:sym typeface="Symbol" pitchFamily="18" charset="2"/>
                  </a:rPr>
                  <a:t>exists for </a:t>
                </a:r>
                <a:r>
                  <a:rPr lang="en-US" sz="2600" b="1" i="1" dirty="0">
                    <a:latin typeface="Courier New" pitchFamily="49" charset="0"/>
                    <a:cs typeface="Courier New" pitchFamily="49" charset="0"/>
                    <a:sym typeface="Symbol" pitchFamily="18" charset="2"/>
                  </a:rPr>
                  <a:t>k</a:t>
                </a:r>
                <a:r>
                  <a:rPr lang="en-US" sz="2600" b="1" dirty="0">
                    <a:latin typeface="Courier New" pitchFamily="49" charset="0"/>
                    <a:cs typeface="Courier New" pitchFamily="49" charset="0"/>
                    <a:sym typeface="Symbol" pitchFamily="18" charset="2"/>
                  </a:rPr>
                  <a:t>  0 </a:t>
                </a:r>
                <a:r>
                  <a:rPr lang="en-US" sz="2600" dirty="0">
                    <a:cs typeface="Arial" charset="0"/>
                    <a:sym typeface="Symbol" pitchFamily="18" charset="2"/>
                  </a:rPr>
                  <a:t>and </a:t>
                </a:r>
                <a:r>
                  <a:rPr lang="en-US" sz="2600" b="1" i="1" dirty="0">
                    <a:latin typeface="Courier New" pitchFamily="49" charset="0"/>
                    <a:cs typeface="Courier New" pitchFamily="49" charset="0"/>
                    <a:sym typeface="Symbol" pitchFamily="18" charset="2"/>
                  </a:rPr>
                  <a:t>u</a:t>
                </a:r>
                <a:r>
                  <a:rPr lang="en-US" sz="2600" b="1" dirty="0">
                    <a:latin typeface="Courier New" pitchFamily="49" charset="0"/>
                    <a:cs typeface="Courier New" pitchFamily="49" charset="0"/>
                    <a:sym typeface="Symbol" pitchFamily="18" charset="2"/>
                  </a:rPr>
                  <a:t>  </a:t>
                </a:r>
                <a:r>
                  <a:rPr lang="en-US" sz="2600" b="1" i="1" dirty="0">
                    <a:latin typeface="Courier New" pitchFamily="49" charset="0"/>
                    <a:cs typeface="Courier New" pitchFamily="49" charset="0"/>
                    <a:sym typeface="Symbol" pitchFamily="18" charset="2"/>
                  </a:rPr>
                  <a:t>u</a:t>
                </a:r>
                <a:r>
                  <a:rPr lang="en-US" sz="2600" b="1" baseline="-25000" dirty="0">
                    <a:latin typeface="Courier New" pitchFamily="49" charset="0"/>
                    <a:cs typeface="Courier New" pitchFamily="49" charset="0"/>
                    <a:sym typeface="Symbol" pitchFamily="18" charset="2"/>
                  </a:rPr>
                  <a:t>1 </a:t>
                </a:r>
                <a:r>
                  <a:rPr lang="en-US" sz="2600" b="1" dirty="0">
                    <a:latin typeface="Courier New" pitchFamily="49" charset="0"/>
                    <a:cs typeface="Courier New" pitchFamily="49" charset="0"/>
                    <a:sym typeface="Symbol" pitchFamily="18" charset="2"/>
                  </a:rPr>
                  <a:t> </a:t>
                </a:r>
                <a:r>
                  <a:rPr lang="en-US" sz="2600" b="1" i="1" dirty="0">
                    <a:latin typeface="Courier New" pitchFamily="49" charset="0"/>
                    <a:cs typeface="Courier New" pitchFamily="49" charset="0"/>
                    <a:sym typeface="Symbol" pitchFamily="18" charset="2"/>
                  </a:rPr>
                  <a:t>u</a:t>
                </a:r>
                <a:r>
                  <a:rPr lang="en-US" sz="2600" b="1" baseline="-25000" dirty="0">
                    <a:latin typeface="Courier New" pitchFamily="49" charset="0"/>
                    <a:cs typeface="Courier New" pitchFamily="49" charset="0"/>
                    <a:sym typeface="Symbol" pitchFamily="18" charset="2"/>
                  </a:rPr>
                  <a:t>2</a:t>
                </a:r>
                <a:r>
                  <a:rPr lang="en-US" sz="2600" b="1" dirty="0">
                    <a:latin typeface="Courier New" pitchFamily="49" charset="0"/>
                    <a:cs typeface="Courier New" pitchFamily="49" charset="0"/>
                    <a:sym typeface="Symbol" pitchFamily="18" charset="2"/>
                  </a:rPr>
                  <a:t>  …  </a:t>
                </a:r>
                <a:r>
                  <a:rPr lang="en-US" sz="2600" b="1" i="1" dirty="0" err="1">
                    <a:latin typeface="Courier New" pitchFamily="49" charset="0"/>
                    <a:cs typeface="Courier New" pitchFamily="49" charset="0"/>
                    <a:sym typeface="Symbol" pitchFamily="18" charset="2"/>
                  </a:rPr>
                  <a:t>u</a:t>
                </a:r>
                <a:r>
                  <a:rPr lang="en-US" sz="2600" b="1" baseline="-25000" dirty="0" err="1">
                    <a:latin typeface="Courier New" pitchFamily="49" charset="0"/>
                    <a:cs typeface="Courier New" pitchFamily="49" charset="0"/>
                    <a:sym typeface="Symbol" pitchFamily="18" charset="2"/>
                  </a:rPr>
                  <a:t>k</a:t>
                </a:r>
                <a:r>
                  <a:rPr lang="en-US" sz="2600" b="1" dirty="0">
                    <a:latin typeface="Courier New" pitchFamily="49" charset="0"/>
                    <a:cs typeface="Courier New" pitchFamily="49" charset="0"/>
                    <a:sym typeface="Symbol" pitchFamily="18" charset="2"/>
                  </a:rPr>
                  <a:t>  </a:t>
                </a:r>
                <a:r>
                  <a:rPr lang="en-US" sz="2600" b="1" i="1" dirty="0">
                    <a:latin typeface="Courier New" pitchFamily="49" charset="0"/>
                    <a:cs typeface="Courier New" pitchFamily="49" charset="0"/>
                    <a:sym typeface="Symbol" pitchFamily="18" charset="2"/>
                  </a:rPr>
                  <a:t>v</a:t>
                </a:r>
                <a:r>
                  <a:rPr lang="en-US" sz="2600" dirty="0">
                    <a:cs typeface="Arial" charset="0"/>
                    <a:sym typeface="Symbol" pitchFamily="18" charset="2"/>
                  </a:rPr>
                  <a:t>, we say </a:t>
                </a:r>
                <a:r>
                  <a:rPr lang="en-US" sz="2600" b="1" i="1" dirty="0">
                    <a:latin typeface="Courier New" pitchFamily="49" charset="0"/>
                    <a:cs typeface="Courier New" pitchFamily="49" charset="0"/>
                    <a:sym typeface="Symbol" pitchFamily="18" charset="2"/>
                  </a:rPr>
                  <a:t>u</a:t>
                </a:r>
                <a:r>
                  <a:rPr lang="en-US" sz="2600" dirty="0">
                    <a:latin typeface="Courier New" pitchFamily="49" charset="0"/>
                    <a:cs typeface="Courier New" pitchFamily="49" charset="0"/>
                    <a:sym typeface="Symbol" pitchFamily="18" charset="2"/>
                  </a:rPr>
                  <a:t> </a:t>
                </a:r>
                <a:r>
                  <a:rPr lang="en-US" sz="2600" dirty="0">
                    <a:cs typeface="Arial" charset="0"/>
                    <a:sym typeface="Symbol" pitchFamily="18" charset="2"/>
                  </a:rPr>
                  <a:t>yields </a:t>
                </a:r>
                <a:r>
                  <a:rPr lang="en-US" sz="2600" b="1" i="1" dirty="0">
                    <a:latin typeface="Courier New" pitchFamily="49" charset="0"/>
                    <a:cs typeface="Courier New" pitchFamily="49" charset="0"/>
                    <a:sym typeface="Symbol" pitchFamily="18" charset="2"/>
                  </a:rPr>
                  <a:t>v</a:t>
                </a:r>
                <a:r>
                  <a:rPr lang="en-US" sz="2600" dirty="0">
                    <a:cs typeface="Arial" charset="0"/>
                    <a:sym typeface="Symbol" pitchFamily="18" charset="2"/>
                  </a:rPr>
                  <a:t>,</a:t>
                </a:r>
                <a:br>
                  <a:rPr lang="en-US" sz="2600" dirty="0">
                    <a:cs typeface="Arial" charset="0"/>
                    <a:sym typeface="Symbol" pitchFamily="18" charset="2"/>
                  </a:rPr>
                </a:br>
                <a:br>
                  <a:rPr lang="en-US" sz="900" dirty="0">
                    <a:cs typeface="Arial" charset="0"/>
                    <a:sym typeface="Symbol" pitchFamily="18" charset="2"/>
                  </a:rPr>
                </a:br>
                <a:r>
                  <a:rPr lang="en-US" sz="2600" dirty="0">
                    <a:cs typeface="Arial" charset="0"/>
                    <a:sym typeface="Symbol" pitchFamily="18" charset="2"/>
                  </a:rPr>
                  <a:t>written as </a:t>
                </a:r>
                <a:r>
                  <a:rPr lang="en-US" sz="2600" b="1" i="1" dirty="0">
                    <a:latin typeface="Courier New" panose="02070309020205020404" pitchFamily="49" charset="0"/>
                    <a:cs typeface="Courier New" panose="02070309020205020404" pitchFamily="49" charset="0"/>
                    <a:sym typeface="Symbol" pitchFamily="18" charset="2"/>
                  </a:rPr>
                  <a:t>u </a:t>
                </a:r>
                <a14:m>
                  <m:oMath xmlns:m="http://schemas.openxmlformats.org/officeDocument/2006/math">
                    <m:groupChr>
                      <m:groupChrPr>
                        <m:chr m:val="⇒"/>
                        <m:vertJc m:val="bot"/>
                        <m:ctrlPr>
                          <a:rPr lang="en-US" sz="3200" b="1" i="1">
                            <a:latin typeface="Cambria Math" panose="02040503050406030204" pitchFamily="18" charset="0"/>
                            <a:cs typeface="Courier New" panose="02070309020205020404" pitchFamily="49" charset="0"/>
                            <a:sym typeface="Symbol" pitchFamily="18" charset="2"/>
                          </a:rPr>
                        </m:ctrlPr>
                      </m:groupChrPr>
                      <m:e>
                        <m:r>
                          <m:rPr>
                            <m:brk m:alnAt="2"/>
                          </m:rPr>
                          <a:rPr lang="en-US" sz="3200" b="1" i="1">
                            <a:latin typeface="Cambria Math" panose="02040503050406030204" pitchFamily="18" charset="0"/>
                            <a:cs typeface="Courier New" panose="02070309020205020404" pitchFamily="49" charset="0"/>
                            <a:sym typeface="Symbol" pitchFamily="18" charset="2"/>
                          </a:rPr>
                          <m:t>∗</m:t>
                        </m:r>
                      </m:e>
                    </m:groupChr>
                  </m:oMath>
                </a14:m>
                <a:r>
                  <a:rPr lang="en-US" sz="3200" b="1" i="1" dirty="0">
                    <a:latin typeface="Courier New" panose="02070309020205020404" pitchFamily="49" charset="0"/>
                    <a:cs typeface="Courier New" panose="02070309020205020404" pitchFamily="49" charset="0"/>
                    <a:sym typeface="Symbol" pitchFamily="18" charset="2"/>
                  </a:rPr>
                  <a:t> </a:t>
                </a:r>
                <a:r>
                  <a:rPr lang="en-US" sz="2600" b="1" i="1" dirty="0">
                    <a:latin typeface="Courier New" panose="02070309020205020404" pitchFamily="49" charset="0"/>
                    <a:cs typeface="Courier New" panose="02070309020205020404" pitchFamily="49" charset="0"/>
                    <a:sym typeface="Symbol" pitchFamily="18" charset="2"/>
                  </a:rPr>
                  <a:t>v</a:t>
                </a:r>
                <a:r>
                  <a:rPr lang="en-US" sz="2600" dirty="0">
                    <a:cs typeface="Arial" charset="0"/>
                    <a:sym typeface="Symbol" pitchFamily="18" charset="2"/>
                  </a:rPr>
                  <a:t>.</a:t>
                </a:r>
              </a:p>
              <a:p>
                <a:pPr>
                  <a:lnSpc>
                    <a:spcPct val="110000"/>
                  </a:lnSpc>
                  <a:defRPr/>
                </a:pPr>
                <a:r>
                  <a:rPr lang="en-US" sz="2600" dirty="0">
                    <a:cs typeface="Arial" charset="0"/>
                    <a:sym typeface="Symbol" pitchFamily="18" charset="2"/>
                  </a:rPr>
                  <a:t>The language of the grammar is </a:t>
                </a:r>
                <a14:m>
                  <m:oMath xmlns:m="http://schemas.openxmlformats.org/officeDocument/2006/math">
                    <m:d>
                      <m:dPr>
                        <m:begChr m:val="{"/>
                        <m:endChr m:val="}"/>
                        <m:ctrlPr>
                          <a:rPr lang="en-US" sz="2600" i="1" smtClean="0">
                            <a:latin typeface="Cambria Math" panose="02040503050406030204" pitchFamily="18" charset="0"/>
                            <a:cs typeface="Arial" charset="0"/>
                            <a:sym typeface="Symbol" pitchFamily="18" charset="2"/>
                          </a:rPr>
                        </m:ctrlPr>
                      </m:dPr>
                      <m:e>
                        <m:r>
                          <a:rPr lang="en-US" sz="2600" b="0" i="1" smtClean="0">
                            <a:latin typeface="Cambria Math" panose="02040503050406030204" pitchFamily="18" charset="0"/>
                            <a:cs typeface="Arial" charset="0"/>
                            <a:sym typeface="Symbol" pitchFamily="18" charset="2"/>
                          </a:rPr>
                          <m:t>𝑤</m:t>
                        </m:r>
                        <m:r>
                          <a:rPr lang="en-US" sz="2600" b="0" i="1" smtClean="0">
                            <a:latin typeface="Cambria Math" panose="02040503050406030204" pitchFamily="18" charset="0"/>
                            <a:ea typeface="Cambria Math" panose="02040503050406030204" pitchFamily="18" charset="0"/>
                            <a:cs typeface="Arial" charset="0"/>
                            <a:sym typeface="Symbol" pitchFamily="18" charset="2"/>
                          </a:rPr>
                          <m:t>∈</m:t>
                        </m:r>
                        <m:sSup>
                          <m:sSupPr>
                            <m:ctrlPr>
                              <a:rPr lang="en-US" sz="2600" b="0" i="1" smtClean="0">
                                <a:latin typeface="Cambria Math" panose="02040503050406030204" pitchFamily="18" charset="0"/>
                                <a:ea typeface="Cambria Math" panose="02040503050406030204" pitchFamily="18" charset="0"/>
                                <a:cs typeface="Arial" charset="0"/>
                                <a:sym typeface="Symbol" pitchFamily="18" charset="2"/>
                              </a:rPr>
                            </m:ctrlPr>
                          </m:sSupPr>
                          <m:e>
                            <m:r>
                              <a:rPr lang="en-US" sz="2600" b="0" i="1" smtClean="0">
                                <a:latin typeface="Cambria Math" panose="02040503050406030204" pitchFamily="18" charset="0"/>
                                <a:ea typeface="Cambria Math" panose="02040503050406030204" pitchFamily="18" charset="0"/>
                                <a:cs typeface="Arial" charset="0"/>
                                <a:sym typeface="Symbol" pitchFamily="18" charset="2"/>
                              </a:rPr>
                              <m:t>∑</m:t>
                            </m:r>
                          </m:e>
                          <m:sup>
                            <m:r>
                              <a:rPr lang="en-US" sz="2600" b="0" i="1" smtClean="0">
                                <a:latin typeface="Cambria Math" panose="02040503050406030204" pitchFamily="18" charset="0"/>
                                <a:ea typeface="Cambria Math" panose="02040503050406030204" pitchFamily="18" charset="0"/>
                                <a:cs typeface="Arial" charset="0"/>
                                <a:sym typeface="Symbol" pitchFamily="18" charset="2"/>
                              </a:rPr>
                              <m:t>∗</m:t>
                            </m:r>
                          </m:sup>
                        </m:sSup>
                        <m:r>
                          <a:rPr lang="en-US" sz="2600" b="0" i="1" smtClean="0">
                            <a:latin typeface="Cambria Math" panose="02040503050406030204" pitchFamily="18" charset="0"/>
                            <a:ea typeface="Cambria Math" panose="02040503050406030204" pitchFamily="18" charset="0"/>
                            <a:cs typeface="Arial" charset="0"/>
                            <a:sym typeface="Symbol" pitchFamily="18" charset="2"/>
                          </a:rPr>
                          <m:t>| </m:t>
                        </m:r>
                        <m:r>
                          <a:rPr lang="en-US" sz="2600" b="0" i="1" smtClean="0">
                            <a:latin typeface="Cambria Math" panose="02040503050406030204" pitchFamily="18" charset="0"/>
                            <a:ea typeface="Cambria Math" panose="02040503050406030204" pitchFamily="18" charset="0"/>
                            <a:cs typeface="Arial" charset="0"/>
                            <a:sym typeface="Symbol" pitchFamily="18" charset="2"/>
                          </a:rPr>
                          <m:t>𝑆</m:t>
                        </m:r>
                        <m:groupChr>
                          <m:groupChrPr>
                            <m:chr m:val="⇒"/>
                            <m:vertJc m:val="bot"/>
                            <m:ctrlPr>
                              <a:rPr lang="en-US" sz="2600" b="0" i="1" smtClean="0">
                                <a:latin typeface="Cambria Math" panose="02040503050406030204" pitchFamily="18" charset="0"/>
                                <a:ea typeface="Cambria Math" panose="02040503050406030204" pitchFamily="18" charset="0"/>
                                <a:cs typeface="Arial" charset="0"/>
                                <a:sym typeface="Symbol" pitchFamily="18" charset="2"/>
                              </a:rPr>
                            </m:ctrlPr>
                          </m:groupChrPr>
                          <m:e>
                            <m:r>
                              <m:rPr>
                                <m:brk m:alnAt="2"/>
                              </m:rPr>
                              <a:rPr lang="en-US" sz="2600" b="0" i="1" smtClean="0">
                                <a:latin typeface="Cambria Math" panose="02040503050406030204" pitchFamily="18" charset="0"/>
                                <a:ea typeface="Cambria Math" panose="02040503050406030204" pitchFamily="18" charset="0"/>
                                <a:cs typeface="Arial" charset="0"/>
                                <a:sym typeface="Symbol" pitchFamily="18" charset="2"/>
                              </a:rPr>
                              <m:t>∗</m:t>
                            </m:r>
                          </m:e>
                        </m:groupChr>
                        <m:r>
                          <a:rPr lang="en-US" sz="2600" b="0" i="1" smtClean="0">
                            <a:latin typeface="Cambria Math" panose="02040503050406030204" pitchFamily="18" charset="0"/>
                            <a:ea typeface="Cambria Math" panose="02040503050406030204" pitchFamily="18" charset="0"/>
                            <a:cs typeface="Arial" charset="0"/>
                            <a:sym typeface="Symbol" pitchFamily="18" charset="2"/>
                          </a:rPr>
                          <m:t>𝑤</m:t>
                        </m:r>
                      </m:e>
                    </m:d>
                  </m:oMath>
                </a14:m>
                <a:r>
                  <a:rPr lang="en-US" sz="2600" dirty="0">
                    <a:latin typeface="Courier New" pitchFamily="49" charset="0"/>
                    <a:cs typeface="Arial" charset="0"/>
                    <a:sym typeface="Symbol" pitchFamily="18" charset="2"/>
                  </a:rPr>
                  <a:t>.</a:t>
                </a:r>
                <a:endParaRPr lang="en-US" sz="2600" dirty="0">
                  <a:cs typeface="Arial" charset="0"/>
                  <a:sym typeface="Symbol" pitchFamily="18" charset="2"/>
                </a:endParaRPr>
              </a:p>
            </p:txBody>
          </p:sp>
        </mc:Choice>
        <mc:Fallback xmlns="">
          <p:sp>
            <p:nvSpPr>
              <p:cNvPr id="4" name="Text Placeholder 3">
                <a:extLst>
                  <a:ext uri="{FF2B5EF4-FFF2-40B4-BE49-F238E27FC236}">
                    <a16:creationId xmlns:a16="http://schemas.microsoft.com/office/drawing/2014/main" id="{4B6AAAFD-C2D6-44D2-A395-A0834E4DAA18}"/>
                  </a:ext>
                </a:extLst>
              </p:cNvPr>
              <p:cNvSpPr>
                <a:spLocks noGrp="1" noRot="1" noChangeAspect="1" noMove="1" noResize="1" noEditPoints="1" noAdjustHandles="1" noChangeArrowheads="1" noChangeShapeType="1" noTextEdit="1"/>
              </p:cNvSpPr>
              <p:nvPr>
                <p:ph type="body" sz="quarter" idx="13"/>
              </p:nvPr>
            </p:nvSpPr>
            <p:spPr>
              <a:blipFill>
                <a:blip r:embed="rId2"/>
                <a:stretch>
                  <a:fillRect l="-667" t="-2072"/>
                </a:stretch>
              </a:blipFill>
            </p:spPr>
            <p:txBody>
              <a:bodyPr/>
              <a:lstStyle/>
              <a:p>
                <a:r>
                  <a:rPr lang="en-US">
                    <a:noFill/>
                  </a:rPr>
                  <a:t> </a:t>
                </a:r>
              </a:p>
            </p:txBody>
          </p:sp>
        </mc:Fallback>
      </mc:AlternateContent>
    </p:spTree>
    <p:extLst>
      <p:ext uri="{BB962C8B-B14F-4D97-AF65-F5344CB8AC3E}">
        <p14:creationId xmlns:p14="http://schemas.microsoft.com/office/powerpoint/2010/main" val="942392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94C4512-E2F7-41AD-A9A2-0AD68220E6E2}"/>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769B7A66-414D-4187-BB24-2B0E0958A143}"/>
              </a:ext>
            </a:extLst>
          </p:cNvPr>
          <p:cNvSpPr>
            <a:spLocks noGrp="1"/>
          </p:cNvSpPr>
          <p:nvPr>
            <p:ph type="body" sz="quarter" idx="12"/>
          </p:nvPr>
        </p:nvSpPr>
        <p:spPr/>
        <p:txBody>
          <a:bodyPr/>
          <a:lstStyle/>
          <a:p>
            <a:r>
              <a:rPr lang="en-US" dirty="0"/>
              <a:t>Designing CFG</a:t>
            </a:r>
          </a:p>
        </p:txBody>
      </p:sp>
      <p:graphicFrame>
        <p:nvGraphicFramePr>
          <p:cNvPr id="4" name="Table 3">
            <a:extLst>
              <a:ext uri="{FF2B5EF4-FFF2-40B4-BE49-F238E27FC236}">
                <a16:creationId xmlns:a16="http://schemas.microsoft.com/office/drawing/2014/main" id="{6024E031-1595-48EA-8F6B-872B867E8E7A}"/>
              </a:ext>
            </a:extLst>
          </p:cNvPr>
          <p:cNvGraphicFramePr>
            <a:graphicFrameLocks noGrp="1"/>
          </p:cNvGraphicFramePr>
          <p:nvPr>
            <p:extLst>
              <p:ext uri="{D42A27DB-BD31-4B8C-83A1-F6EECF244321}">
                <p14:modId xmlns:p14="http://schemas.microsoft.com/office/powerpoint/2010/main" val="190519971"/>
              </p:ext>
            </p:extLst>
          </p:nvPr>
        </p:nvGraphicFramePr>
        <p:xfrm>
          <a:off x="141507" y="829818"/>
          <a:ext cx="8850093" cy="5702110"/>
        </p:xfrm>
        <a:graphic>
          <a:graphicData uri="http://schemas.openxmlformats.org/drawingml/2006/table">
            <a:tbl>
              <a:tblPr firstRow="1" firstCol="1" bandRow="1">
                <a:tableStyleId>{2D5ABB26-0587-4C30-8999-92F81FD0307C}</a:tableStyleId>
              </a:tblPr>
              <a:tblGrid>
                <a:gridCol w="5263460">
                  <a:extLst>
                    <a:ext uri="{9D8B030D-6E8A-4147-A177-3AD203B41FA5}">
                      <a16:colId xmlns:a16="http://schemas.microsoft.com/office/drawing/2014/main" val="669879451"/>
                    </a:ext>
                  </a:extLst>
                </a:gridCol>
                <a:gridCol w="3586633">
                  <a:extLst>
                    <a:ext uri="{9D8B030D-6E8A-4147-A177-3AD203B41FA5}">
                      <a16:colId xmlns:a16="http://schemas.microsoft.com/office/drawing/2014/main" val="173564706"/>
                    </a:ext>
                  </a:extLst>
                </a:gridCol>
              </a:tblGrid>
              <a:tr h="0">
                <a:tc>
                  <a:txBody>
                    <a:bodyPr/>
                    <a:lstStyle/>
                    <a:p>
                      <a:pPr marL="0" marR="0">
                        <a:lnSpc>
                          <a:spcPct val="107000"/>
                        </a:lnSpc>
                        <a:spcBef>
                          <a:spcPts val="0"/>
                        </a:spcBef>
                        <a:spcAft>
                          <a:spcPts val="0"/>
                        </a:spcAft>
                      </a:pPr>
                      <a:r>
                        <a:rPr lang="en-US" sz="1800" kern="1200" dirty="0">
                          <a:solidFill>
                            <a:srgbClr val="000000"/>
                          </a:solidFill>
                          <a:effectLst/>
                          <a:latin typeface="+mn-lt"/>
                          <a:ea typeface="Calibri" panose="020F0502020204030204" pitchFamily="34" charset="0"/>
                          <a:cs typeface="Calibri" panose="020F0502020204030204" pitchFamily="34" charset="0"/>
                        </a:rPr>
                        <a:t>A={ </a:t>
                      </a:r>
                      <a:r>
                        <a:rPr lang="en-US" sz="1800" b="1" i="1" kern="1200" dirty="0">
                          <a:solidFill>
                            <a:srgbClr val="000000"/>
                          </a:solidFill>
                          <a:effectLst/>
                          <a:latin typeface="+mn-lt"/>
                          <a:ea typeface="Calibri" panose="020F0502020204030204" pitchFamily="34" charset="0"/>
                          <a:cs typeface="Calibri" panose="020F0502020204030204" pitchFamily="34" charset="0"/>
                        </a:rPr>
                        <a:t>w</a:t>
                      </a:r>
                      <a:r>
                        <a:rPr lang="en-US" sz="1800" kern="1200" dirty="0">
                          <a:solidFill>
                            <a:srgbClr val="000000"/>
                          </a:solidFill>
                          <a:effectLst/>
                          <a:latin typeface="+mn-lt"/>
                          <a:ea typeface="Calibri" panose="020F0502020204030204" pitchFamily="34" charset="0"/>
                          <a:cs typeface="Calibri" panose="020F0502020204030204" pitchFamily="34" charset="0"/>
                        </a:rPr>
                        <a:t> | </a:t>
                      </a:r>
                      <a:r>
                        <a:rPr lang="en-US" sz="1800" b="1" i="1" kern="1200" dirty="0">
                          <a:solidFill>
                            <a:srgbClr val="000000"/>
                          </a:solidFill>
                          <a:effectLst/>
                          <a:latin typeface="+mn-lt"/>
                          <a:ea typeface="Calibri" panose="020F0502020204030204" pitchFamily="34" charset="0"/>
                          <a:cs typeface="Calibri" panose="020F0502020204030204" pitchFamily="34" charset="0"/>
                        </a:rPr>
                        <a:t>w</a:t>
                      </a:r>
                      <a:r>
                        <a:rPr lang="en-US" sz="1800" kern="1200" dirty="0">
                          <a:solidFill>
                            <a:srgbClr val="000000"/>
                          </a:solidFill>
                          <a:effectLst/>
                          <a:latin typeface="+mn-lt"/>
                          <a:ea typeface="Calibri" panose="020F0502020204030204" pitchFamily="34" charset="0"/>
                          <a:cs typeface="Calibri" panose="020F0502020204030204" pitchFamily="34" charset="0"/>
                        </a:rPr>
                        <a:t> begins with </a:t>
                      </a:r>
                      <a:r>
                        <a:rPr lang="en-US" sz="1800" b="1" i="1" kern="1200" dirty="0">
                          <a:solidFill>
                            <a:srgbClr val="000000"/>
                          </a:solidFill>
                          <a:effectLst/>
                          <a:latin typeface="+mn-lt"/>
                          <a:ea typeface="Calibri" panose="020F0502020204030204" pitchFamily="34" charset="0"/>
                          <a:cs typeface="Calibri" panose="020F0502020204030204" pitchFamily="34" charset="0"/>
                        </a:rPr>
                        <a:t>a</a:t>
                      </a:r>
                      <a:r>
                        <a:rPr lang="en-US" sz="1800" kern="1200" dirty="0">
                          <a:solidFill>
                            <a:srgbClr val="000000"/>
                          </a:solidFill>
                          <a:effectLst/>
                          <a:latin typeface="+mn-lt"/>
                          <a:ea typeface="Calibri" panose="020F0502020204030204" pitchFamily="34" charset="0"/>
                          <a:cs typeface="Calibri" panose="020F0502020204030204" pitchFamily="34" charset="0"/>
                        </a:rPr>
                        <a:t> and ends with </a:t>
                      </a:r>
                      <a:r>
                        <a:rPr lang="en-US" sz="1800" b="1" i="1" kern="1200" dirty="0">
                          <a:solidFill>
                            <a:srgbClr val="000000"/>
                          </a:solidFill>
                          <a:effectLst/>
                          <a:latin typeface="+mn-lt"/>
                          <a:ea typeface="Calibri" panose="020F0502020204030204" pitchFamily="34" charset="0"/>
                          <a:cs typeface="Calibri" panose="020F0502020204030204" pitchFamily="34" charset="0"/>
                        </a:rPr>
                        <a:t>b</a:t>
                      </a:r>
                      <a:r>
                        <a:rPr lang="en-US" sz="1800" kern="1200" dirty="0">
                          <a:solidFill>
                            <a:srgbClr val="000000"/>
                          </a:solidFill>
                          <a:effectLst/>
                          <a:latin typeface="+mn-lt"/>
                          <a:ea typeface="Calibri" panose="020F0502020204030204" pitchFamily="34" charset="0"/>
                          <a:cs typeface="Calibri" panose="020F0502020204030204" pitchFamily="34" charset="0"/>
                        </a:rPr>
                        <a:t> }</a:t>
                      </a:r>
                      <a:endParaRPr lang="en-US" sz="1800" dirty="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b="1" kern="1200" dirty="0">
                          <a:solidFill>
                            <a:srgbClr val="000000"/>
                          </a:solidFill>
                          <a:effectLst/>
                          <a:latin typeface="+mn-lt"/>
                          <a:ea typeface="Times New Roman" panose="02020603050405020304" pitchFamily="18" charset="0"/>
                          <a:cs typeface="Times New Roman" panose="02020603050405020304" pitchFamily="18" charset="0"/>
                        </a:rPr>
                        <a:t>S</a:t>
                      </a:r>
                      <a:r>
                        <a:rPr lang="en-US" sz="1800" kern="1200" dirty="0">
                          <a:solidFill>
                            <a:srgbClr val="000000"/>
                          </a:solidFill>
                          <a:effectLst/>
                          <a:latin typeface="+mn-lt"/>
                          <a:ea typeface="Times New Roman" panose="02020603050405020304" pitchFamily="18" charset="0"/>
                          <a:cs typeface="Times New Roman" panose="02020603050405020304" pitchFamily="18" charset="0"/>
                        </a:rPr>
                        <a:t> </a:t>
                      </a:r>
                      <a:r>
                        <a:rPr lang="en-US" sz="1800" kern="1200" dirty="0">
                          <a:solidFill>
                            <a:srgbClr val="000000"/>
                          </a:solidFill>
                          <a:effectLst/>
                          <a:latin typeface="+mn-lt"/>
                          <a:ea typeface="Times New Roman" panose="02020603050405020304" pitchFamily="18" charset="0"/>
                          <a:cs typeface="Arial" panose="020B0604020202020204" pitchFamily="34" charset="0"/>
                          <a:sym typeface="Wingdings" panose="05000000000000000000" pitchFamily="2" charset="2"/>
                        </a:rPr>
                        <a:t></a:t>
                      </a:r>
                      <a:r>
                        <a:rPr lang="en-US" sz="1800" kern="1200" dirty="0">
                          <a:solidFill>
                            <a:srgbClr val="000000"/>
                          </a:solidFill>
                          <a:effectLst/>
                          <a:latin typeface="+mn-lt"/>
                          <a:ea typeface="Times New Roman" panose="02020603050405020304" pitchFamily="18" charset="0"/>
                          <a:cs typeface="Times New Roman" panose="02020603050405020304" pitchFamily="18" charset="0"/>
                        </a:rPr>
                        <a:t> </a:t>
                      </a:r>
                      <a:r>
                        <a:rPr lang="en-US" sz="1800" kern="1200" dirty="0" err="1">
                          <a:solidFill>
                            <a:srgbClr val="000000"/>
                          </a:solidFill>
                          <a:effectLst/>
                          <a:latin typeface="+mn-lt"/>
                          <a:ea typeface="Times New Roman" panose="02020603050405020304" pitchFamily="18" charset="0"/>
                          <a:cs typeface="Times New Roman" panose="02020603050405020304" pitchFamily="18" charset="0"/>
                        </a:rPr>
                        <a:t>a</a:t>
                      </a:r>
                      <a:r>
                        <a:rPr lang="en-US" sz="1800" b="1" kern="1200" dirty="0" err="1">
                          <a:solidFill>
                            <a:srgbClr val="000000"/>
                          </a:solidFill>
                          <a:effectLst/>
                          <a:latin typeface="+mn-lt"/>
                          <a:ea typeface="Times New Roman" panose="02020603050405020304" pitchFamily="18" charset="0"/>
                          <a:cs typeface="Times New Roman" panose="02020603050405020304" pitchFamily="18" charset="0"/>
                        </a:rPr>
                        <a:t>T</a:t>
                      </a:r>
                      <a:r>
                        <a:rPr lang="en-US" sz="1800" kern="1200" dirty="0" err="1">
                          <a:solidFill>
                            <a:srgbClr val="000000"/>
                          </a:solidFill>
                          <a:effectLst/>
                          <a:latin typeface="+mn-lt"/>
                          <a:ea typeface="Times New Roman" panose="02020603050405020304" pitchFamily="18" charset="0"/>
                          <a:cs typeface="Times New Roman" panose="02020603050405020304" pitchFamily="18" charset="0"/>
                        </a:rPr>
                        <a:t>b</a:t>
                      </a:r>
                      <a:endParaRPr lang="en-US" sz="1800" dirty="0">
                        <a:effectLst/>
                        <a:latin typeface="+mn-lt"/>
                        <a:ea typeface="Times New Roman" panose="02020603050405020304" pitchFamily="18" charset="0"/>
                        <a:cs typeface="Times New Roman" panose="02020603050405020304" pitchFamily="18" charset="0"/>
                      </a:endParaRPr>
                    </a:p>
                    <a:p>
                      <a:pPr marL="0" marR="0">
                        <a:lnSpc>
                          <a:spcPct val="107000"/>
                        </a:lnSpc>
                        <a:spcBef>
                          <a:spcPts val="0"/>
                        </a:spcBef>
                        <a:spcAft>
                          <a:spcPts val="0"/>
                        </a:spcAft>
                      </a:pPr>
                      <a:r>
                        <a:rPr lang="en-US" sz="1800" b="1" kern="1200" dirty="0">
                          <a:solidFill>
                            <a:srgbClr val="000000"/>
                          </a:solidFill>
                          <a:effectLst/>
                          <a:latin typeface="+mn-lt"/>
                          <a:ea typeface="Calibri" panose="020F0502020204030204" pitchFamily="34" charset="0"/>
                          <a:cs typeface="Calibri" panose="020F0502020204030204" pitchFamily="34" charset="0"/>
                        </a:rPr>
                        <a:t>T</a:t>
                      </a:r>
                      <a:r>
                        <a:rPr lang="en-US" sz="1800" kern="1200" dirty="0">
                          <a:solidFill>
                            <a:srgbClr val="000000"/>
                          </a:solidFill>
                          <a:effectLst/>
                          <a:latin typeface="+mn-lt"/>
                          <a:ea typeface="Calibri" panose="020F0502020204030204" pitchFamily="34" charset="0"/>
                          <a:cs typeface="Calibri" panose="020F0502020204030204" pitchFamily="34" charset="0"/>
                        </a:rPr>
                        <a:t> </a:t>
                      </a:r>
                      <a:r>
                        <a:rPr lang="en-US" sz="1800" kern="1200" dirty="0">
                          <a:solidFill>
                            <a:srgbClr val="000000"/>
                          </a:solidFill>
                          <a:effectLst/>
                          <a:latin typeface="+mn-lt"/>
                          <a:ea typeface="Calibri" panose="020F0502020204030204" pitchFamily="34" charset="0"/>
                          <a:cs typeface="Arial" panose="020B0604020202020204" pitchFamily="34"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Calibri" panose="020F0502020204030204" pitchFamily="34" charset="0"/>
                        </a:rPr>
                        <a:t> </a:t>
                      </a:r>
                      <a:r>
                        <a:rPr lang="en-US" sz="1800" kern="1200" dirty="0" err="1">
                          <a:solidFill>
                            <a:srgbClr val="000000"/>
                          </a:solidFill>
                          <a:effectLst/>
                          <a:latin typeface="+mn-lt"/>
                          <a:ea typeface="Calibri" panose="020F0502020204030204" pitchFamily="34" charset="0"/>
                          <a:cs typeface="Calibri" panose="020F0502020204030204" pitchFamily="34" charset="0"/>
                        </a:rPr>
                        <a:t>a</a:t>
                      </a:r>
                      <a:r>
                        <a:rPr lang="en-US" sz="1800" b="1" kern="1200" dirty="0" err="1">
                          <a:solidFill>
                            <a:srgbClr val="000000"/>
                          </a:solidFill>
                          <a:effectLst/>
                          <a:latin typeface="+mn-lt"/>
                          <a:ea typeface="Calibri" panose="020F0502020204030204" pitchFamily="34" charset="0"/>
                          <a:cs typeface="Calibri" panose="020F0502020204030204" pitchFamily="34" charset="0"/>
                        </a:rPr>
                        <a:t>T</a:t>
                      </a:r>
                      <a:r>
                        <a:rPr lang="en-US" sz="1800" kern="1200" dirty="0">
                          <a:solidFill>
                            <a:srgbClr val="000000"/>
                          </a:solidFill>
                          <a:effectLst/>
                          <a:latin typeface="+mn-lt"/>
                          <a:ea typeface="Calibri" panose="020F0502020204030204" pitchFamily="34" charset="0"/>
                          <a:cs typeface="Calibri" panose="020F0502020204030204" pitchFamily="34" charset="0"/>
                        </a:rPr>
                        <a:t> | </a:t>
                      </a:r>
                      <a:r>
                        <a:rPr lang="en-US" sz="1800" kern="1200" dirty="0" err="1">
                          <a:solidFill>
                            <a:srgbClr val="000000"/>
                          </a:solidFill>
                          <a:effectLst/>
                          <a:latin typeface="+mn-lt"/>
                          <a:ea typeface="Calibri" panose="020F0502020204030204" pitchFamily="34" charset="0"/>
                          <a:cs typeface="Calibri" panose="020F0502020204030204" pitchFamily="34" charset="0"/>
                        </a:rPr>
                        <a:t>b</a:t>
                      </a:r>
                      <a:r>
                        <a:rPr lang="en-US" sz="1800" b="1" kern="1200" dirty="0" err="1">
                          <a:solidFill>
                            <a:srgbClr val="000000"/>
                          </a:solidFill>
                          <a:effectLst/>
                          <a:latin typeface="+mn-lt"/>
                          <a:ea typeface="Calibri" panose="020F0502020204030204" pitchFamily="34" charset="0"/>
                          <a:cs typeface="Calibri" panose="020F0502020204030204" pitchFamily="34" charset="0"/>
                        </a:rPr>
                        <a:t>T</a:t>
                      </a:r>
                      <a:r>
                        <a:rPr lang="en-US" sz="1800" kern="1200" dirty="0">
                          <a:solidFill>
                            <a:srgbClr val="000000"/>
                          </a:solidFill>
                          <a:effectLst/>
                          <a:latin typeface="+mn-lt"/>
                          <a:ea typeface="Calibri" panose="020F0502020204030204" pitchFamily="34" charset="0"/>
                          <a:cs typeface="Calibri" panose="020F0502020204030204" pitchFamily="34" charset="0"/>
                        </a:rPr>
                        <a:t> | </a:t>
                      </a:r>
                      <a:r>
                        <a:rPr lang="en-US" sz="1800" kern="1200" dirty="0">
                          <a:solidFill>
                            <a:srgbClr val="000000"/>
                          </a:solidFill>
                          <a:effectLst/>
                          <a:latin typeface="+mn-lt"/>
                          <a:ea typeface="Calibri" panose="020F0502020204030204" pitchFamily="34" charset="0"/>
                          <a:cs typeface="Arial" panose="020B0604020202020204" pitchFamily="34" charset="0"/>
                          <a:sym typeface="Symbol" panose="05050102010706020507" pitchFamily="18" charset="2"/>
                        </a:rPr>
                        <a:t></a:t>
                      </a:r>
                      <a:endParaRPr lang="en-US" sz="1800" dirty="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9523541"/>
                  </a:ext>
                </a:extLst>
              </a:tr>
              <a:tr h="0">
                <a:tc>
                  <a:txBody>
                    <a:bodyPr/>
                    <a:lstStyle/>
                    <a:p>
                      <a:pPr marL="0" marR="0">
                        <a:lnSpc>
                          <a:spcPct val="107000"/>
                        </a:lnSpc>
                        <a:spcBef>
                          <a:spcPts val="0"/>
                        </a:spcBef>
                        <a:spcAft>
                          <a:spcPts val="0"/>
                        </a:spcAft>
                      </a:pPr>
                      <a:r>
                        <a:rPr lang="en-US" sz="1800" kern="1200" dirty="0">
                          <a:solidFill>
                            <a:srgbClr val="000000"/>
                          </a:solidFill>
                          <a:effectLst/>
                          <a:latin typeface="+mn-lt"/>
                          <a:ea typeface="Calibri" panose="020F0502020204030204" pitchFamily="34" charset="0"/>
                          <a:cs typeface="Calibri" panose="020F0502020204030204" pitchFamily="34" charset="0"/>
                        </a:rPr>
                        <a:t>A={ </a:t>
                      </a:r>
                      <a:r>
                        <a:rPr lang="en-US" sz="1800" b="1" i="1" kern="1200" dirty="0">
                          <a:solidFill>
                            <a:srgbClr val="000000"/>
                          </a:solidFill>
                          <a:effectLst/>
                          <a:latin typeface="+mn-lt"/>
                          <a:ea typeface="Calibri" panose="020F0502020204030204" pitchFamily="34" charset="0"/>
                          <a:cs typeface="Calibri" panose="020F0502020204030204" pitchFamily="34" charset="0"/>
                        </a:rPr>
                        <a:t>w</a:t>
                      </a:r>
                      <a:r>
                        <a:rPr lang="en-US" sz="1800" kern="1200" dirty="0">
                          <a:solidFill>
                            <a:srgbClr val="000000"/>
                          </a:solidFill>
                          <a:effectLst/>
                          <a:latin typeface="+mn-lt"/>
                          <a:ea typeface="Calibri" panose="020F0502020204030204" pitchFamily="34" charset="0"/>
                          <a:cs typeface="Calibri" panose="020F0502020204030204" pitchFamily="34" charset="0"/>
                        </a:rPr>
                        <a:t> | </a:t>
                      </a:r>
                      <a:r>
                        <a:rPr lang="en-US" sz="1800" b="1" i="1" kern="1200" dirty="0">
                          <a:solidFill>
                            <a:srgbClr val="000000"/>
                          </a:solidFill>
                          <a:effectLst/>
                          <a:latin typeface="+mn-lt"/>
                          <a:ea typeface="Calibri" panose="020F0502020204030204" pitchFamily="34" charset="0"/>
                          <a:cs typeface="Calibri" panose="020F0502020204030204" pitchFamily="34" charset="0"/>
                        </a:rPr>
                        <a:t>w</a:t>
                      </a:r>
                      <a:r>
                        <a:rPr lang="en-US" sz="1800" kern="1200" dirty="0">
                          <a:solidFill>
                            <a:srgbClr val="000000"/>
                          </a:solidFill>
                          <a:effectLst/>
                          <a:latin typeface="+mn-lt"/>
                          <a:ea typeface="Calibri" panose="020F0502020204030204" pitchFamily="34" charset="0"/>
                          <a:cs typeface="Calibri" panose="020F0502020204030204" pitchFamily="34" charset="0"/>
                        </a:rPr>
                        <a:t> begins with </a:t>
                      </a:r>
                      <a:r>
                        <a:rPr lang="en-US" sz="1800" b="1" i="1" kern="1200" dirty="0">
                          <a:solidFill>
                            <a:srgbClr val="000000"/>
                          </a:solidFill>
                          <a:effectLst/>
                          <a:latin typeface="+mn-lt"/>
                          <a:ea typeface="Calibri" panose="020F0502020204030204" pitchFamily="34" charset="0"/>
                          <a:cs typeface="Calibri" panose="020F0502020204030204" pitchFamily="34" charset="0"/>
                        </a:rPr>
                        <a:t>b</a:t>
                      </a:r>
                      <a:r>
                        <a:rPr lang="en-US" sz="1800" kern="1200" dirty="0">
                          <a:solidFill>
                            <a:srgbClr val="000000"/>
                          </a:solidFill>
                          <a:effectLst/>
                          <a:latin typeface="+mn-lt"/>
                          <a:ea typeface="Calibri" panose="020F0502020204030204" pitchFamily="34" charset="0"/>
                          <a:cs typeface="Calibri" panose="020F0502020204030204" pitchFamily="34" charset="0"/>
                        </a:rPr>
                        <a:t> or ends with </a:t>
                      </a:r>
                      <a:r>
                        <a:rPr lang="en-US" sz="1800" b="1" i="1" kern="1200" dirty="0">
                          <a:solidFill>
                            <a:srgbClr val="000000"/>
                          </a:solidFill>
                          <a:effectLst/>
                          <a:latin typeface="+mn-lt"/>
                          <a:ea typeface="Calibri" panose="020F0502020204030204" pitchFamily="34" charset="0"/>
                          <a:cs typeface="Calibri" panose="020F0502020204030204" pitchFamily="34" charset="0"/>
                        </a:rPr>
                        <a:t>a</a:t>
                      </a:r>
                      <a:r>
                        <a:rPr lang="en-US" sz="1800" kern="1200" dirty="0">
                          <a:solidFill>
                            <a:srgbClr val="000000"/>
                          </a:solidFill>
                          <a:effectLst/>
                          <a:latin typeface="+mn-lt"/>
                          <a:ea typeface="Calibri" panose="020F0502020204030204" pitchFamily="34" charset="0"/>
                          <a:cs typeface="Calibri" panose="020F0502020204030204" pitchFamily="34" charset="0"/>
                        </a:rPr>
                        <a:t> }</a:t>
                      </a:r>
                      <a:endParaRPr lang="en-US" sz="1800" dirty="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b="1" kern="1200" dirty="0">
                          <a:solidFill>
                            <a:srgbClr val="000000"/>
                          </a:solidFill>
                          <a:effectLst/>
                          <a:latin typeface="+mn-lt"/>
                          <a:ea typeface="Times New Roman" panose="02020603050405020304" pitchFamily="18" charset="0"/>
                          <a:cs typeface="Times New Roman" panose="02020603050405020304" pitchFamily="18" charset="0"/>
                        </a:rPr>
                        <a:t>S</a:t>
                      </a:r>
                      <a:r>
                        <a:rPr lang="en-US" sz="1800" kern="1200" dirty="0">
                          <a:solidFill>
                            <a:srgbClr val="000000"/>
                          </a:solidFill>
                          <a:effectLst/>
                          <a:latin typeface="+mn-lt"/>
                          <a:ea typeface="Times New Roman" panose="02020603050405020304" pitchFamily="18" charset="0"/>
                          <a:cs typeface="Times New Roman" panose="02020603050405020304" pitchFamily="18" charset="0"/>
                        </a:rPr>
                        <a:t> </a:t>
                      </a:r>
                      <a:r>
                        <a:rPr lang="en-US" sz="1800" kern="1200" dirty="0">
                          <a:solidFill>
                            <a:srgbClr val="000000"/>
                          </a:solidFill>
                          <a:effectLst/>
                          <a:latin typeface="+mn-lt"/>
                          <a:ea typeface="Times New Roman" panose="02020603050405020304" pitchFamily="18" charset="0"/>
                          <a:cs typeface="Arial" panose="020B0604020202020204" pitchFamily="34" charset="0"/>
                          <a:sym typeface="Wingdings" panose="05000000000000000000" pitchFamily="2" charset="2"/>
                        </a:rPr>
                        <a:t></a:t>
                      </a:r>
                      <a:r>
                        <a:rPr lang="en-US" sz="1800" kern="1200" dirty="0">
                          <a:solidFill>
                            <a:srgbClr val="000000"/>
                          </a:solidFill>
                          <a:effectLst/>
                          <a:latin typeface="+mn-lt"/>
                          <a:ea typeface="Times New Roman" panose="02020603050405020304" pitchFamily="18" charset="0"/>
                          <a:cs typeface="Times New Roman" panose="02020603050405020304" pitchFamily="18" charset="0"/>
                        </a:rPr>
                        <a:t> </a:t>
                      </a:r>
                      <a:r>
                        <a:rPr lang="en-US" sz="1800" kern="1200" dirty="0" err="1">
                          <a:solidFill>
                            <a:srgbClr val="000000"/>
                          </a:solidFill>
                          <a:effectLst/>
                          <a:latin typeface="+mn-lt"/>
                          <a:ea typeface="Times New Roman" panose="02020603050405020304" pitchFamily="18" charset="0"/>
                          <a:cs typeface="Times New Roman" panose="02020603050405020304" pitchFamily="18" charset="0"/>
                        </a:rPr>
                        <a:t>b</a:t>
                      </a:r>
                      <a:r>
                        <a:rPr lang="en-US" sz="1800" b="1" kern="1200" dirty="0" err="1">
                          <a:solidFill>
                            <a:srgbClr val="000000"/>
                          </a:solidFill>
                          <a:effectLst/>
                          <a:latin typeface="+mn-lt"/>
                          <a:ea typeface="Times New Roman" panose="02020603050405020304" pitchFamily="18" charset="0"/>
                          <a:cs typeface="Times New Roman" panose="02020603050405020304" pitchFamily="18" charset="0"/>
                        </a:rPr>
                        <a:t>T</a:t>
                      </a:r>
                      <a:r>
                        <a:rPr lang="en-US" sz="1800" kern="1200" dirty="0">
                          <a:solidFill>
                            <a:srgbClr val="000000"/>
                          </a:solidFill>
                          <a:effectLst/>
                          <a:latin typeface="+mn-lt"/>
                          <a:ea typeface="Times New Roman" panose="02020603050405020304" pitchFamily="18" charset="0"/>
                          <a:cs typeface="Times New Roman" panose="02020603050405020304" pitchFamily="18" charset="0"/>
                        </a:rPr>
                        <a:t> | </a:t>
                      </a:r>
                      <a:r>
                        <a:rPr lang="en-US" sz="1800" b="1" kern="1200" dirty="0">
                          <a:solidFill>
                            <a:srgbClr val="000000"/>
                          </a:solidFill>
                          <a:effectLst/>
                          <a:latin typeface="+mn-lt"/>
                          <a:ea typeface="Times New Roman" panose="02020603050405020304" pitchFamily="18" charset="0"/>
                          <a:cs typeface="Times New Roman" panose="02020603050405020304" pitchFamily="18" charset="0"/>
                        </a:rPr>
                        <a:t>T</a:t>
                      </a:r>
                      <a:r>
                        <a:rPr lang="en-US" sz="1800" kern="1200" dirty="0">
                          <a:solidFill>
                            <a:srgbClr val="000000"/>
                          </a:solidFill>
                          <a:effectLst/>
                          <a:latin typeface="+mn-lt"/>
                          <a:ea typeface="Times New Roman" panose="02020603050405020304" pitchFamily="18" charset="0"/>
                          <a:cs typeface="Times New Roman" panose="02020603050405020304" pitchFamily="18" charset="0"/>
                        </a:rPr>
                        <a:t>a </a:t>
                      </a:r>
                      <a:endParaRPr lang="en-US" sz="1800" dirty="0">
                        <a:effectLst/>
                        <a:latin typeface="+mn-lt"/>
                        <a:ea typeface="Times New Roman" panose="02020603050405020304" pitchFamily="18" charset="0"/>
                        <a:cs typeface="Times New Roman" panose="02020603050405020304" pitchFamily="18" charset="0"/>
                      </a:endParaRPr>
                    </a:p>
                    <a:p>
                      <a:pPr marL="0" marR="0">
                        <a:lnSpc>
                          <a:spcPct val="107000"/>
                        </a:lnSpc>
                        <a:spcBef>
                          <a:spcPts val="0"/>
                        </a:spcBef>
                        <a:spcAft>
                          <a:spcPts val="0"/>
                        </a:spcAft>
                      </a:pPr>
                      <a:r>
                        <a:rPr lang="en-US" sz="1800" b="1" kern="1200" dirty="0">
                          <a:solidFill>
                            <a:srgbClr val="000000"/>
                          </a:solidFill>
                          <a:effectLst/>
                          <a:latin typeface="+mn-lt"/>
                          <a:ea typeface="Calibri" panose="020F0502020204030204" pitchFamily="34" charset="0"/>
                          <a:cs typeface="Calibri" panose="020F0502020204030204" pitchFamily="34" charset="0"/>
                        </a:rPr>
                        <a:t>T</a:t>
                      </a:r>
                      <a:r>
                        <a:rPr lang="en-US" sz="1800" kern="1200" dirty="0">
                          <a:solidFill>
                            <a:srgbClr val="000000"/>
                          </a:solidFill>
                          <a:effectLst/>
                          <a:latin typeface="+mn-lt"/>
                          <a:ea typeface="Calibri" panose="020F0502020204030204" pitchFamily="34" charset="0"/>
                          <a:cs typeface="Calibri" panose="020F0502020204030204" pitchFamily="34" charset="0"/>
                        </a:rPr>
                        <a:t> </a:t>
                      </a:r>
                      <a:r>
                        <a:rPr lang="en-US" sz="1800" kern="1200" dirty="0">
                          <a:solidFill>
                            <a:srgbClr val="000000"/>
                          </a:solidFill>
                          <a:effectLst/>
                          <a:latin typeface="+mn-lt"/>
                          <a:ea typeface="Calibri" panose="020F0502020204030204" pitchFamily="34" charset="0"/>
                          <a:cs typeface="Arial" panose="020B0604020202020204" pitchFamily="34"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Calibri" panose="020F0502020204030204" pitchFamily="34" charset="0"/>
                        </a:rPr>
                        <a:t> </a:t>
                      </a:r>
                      <a:r>
                        <a:rPr lang="en-US" sz="1800" kern="1200" dirty="0" err="1">
                          <a:solidFill>
                            <a:srgbClr val="000000"/>
                          </a:solidFill>
                          <a:effectLst/>
                          <a:latin typeface="+mn-lt"/>
                          <a:ea typeface="Calibri" panose="020F0502020204030204" pitchFamily="34" charset="0"/>
                          <a:cs typeface="Calibri" panose="020F0502020204030204" pitchFamily="34" charset="0"/>
                        </a:rPr>
                        <a:t>a</a:t>
                      </a:r>
                      <a:r>
                        <a:rPr lang="en-US" sz="1800" b="1" kern="1200" dirty="0" err="1">
                          <a:solidFill>
                            <a:srgbClr val="000000"/>
                          </a:solidFill>
                          <a:effectLst/>
                          <a:latin typeface="+mn-lt"/>
                          <a:ea typeface="Calibri" panose="020F0502020204030204" pitchFamily="34" charset="0"/>
                          <a:cs typeface="Calibri" panose="020F0502020204030204" pitchFamily="34" charset="0"/>
                        </a:rPr>
                        <a:t>T</a:t>
                      </a:r>
                      <a:r>
                        <a:rPr lang="en-US" sz="1800" kern="1200" dirty="0">
                          <a:solidFill>
                            <a:srgbClr val="000000"/>
                          </a:solidFill>
                          <a:effectLst/>
                          <a:latin typeface="+mn-lt"/>
                          <a:ea typeface="Calibri" panose="020F0502020204030204" pitchFamily="34" charset="0"/>
                          <a:cs typeface="Calibri" panose="020F0502020204030204" pitchFamily="34" charset="0"/>
                        </a:rPr>
                        <a:t> | </a:t>
                      </a:r>
                      <a:r>
                        <a:rPr lang="en-US" sz="1800" kern="1200" dirty="0" err="1">
                          <a:solidFill>
                            <a:srgbClr val="000000"/>
                          </a:solidFill>
                          <a:effectLst/>
                          <a:latin typeface="+mn-lt"/>
                          <a:ea typeface="Calibri" panose="020F0502020204030204" pitchFamily="34" charset="0"/>
                          <a:cs typeface="Calibri" panose="020F0502020204030204" pitchFamily="34" charset="0"/>
                        </a:rPr>
                        <a:t>b</a:t>
                      </a:r>
                      <a:r>
                        <a:rPr lang="en-US" sz="1800" b="1" kern="1200" dirty="0" err="1">
                          <a:solidFill>
                            <a:srgbClr val="000000"/>
                          </a:solidFill>
                          <a:effectLst/>
                          <a:latin typeface="+mn-lt"/>
                          <a:ea typeface="Calibri" panose="020F0502020204030204" pitchFamily="34" charset="0"/>
                          <a:cs typeface="Calibri" panose="020F0502020204030204" pitchFamily="34" charset="0"/>
                        </a:rPr>
                        <a:t>T</a:t>
                      </a:r>
                      <a:r>
                        <a:rPr lang="en-US" sz="1800" kern="1200" dirty="0">
                          <a:solidFill>
                            <a:srgbClr val="000000"/>
                          </a:solidFill>
                          <a:effectLst/>
                          <a:latin typeface="+mn-lt"/>
                          <a:ea typeface="Calibri" panose="020F0502020204030204" pitchFamily="34" charset="0"/>
                          <a:cs typeface="Calibri" panose="020F0502020204030204" pitchFamily="34" charset="0"/>
                        </a:rPr>
                        <a:t> | </a:t>
                      </a:r>
                      <a:r>
                        <a:rPr lang="en-US" sz="1800" kern="1200" dirty="0">
                          <a:solidFill>
                            <a:srgbClr val="000000"/>
                          </a:solidFill>
                          <a:effectLst/>
                          <a:latin typeface="+mn-lt"/>
                          <a:ea typeface="Calibri" panose="020F0502020204030204" pitchFamily="34" charset="0"/>
                          <a:cs typeface="Arial" panose="020B0604020202020204" pitchFamily="34" charset="0"/>
                          <a:sym typeface="Symbol" panose="05050102010706020507" pitchFamily="18" charset="2"/>
                        </a:rPr>
                        <a:t></a:t>
                      </a:r>
                      <a:endParaRPr lang="en-US" sz="1800" dirty="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2939641"/>
                  </a:ext>
                </a:extLst>
              </a:tr>
              <a:tr h="0">
                <a:tc>
                  <a:txBody>
                    <a:bodyPr/>
                    <a:lstStyle/>
                    <a:p>
                      <a:pPr marL="0" marR="0">
                        <a:lnSpc>
                          <a:spcPct val="107000"/>
                        </a:lnSpc>
                        <a:spcBef>
                          <a:spcPts val="0"/>
                        </a:spcBef>
                        <a:spcAft>
                          <a:spcPts val="0"/>
                        </a:spcAft>
                      </a:pPr>
                      <a:r>
                        <a:rPr lang="en-US" sz="1800" kern="1200">
                          <a:solidFill>
                            <a:srgbClr val="000000"/>
                          </a:solidFill>
                          <a:effectLst/>
                          <a:latin typeface="+mn-lt"/>
                          <a:ea typeface="Calibri" panose="020F0502020204030204" pitchFamily="34" charset="0"/>
                          <a:cs typeface="Times New Roman" panose="02020603050405020304" pitchFamily="18" charset="0"/>
                        </a:rPr>
                        <a:t>A={ </a:t>
                      </a:r>
                      <a:r>
                        <a:rPr lang="en-US" sz="1800" b="1" i="1" kern="1200">
                          <a:solidFill>
                            <a:srgbClr val="000000"/>
                          </a:solidFill>
                          <a:effectLst/>
                          <a:latin typeface="+mn-lt"/>
                          <a:ea typeface="Calibri" panose="020F0502020204030204" pitchFamily="34" charset="0"/>
                          <a:cs typeface="Times New Roman" panose="02020603050405020304" pitchFamily="18" charset="0"/>
                        </a:rPr>
                        <a:t>w</a:t>
                      </a:r>
                      <a:r>
                        <a:rPr lang="en-US" sz="1800" kern="1200">
                          <a:solidFill>
                            <a:srgbClr val="000000"/>
                          </a:solidFill>
                          <a:effectLst/>
                          <a:latin typeface="+mn-lt"/>
                          <a:ea typeface="Calibri" panose="020F0502020204030204" pitchFamily="34" charset="0"/>
                          <a:cs typeface="Times New Roman" panose="02020603050405020304" pitchFamily="18" charset="0"/>
                        </a:rPr>
                        <a:t> | </a:t>
                      </a:r>
                      <a:r>
                        <a:rPr lang="en-US" sz="1800" b="1" i="1" kern="1200">
                          <a:solidFill>
                            <a:srgbClr val="000000"/>
                          </a:solidFill>
                          <a:effectLst/>
                          <a:latin typeface="+mn-lt"/>
                          <a:ea typeface="Calibri" panose="020F0502020204030204" pitchFamily="34" charset="0"/>
                          <a:cs typeface="Times New Roman" panose="02020603050405020304" pitchFamily="18" charset="0"/>
                        </a:rPr>
                        <a:t>w</a:t>
                      </a:r>
                      <a:r>
                        <a:rPr lang="en-US" sz="1800" kern="1200">
                          <a:solidFill>
                            <a:srgbClr val="000000"/>
                          </a:solidFill>
                          <a:effectLst/>
                          <a:latin typeface="+mn-lt"/>
                          <a:ea typeface="Calibri" panose="020F0502020204030204" pitchFamily="34" charset="0"/>
                          <a:cs typeface="Times New Roman" panose="02020603050405020304" pitchFamily="18" charset="0"/>
                        </a:rPr>
                        <a:t> contains at least 3 </a:t>
                      </a:r>
                      <a:r>
                        <a:rPr lang="en-US" sz="1800" b="1" i="1" kern="1200">
                          <a:solidFill>
                            <a:srgbClr val="000000"/>
                          </a:solidFill>
                          <a:effectLst/>
                          <a:latin typeface="+mn-lt"/>
                          <a:ea typeface="Calibri" panose="020F0502020204030204" pitchFamily="34" charset="0"/>
                          <a:cs typeface="Times New Roman" panose="02020603050405020304" pitchFamily="18" charset="0"/>
                        </a:rPr>
                        <a:t>a</a:t>
                      </a:r>
                      <a:r>
                        <a:rPr lang="en-US" sz="1800" kern="1200">
                          <a:solidFill>
                            <a:srgbClr val="000000"/>
                          </a:solidFill>
                          <a:effectLst/>
                          <a:latin typeface="+mn-lt"/>
                          <a:ea typeface="Calibri" panose="020F0502020204030204" pitchFamily="34" charset="0"/>
                          <a:cs typeface="Times New Roman" panose="02020603050405020304" pitchFamily="18" charset="0"/>
                        </a:rPr>
                        <a:t>‘s }</a:t>
                      </a:r>
                      <a:endParaRPr lang="en-US" sz="180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S</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T</a:t>
                      </a:r>
                      <a:r>
                        <a:rPr lang="en-US" sz="1800" kern="1200" dirty="0" err="1">
                          <a:solidFill>
                            <a:srgbClr val="000000"/>
                          </a:solidFill>
                          <a:effectLst/>
                          <a:latin typeface="+mn-lt"/>
                          <a:ea typeface="Calibri" panose="020F0502020204030204" pitchFamily="34" charset="0"/>
                          <a:cs typeface="Times New Roman" panose="02020603050405020304" pitchFamily="18" charset="0"/>
                        </a:rPr>
                        <a:t>a</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T</a:t>
                      </a:r>
                      <a:r>
                        <a:rPr lang="en-US" sz="1800" kern="1200" dirty="0" err="1">
                          <a:solidFill>
                            <a:srgbClr val="000000"/>
                          </a:solidFill>
                          <a:effectLst/>
                          <a:latin typeface="+mn-lt"/>
                          <a:ea typeface="Calibri" panose="020F0502020204030204" pitchFamily="34" charset="0"/>
                          <a:cs typeface="Times New Roman" panose="02020603050405020304" pitchFamily="18" charset="0"/>
                        </a:rPr>
                        <a:t>a</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T</a:t>
                      </a:r>
                      <a:r>
                        <a:rPr lang="en-US" sz="1800" kern="1200" dirty="0" err="1">
                          <a:solidFill>
                            <a:srgbClr val="000000"/>
                          </a:solidFill>
                          <a:effectLst/>
                          <a:latin typeface="+mn-lt"/>
                          <a:ea typeface="Calibri" panose="020F0502020204030204" pitchFamily="34" charset="0"/>
                          <a:cs typeface="Times New Roman" panose="02020603050405020304" pitchFamily="18" charset="0"/>
                        </a:rPr>
                        <a:t>a</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P</a:t>
                      </a:r>
                      <a:endParaRPr lang="en-US" sz="1800" dirty="0">
                        <a:effectLst/>
                        <a:latin typeface="+mn-lt"/>
                        <a:ea typeface="Times New Roman" panose="02020603050405020304" pitchFamily="18" charset="0"/>
                        <a:cs typeface="Times New Roman" panose="02020603050405020304" pitchFamily="18" charset="0"/>
                      </a:endParaRPr>
                    </a:p>
                    <a:p>
                      <a:pPr marL="0" marR="0">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err="1">
                          <a:solidFill>
                            <a:srgbClr val="000000"/>
                          </a:solidFill>
                          <a:effectLst/>
                          <a:latin typeface="+mn-lt"/>
                          <a:ea typeface="Calibri" panose="020F0502020204030204" pitchFamily="34" charset="0"/>
                          <a:cs typeface="Times New Roman" panose="02020603050405020304" pitchFamily="18" charset="0"/>
                        </a:rPr>
                        <a:t>b</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T</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Symbol" panose="05050102010706020507" pitchFamily="18" charset="2"/>
                        </a:rPr>
                        <a:t></a:t>
                      </a:r>
                      <a:endParaRPr lang="en-US" sz="1800" dirty="0">
                        <a:effectLst/>
                        <a:latin typeface="+mn-lt"/>
                        <a:ea typeface="Times New Roman" panose="02020603050405020304" pitchFamily="18" charset="0"/>
                        <a:cs typeface="Times New Roman" panose="02020603050405020304" pitchFamily="18" charset="0"/>
                      </a:endParaRPr>
                    </a:p>
                    <a:p>
                      <a:pPr marL="0" marR="0">
                        <a:lnSpc>
                          <a:spcPct val="107000"/>
                        </a:lnSpc>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P</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err="1">
                          <a:solidFill>
                            <a:srgbClr val="000000"/>
                          </a:solidFill>
                          <a:effectLst/>
                          <a:latin typeface="+mn-lt"/>
                          <a:ea typeface="Calibri" panose="020F0502020204030204" pitchFamily="34" charset="0"/>
                          <a:cs typeface="Times New Roman" panose="02020603050405020304" pitchFamily="18" charset="0"/>
                        </a:rPr>
                        <a:t>a</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P</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kern="1200" dirty="0" err="1">
                          <a:solidFill>
                            <a:srgbClr val="000000"/>
                          </a:solidFill>
                          <a:effectLst/>
                          <a:latin typeface="+mn-lt"/>
                          <a:ea typeface="Calibri" panose="020F0502020204030204" pitchFamily="34" charset="0"/>
                          <a:cs typeface="Times New Roman" panose="02020603050405020304" pitchFamily="18" charset="0"/>
                        </a:rPr>
                        <a:t>b</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P</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Symbol" panose="05050102010706020507" pitchFamily="18" charset="2"/>
                        </a:rPr>
                        <a:t></a:t>
                      </a:r>
                      <a:endParaRPr lang="en-US" sz="1800" dirty="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267758"/>
                  </a:ext>
                </a:extLst>
              </a:tr>
              <a:tr h="0">
                <a:tc>
                  <a:txBody>
                    <a:bodyPr/>
                    <a:lstStyle/>
                    <a:p>
                      <a:pPr marL="0" marR="0">
                        <a:lnSpc>
                          <a:spcPct val="107000"/>
                        </a:lnSpc>
                        <a:spcBef>
                          <a:spcPts val="0"/>
                        </a:spcBef>
                        <a:spcAft>
                          <a:spcPts val="0"/>
                        </a:spcAft>
                      </a:pPr>
                      <a:r>
                        <a:rPr lang="en-US" sz="1800" kern="1200" dirty="0">
                          <a:solidFill>
                            <a:srgbClr val="000000"/>
                          </a:solidFill>
                          <a:effectLst/>
                          <a:latin typeface="+mn-lt"/>
                          <a:ea typeface="Calibri" panose="020F0502020204030204" pitchFamily="34" charset="0"/>
                          <a:cs typeface="Times New Roman" panose="02020603050405020304" pitchFamily="18" charset="0"/>
                        </a:rPr>
                        <a:t>A={ </a:t>
                      </a:r>
                      <a:r>
                        <a:rPr lang="en-US" sz="1800" b="1" i="1" kern="1200" dirty="0">
                          <a:solidFill>
                            <a:srgbClr val="000000"/>
                          </a:solidFill>
                          <a:effectLst/>
                          <a:latin typeface="+mn-lt"/>
                          <a:ea typeface="Calibri" panose="020F0502020204030204" pitchFamily="34" charset="0"/>
                          <a:cs typeface="Times New Roman" panose="02020603050405020304" pitchFamily="18" charset="0"/>
                        </a:rPr>
                        <a:t>w</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b="1" i="1" kern="1200" dirty="0">
                          <a:solidFill>
                            <a:srgbClr val="000000"/>
                          </a:solidFill>
                          <a:effectLst/>
                          <a:latin typeface="+mn-lt"/>
                          <a:ea typeface="Calibri" panose="020F0502020204030204" pitchFamily="34" charset="0"/>
                          <a:cs typeface="Times New Roman" panose="02020603050405020304" pitchFamily="18" charset="0"/>
                        </a:rPr>
                        <a:t>w</a:t>
                      </a:r>
                      <a:r>
                        <a:rPr lang="en-US" sz="1800" kern="1200" dirty="0">
                          <a:solidFill>
                            <a:srgbClr val="000000"/>
                          </a:solidFill>
                          <a:effectLst/>
                          <a:latin typeface="+mn-lt"/>
                          <a:ea typeface="Calibri" panose="020F0502020204030204" pitchFamily="34" charset="0"/>
                          <a:cs typeface="Times New Roman" panose="02020603050405020304" pitchFamily="18" charset="0"/>
                        </a:rPr>
                        <a:t> contains at most 3 </a:t>
                      </a:r>
                      <a:r>
                        <a:rPr lang="en-US" sz="1800" b="1" i="1" kern="1200" dirty="0">
                          <a:solidFill>
                            <a:srgbClr val="000000"/>
                          </a:solidFill>
                          <a:effectLst/>
                          <a:latin typeface="+mn-lt"/>
                          <a:ea typeface="Calibri" panose="020F0502020204030204" pitchFamily="34" charset="0"/>
                          <a:cs typeface="Times New Roman" panose="02020603050405020304" pitchFamily="18" charset="0"/>
                        </a:rPr>
                        <a:t>a</a:t>
                      </a:r>
                      <a:r>
                        <a:rPr lang="en-US" sz="1800" kern="1200" dirty="0">
                          <a:solidFill>
                            <a:srgbClr val="000000"/>
                          </a:solidFill>
                          <a:effectLst/>
                          <a:latin typeface="+mn-lt"/>
                          <a:ea typeface="Calibri" panose="020F0502020204030204" pitchFamily="34" charset="0"/>
                          <a:cs typeface="Times New Roman" panose="02020603050405020304" pitchFamily="18" charset="0"/>
                        </a:rPr>
                        <a:t>‘s }</a:t>
                      </a:r>
                      <a:endParaRPr lang="en-US" sz="1800" dirty="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S</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b="1" kern="1200" dirty="0">
                          <a:solidFill>
                            <a:srgbClr val="000000"/>
                          </a:solidFill>
                          <a:effectLst/>
                          <a:latin typeface="+mn-lt"/>
                          <a:ea typeface="Calibri" panose="020F0502020204030204" pitchFamily="34" charset="0"/>
                          <a:cs typeface="Times New Roman" panose="02020603050405020304" pitchFamily="18" charset="0"/>
                        </a:rPr>
                        <a:t>BABABAB</a:t>
                      </a:r>
                      <a:endParaRPr lang="en-US" sz="1800" dirty="0">
                        <a:effectLst/>
                        <a:latin typeface="+mn-lt"/>
                        <a:ea typeface="Times New Roman" panose="02020603050405020304" pitchFamily="18" charset="0"/>
                        <a:cs typeface="Times New Roman" panose="02020603050405020304" pitchFamily="18" charset="0"/>
                      </a:endParaRPr>
                    </a:p>
                    <a:p>
                      <a:pPr marL="0" marR="0">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A</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 |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Symbol" panose="05050102010706020507" pitchFamily="18" charset="2"/>
                        </a:rPr>
                        <a:t></a:t>
                      </a:r>
                      <a:endParaRPr lang="en-US" sz="1800" dirty="0">
                        <a:effectLst/>
                        <a:latin typeface="+mn-lt"/>
                        <a:ea typeface="Times New Roman" panose="02020603050405020304" pitchFamily="18" charset="0"/>
                        <a:cs typeface="Times New Roman" panose="02020603050405020304" pitchFamily="18" charset="0"/>
                      </a:endParaRPr>
                    </a:p>
                    <a:p>
                      <a:pPr marL="0" marR="0">
                        <a:lnSpc>
                          <a:spcPct val="107000"/>
                        </a:lnSpc>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B</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err="1">
                          <a:solidFill>
                            <a:srgbClr val="000000"/>
                          </a:solidFill>
                          <a:effectLst/>
                          <a:latin typeface="+mn-lt"/>
                          <a:ea typeface="Calibri" panose="020F0502020204030204" pitchFamily="34" charset="0"/>
                          <a:cs typeface="Times New Roman" panose="02020603050405020304" pitchFamily="18" charset="0"/>
                        </a:rPr>
                        <a:t>b</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B</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Symbol" panose="05050102010706020507" pitchFamily="18" charset="2"/>
                        </a:rPr>
                        <a:t></a:t>
                      </a:r>
                      <a:endParaRPr lang="en-US" sz="1800" dirty="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9396818"/>
                  </a:ext>
                </a:extLst>
              </a:tr>
              <a:tr h="0">
                <a:tc>
                  <a:txBody>
                    <a:bodyPr/>
                    <a:lstStyle/>
                    <a:p>
                      <a:pPr marL="0" marR="0">
                        <a:lnSpc>
                          <a:spcPct val="107000"/>
                        </a:lnSpc>
                        <a:spcBef>
                          <a:spcPts val="0"/>
                        </a:spcBef>
                        <a:spcAft>
                          <a:spcPts val="0"/>
                        </a:spcAft>
                      </a:pPr>
                      <a:r>
                        <a:rPr lang="en-US" sz="1800" kern="1200">
                          <a:solidFill>
                            <a:srgbClr val="000000"/>
                          </a:solidFill>
                          <a:effectLst/>
                          <a:latin typeface="+mn-lt"/>
                          <a:ea typeface="Calibri" panose="020F0502020204030204" pitchFamily="34" charset="0"/>
                          <a:cs typeface="Times New Roman" panose="02020603050405020304" pitchFamily="18" charset="0"/>
                        </a:rPr>
                        <a:t>A={ </a:t>
                      </a:r>
                      <a:r>
                        <a:rPr lang="en-US" sz="1800" b="1" i="1" kern="1200">
                          <a:solidFill>
                            <a:srgbClr val="000000"/>
                          </a:solidFill>
                          <a:effectLst/>
                          <a:latin typeface="+mn-lt"/>
                          <a:ea typeface="Calibri" panose="020F0502020204030204" pitchFamily="34" charset="0"/>
                          <a:cs typeface="Times New Roman" panose="02020603050405020304" pitchFamily="18" charset="0"/>
                        </a:rPr>
                        <a:t>w</a:t>
                      </a:r>
                      <a:r>
                        <a:rPr lang="en-US" sz="1800" kern="1200">
                          <a:solidFill>
                            <a:srgbClr val="000000"/>
                          </a:solidFill>
                          <a:effectLst/>
                          <a:latin typeface="+mn-lt"/>
                          <a:ea typeface="Calibri" panose="020F0502020204030204" pitchFamily="34" charset="0"/>
                          <a:cs typeface="Times New Roman" panose="02020603050405020304" pitchFamily="18" charset="0"/>
                        </a:rPr>
                        <a:t> | </a:t>
                      </a:r>
                      <a:r>
                        <a:rPr lang="en-US" sz="1800" b="1" i="1" kern="1200">
                          <a:solidFill>
                            <a:srgbClr val="000000"/>
                          </a:solidFill>
                          <a:effectLst/>
                          <a:latin typeface="+mn-lt"/>
                          <a:ea typeface="Calibri" panose="020F0502020204030204" pitchFamily="34" charset="0"/>
                          <a:cs typeface="Times New Roman" panose="02020603050405020304" pitchFamily="18" charset="0"/>
                        </a:rPr>
                        <a:t>w</a:t>
                      </a:r>
                      <a:r>
                        <a:rPr lang="en-US" sz="1800" kern="1200">
                          <a:solidFill>
                            <a:srgbClr val="000000"/>
                          </a:solidFill>
                          <a:effectLst/>
                          <a:latin typeface="+mn-lt"/>
                          <a:ea typeface="Calibri" panose="020F0502020204030204" pitchFamily="34" charset="0"/>
                          <a:cs typeface="Times New Roman" panose="02020603050405020304" pitchFamily="18" charset="0"/>
                        </a:rPr>
                        <a:t> contains the substring </a:t>
                      </a:r>
                      <a:r>
                        <a:rPr lang="en-US" sz="1800" b="1" i="1" kern="1200">
                          <a:solidFill>
                            <a:srgbClr val="000000"/>
                          </a:solidFill>
                          <a:effectLst/>
                          <a:latin typeface="+mn-lt"/>
                          <a:ea typeface="Calibri" panose="020F0502020204030204" pitchFamily="34" charset="0"/>
                          <a:cs typeface="Times New Roman" panose="02020603050405020304" pitchFamily="18" charset="0"/>
                        </a:rPr>
                        <a:t>aba</a:t>
                      </a:r>
                      <a:r>
                        <a:rPr lang="en-US" sz="1800" kern="1200">
                          <a:solidFill>
                            <a:srgbClr val="000000"/>
                          </a:solidFill>
                          <a:effectLst/>
                          <a:latin typeface="+mn-lt"/>
                          <a:ea typeface="Calibri" panose="020F0502020204030204" pitchFamily="34" charset="0"/>
                          <a:cs typeface="Times New Roman" panose="02020603050405020304" pitchFamily="18" charset="0"/>
                        </a:rPr>
                        <a:t> }</a:t>
                      </a:r>
                      <a:endParaRPr lang="en-US" sz="180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S</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T</a:t>
                      </a:r>
                      <a:r>
                        <a:rPr lang="en-US" sz="1800" kern="1200" dirty="0" err="1">
                          <a:solidFill>
                            <a:srgbClr val="000000"/>
                          </a:solidFill>
                          <a:effectLst/>
                          <a:latin typeface="+mn-lt"/>
                          <a:ea typeface="Calibri" panose="020F0502020204030204" pitchFamily="34" charset="0"/>
                          <a:cs typeface="Times New Roman" panose="02020603050405020304" pitchFamily="18" charset="0"/>
                        </a:rPr>
                        <a:t>aba</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T</a:t>
                      </a:r>
                      <a:endParaRPr lang="en-US" sz="1800" dirty="0">
                        <a:effectLst/>
                        <a:latin typeface="+mn-lt"/>
                        <a:ea typeface="Times New Roman" panose="02020603050405020304" pitchFamily="18" charset="0"/>
                        <a:cs typeface="Times New Roman" panose="02020603050405020304" pitchFamily="18" charset="0"/>
                      </a:endParaRPr>
                    </a:p>
                    <a:p>
                      <a:pPr marL="0" marR="0">
                        <a:lnSpc>
                          <a:spcPct val="107000"/>
                        </a:lnSpc>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err="1">
                          <a:solidFill>
                            <a:srgbClr val="000000"/>
                          </a:solidFill>
                          <a:effectLst/>
                          <a:latin typeface="+mn-lt"/>
                          <a:ea typeface="Calibri" panose="020F0502020204030204" pitchFamily="34" charset="0"/>
                          <a:cs typeface="Times New Roman" panose="02020603050405020304" pitchFamily="18" charset="0"/>
                        </a:rPr>
                        <a:t>a</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T</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kern="1200" dirty="0" err="1">
                          <a:solidFill>
                            <a:srgbClr val="000000"/>
                          </a:solidFill>
                          <a:effectLst/>
                          <a:latin typeface="+mn-lt"/>
                          <a:ea typeface="Calibri" panose="020F0502020204030204" pitchFamily="34" charset="0"/>
                          <a:cs typeface="Times New Roman" panose="02020603050405020304" pitchFamily="18" charset="0"/>
                        </a:rPr>
                        <a:t>b</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T</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Symbol" panose="05050102010706020507" pitchFamily="18" charset="2"/>
                        </a:rPr>
                        <a:t></a:t>
                      </a:r>
                      <a:endParaRPr lang="en-US" sz="1800" dirty="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5717488"/>
                  </a:ext>
                </a:extLst>
              </a:tr>
              <a:tr h="0">
                <a:tc>
                  <a:txBody>
                    <a:bodyPr/>
                    <a:lstStyle/>
                    <a:p>
                      <a:pPr marL="0" marR="0">
                        <a:lnSpc>
                          <a:spcPct val="107000"/>
                        </a:lnSpc>
                        <a:spcBef>
                          <a:spcPts val="0"/>
                        </a:spcBef>
                        <a:spcAft>
                          <a:spcPts val="0"/>
                        </a:spcAft>
                      </a:pPr>
                      <a:r>
                        <a:rPr lang="en-US" sz="1800" kern="1200">
                          <a:solidFill>
                            <a:srgbClr val="000000"/>
                          </a:solidFill>
                          <a:effectLst/>
                          <a:latin typeface="+mn-lt"/>
                          <a:ea typeface="Calibri" panose="020F0502020204030204" pitchFamily="34" charset="0"/>
                          <a:cs typeface="Times New Roman" panose="02020603050405020304" pitchFamily="18" charset="0"/>
                        </a:rPr>
                        <a:t>A={ </a:t>
                      </a:r>
                      <a:r>
                        <a:rPr lang="en-US" sz="1800" b="1" i="1" kern="1200">
                          <a:solidFill>
                            <a:srgbClr val="000000"/>
                          </a:solidFill>
                          <a:effectLst/>
                          <a:latin typeface="+mn-lt"/>
                          <a:ea typeface="Calibri" panose="020F0502020204030204" pitchFamily="34" charset="0"/>
                          <a:cs typeface="Times New Roman" panose="02020603050405020304" pitchFamily="18" charset="0"/>
                        </a:rPr>
                        <a:t>w</a:t>
                      </a:r>
                      <a:r>
                        <a:rPr lang="en-US" sz="1800" kern="1200">
                          <a:solidFill>
                            <a:srgbClr val="000000"/>
                          </a:solidFill>
                          <a:effectLst/>
                          <a:latin typeface="+mn-lt"/>
                          <a:ea typeface="Calibri" panose="020F0502020204030204" pitchFamily="34" charset="0"/>
                          <a:cs typeface="Times New Roman" panose="02020603050405020304" pitchFamily="18" charset="0"/>
                        </a:rPr>
                        <a:t> | </a:t>
                      </a:r>
                      <a:r>
                        <a:rPr lang="en-US" sz="1800" b="1" i="1" kern="1200">
                          <a:solidFill>
                            <a:srgbClr val="000000"/>
                          </a:solidFill>
                          <a:effectLst/>
                          <a:latin typeface="+mn-lt"/>
                          <a:ea typeface="Calibri" panose="020F0502020204030204" pitchFamily="34" charset="0"/>
                          <a:cs typeface="Times New Roman" panose="02020603050405020304" pitchFamily="18" charset="0"/>
                        </a:rPr>
                        <a:t>w</a:t>
                      </a:r>
                      <a:r>
                        <a:rPr lang="en-US" sz="1800" kern="1200">
                          <a:solidFill>
                            <a:srgbClr val="000000"/>
                          </a:solidFill>
                          <a:effectLst/>
                          <a:latin typeface="+mn-lt"/>
                          <a:ea typeface="Calibri" panose="020F0502020204030204" pitchFamily="34" charset="0"/>
                          <a:cs typeface="Times New Roman" panose="02020603050405020304" pitchFamily="18" charset="0"/>
                        </a:rPr>
                        <a:t> does not contain the substring </a:t>
                      </a:r>
                      <a:r>
                        <a:rPr lang="en-US" sz="1800" b="1" i="1" kern="1200">
                          <a:solidFill>
                            <a:srgbClr val="000000"/>
                          </a:solidFill>
                          <a:effectLst/>
                          <a:latin typeface="+mn-lt"/>
                          <a:ea typeface="Calibri" panose="020F0502020204030204" pitchFamily="34" charset="0"/>
                          <a:cs typeface="Times New Roman" panose="02020603050405020304" pitchFamily="18" charset="0"/>
                        </a:rPr>
                        <a:t>aba</a:t>
                      </a:r>
                      <a:r>
                        <a:rPr lang="en-US" sz="1800" kern="1200">
                          <a:solidFill>
                            <a:srgbClr val="000000"/>
                          </a:solidFill>
                          <a:effectLst/>
                          <a:latin typeface="+mn-lt"/>
                          <a:ea typeface="Calibri" panose="020F0502020204030204" pitchFamily="34" charset="0"/>
                          <a:cs typeface="Times New Roman" panose="02020603050405020304" pitchFamily="18" charset="0"/>
                        </a:rPr>
                        <a:t> }</a:t>
                      </a:r>
                      <a:endParaRPr lang="en-US" sz="180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S</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err="1">
                          <a:solidFill>
                            <a:srgbClr val="000000"/>
                          </a:solidFill>
                          <a:effectLst/>
                          <a:latin typeface="+mn-lt"/>
                          <a:ea typeface="Calibri" panose="020F0502020204030204" pitchFamily="34" charset="0"/>
                          <a:cs typeface="Times New Roman" panose="02020603050405020304" pitchFamily="18" charset="0"/>
                        </a:rPr>
                        <a:t>b</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S</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kern="1200" dirty="0" err="1">
                          <a:solidFill>
                            <a:srgbClr val="000000"/>
                          </a:solidFill>
                          <a:effectLst/>
                          <a:latin typeface="+mn-lt"/>
                          <a:ea typeface="Calibri" panose="020F0502020204030204" pitchFamily="34" charset="0"/>
                          <a:cs typeface="Times New Roman" panose="02020603050405020304" pitchFamily="18" charset="0"/>
                        </a:rPr>
                        <a:t>a</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T</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Symbol" panose="05050102010706020507" pitchFamily="18" charset="2"/>
                        </a:rPr>
                        <a:t></a:t>
                      </a:r>
                      <a:endParaRPr lang="en-US" sz="1800" dirty="0">
                        <a:effectLst/>
                        <a:latin typeface="+mn-lt"/>
                        <a:ea typeface="Times New Roman" panose="02020603050405020304" pitchFamily="18" charset="0"/>
                        <a:cs typeface="Times New Roman" panose="02020603050405020304" pitchFamily="18" charset="0"/>
                      </a:endParaRPr>
                    </a:p>
                    <a:p>
                      <a:pPr marL="0" marR="0">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err="1">
                          <a:solidFill>
                            <a:srgbClr val="000000"/>
                          </a:solidFill>
                          <a:effectLst/>
                          <a:latin typeface="+mn-lt"/>
                          <a:ea typeface="Calibri" panose="020F0502020204030204" pitchFamily="34" charset="0"/>
                          <a:cs typeface="Times New Roman" panose="02020603050405020304" pitchFamily="18" charset="0"/>
                        </a:rPr>
                        <a:t>a</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T</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kern="1200" dirty="0" err="1">
                          <a:solidFill>
                            <a:srgbClr val="000000"/>
                          </a:solidFill>
                          <a:effectLst/>
                          <a:latin typeface="+mn-lt"/>
                          <a:ea typeface="Calibri" panose="020F0502020204030204" pitchFamily="34" charset="0"/>
                          <a:cs typeface="Times New Roman" panose="02020603050405020304" pitchFamily="18" charset="0"/>
                        </a:rPr>
                        <a:t>b</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R</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Symbol" panose="05050102010706020507" pitchFamily="18" charset="2"/>
                        </a:rPr>
                        <a:t></a:t>
                      </a:r>
                      <a:endParaRPr lang="en-US" sz="1800" dirty="0">
                        <a:effectLst/>
                        <a:latin typeface="+mn-lt"/>
                        <a:ea typeface="Times New Roman" panose="02020603050405020304" pitchFamily="18" charset="0"/>
                        <a:cs typeface="Times New Roman" panose="02020603050405020304" pitchFamily="18" charset="0"/>
                      </a:endParaRPr>
                    </a:p>
                    <a:p>
                      <a:pPr marL="0" marR="0">
                        <a:lnSpc>
                          <a:spcPct val="107000"/>
                        </a:lnSpc>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R</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err="1">
                          <a:solidFill>
                            <a:srgbClr val="000000"/>
                          </a:solidFill>
                          <a:effectLst/>
                          <a:latin typeface="+mn-lt"/>
                          <a:ea typeface="Calibri" panose="020F0502020204030204" pitchFamily="34" charset="0"/>
                          <a:cs typeface="Times New Roman" panose="02020603050405020304" pitchFamily="18" charset="0"/>
                        </a:rPr>
                        <a:t>b</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S</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Symbol" panose="05050102010706020507" pitchFamily="18" charset="2"/>
                        </a:rPr>
                        <a:t></a:t>
                      </a:r>
                      <a:endParaRPr lang="en-US" sz="1800" dirty="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8982149"/>
                  </a:ext>
                </a:extLst>
              </a:tr>
              <a:tr h="0">
                <a:tc>
                  <a:txBody>
                    <a:bodyPr/>
                    <a:lstStyle/>
                    <a:p>
                      <a:pPr marL="0" marR="0">
                        <a:lnSpc>
                          <a:spcPct val="107000"/>
                        </a:lnSpc>
                        <a:spcBef>
                          <a:spcPts val="0"/>
                        </a:spcBef>
                        <a:spcAft>
                          <a:spcPts val="0"/>
                        </a:spcAft>
                      </a:pPr>
                      <a:r>
                        <a:rPr lang="en-US" sz="1800" kern="1200">
                          <a:solidFill>
                            <a:srgbClr val="000000"/>
                          </a:solidFill>
                          <a:effectLst/>
                          <a:latin typeface="+mn-lt"/>
                          <a:ea typeface="Calibri" panose="020F0502020204030204" pitchFamily="34" charset="0"/>
                          <a:cs typeface="Times New Roman" panose="02020603050405020304" pitchFamily="18" charset="0"/>
                        </a:rPr>
                        <a:t>A={ </a:t>
                      </a:r>
                      <a:r>
                        <a:rPr lang="en-US" sz="1800" b="1" i="1" kern="1200">
                          <a:solidFill>
                            <a:srgbClr val="000000"/>
                          </a:solidFill>
                          <a:effectLst/>
                          <a:latin typeface="+mn-lt"/>
                          <a:ea typeface="Calibri" panose="020F0502020204030204" pitchFamily="34" charset="0"/>
                          <a:cs typeface="Times New Roman" panose="02020603050405020304" pitchFamily="18" charset="0"/>
                        </a:rPr>
                        <a:t>w</a:t>
                      </a:r>
                      <a:r>
                        <a:rPr lang="en-US" sz="1800" kern="1200">
                          <a:solidFill>
                            <a:srgbClr val="000000"/>
                          </a:solidFill>
                          <a:effectLst/>
                          <a:latin typeface="+mn-lt"/>
                          <a:ea typeface="Calibri" panose="020F0502020204030204" pitchFamily="34" charset="0"/>
                          <a:cs typeface="Times New Roman" panose="02020603050405020304" pitchFamily="18" charset="0"/>
                        </a:rPr>
                        <a:t> | every odd position of </a:t>
                      </a:r>
                      <a:r>
                        <a:rPr lang="en-US" sz="1800" b="1" i="1" kern="1200">
                          <a:solidFill>
                            <a:srgbClr val="000000"/>
                          </a:solidFill>
                          <a:effectLst/>
                          <a:latin typeface="+mn-lt"/>
                          <a:ea typeface="Calibri" panose="020F0502020204030204" pitchFamily="34" charset="0"/>
                          <a:cs typeface="Times New Roman" panose="02020603050405020304" pitchFamily="18" charset="0"/>
                        </a:rPr>
                        <a:t>w</a:t>
                      </a:r>
                      <a:r>
                        <a:rPr lang="en-US" sz="1800" kern="1200">
                          <a:solidFill>
                            <a:srgbClr val="000000"/>
                          </a:solidFill>
                          <a:effectLst/>
                          <a:latin typeface="+mn-lt"/>
                          <a:ea typeface="Calibri" panose="020F0502020204030204" pitchFamily="34" charset="0"/>
                          <a:cs typeface="Times New Roman" panose="02020603050405020304" pitchFamily="18" charset="0"/>
                        </a:rPr>
                        <a:t> is a }</a:t>
                      </a:r>
                      <a:endParaRPr lang="en-US" sz="180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S</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err="1">
                          <a:solidFill>
                            <a:srgbClr val="000000"/>
                          </a:solidFill>
                          <a:effectLst/>
                          <a:latin typeface="+mn-lt"/>
                          <a:ea typeface="Calibri" panose="020F0502020204030204" pitchFamily="34" charset="0"/>
                          <a:cs typeface="Times New Roman" panose="02020603050405020304" pitchFamily="18" charset="0"/>
                        </a:rPr>
                        <a:t>a</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T</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Symbol" panose="05050102010706020507" pitchFamily="18" charset="2"/>
                        </a:rPr>
                        <a:t></a:t>
                      </a:r>
                      <a:endParaRPr lang="en-US" sz="1800" dirty="0">
                        <a:effectLst/>
                        <a:latin typeface="+mn-lt"/>
                        <a:ea typeface="Times New Roman" panose="02020603050405020304" pitchFamily="18" charset="0"/>
                        <a:cs typeface="Times New Roman" panose="02020603050405020304" pitchFamily="18" charset="0"/>
                      </a:endParaRPr>
                    </a:p>
                    <a:p>
                      <a:pPr marL="0" marR="0">
                        <a:lnSpc>
                          <a:spcPct val="107000"/>
                        </a:lnSpc>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err="1">
                          <a:solidFill>
                            <a:srgbClr val="000000"/>
                          </a:solidFill>
                          <a:effectLst/>
                          <a:latin typeface="+mn-lt"/>
                          <a:ea typeface="Calibri" panose="020F0502020204030204" pitchFamily="34" charset="0"/>
                          <a:cs typeface="Times New Roman" panose="02020603050405020304" pitchFamily="18" charset="0"/>
                        </a:rPr>
                        <a:t>a</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S</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kern="1200" dirty="0" err="1">
                          <a:solidFill>
                            <a:srgbClr val="000000"/>
                          </a:solidFill>
                          <a:effectLst/>
                          <a:latin typeface="+mn-lt"/>
                          <a:ea typeface="Calibri" panose="020F0502020204030204" pitchFamily="34" charset="0"/>
                          <a:cs typeface="Times New Roman" panose="02020603050405020304" pitchFamily="18" charset="0"/>
                        </a:rPr>
                        <a:t>b</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S</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Symbol" panose="05050102010706020507" pitchFamily="18" charset="2"/>
                        </a:rPr>
                        <a:t></a:t>
                      </a:r>
                      <a:endParaRPr lang="en-US" sz="1800" dirty="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875585"/>
                  </a:ext>
                </a:extLst>
              </a:tr>
              <a:tr h="0">
                <a:tc>
                  <a:txBody>
                    <a:bodyPr/>
                    <a:lstStyle/>
                    <a:p>
                      <a:pPr marL="0" marR="0">
                        <a:lnSpc>
                          <a:spcPct val="107000"/>
                        </a:lnSpc>
                        <a:spcBef>
                          <a:spcPts val="0"/>
                        </a:spcBef>
                        <a:spcAft>
                          <a:spcPts val="0"/>
                        </a:spcAft>
                      </a:pPr>
                      <a:r>
                        <a:rPr lang="en-US" sz="1800" kern="1200">
                          <a:solidFill>
                            <a:srgbClr val="000000"/>
                          </a:solidFill>
                          <a:effectLst/>
                          <a:latin typeface="+mn-lt"/>
                          <a:ea typeface="Calibri" panose="020F0502020204030204" pitchFamily="34" charset="0"/>
                          <a:cs typeface="Times New Roman" panose="02020603050405020304" pitchFamily="18" charset="0"/>
                        </a:rPr>
                        <a:t>A={ </a:t>
                      </a:r>
                      <a:r>
                        <a:rPr lang="en-US" sz="1800" b="1" i="1" kern="1200">
                          <a:solidFill>
                            <a:srgbClr val="000000"/>
                          </a:solidFill>
                          <a:effectLst/>
                          <a:latin typeface="+mn-lt"/>
                          <a:ea typeface="Calibri" panose="020F0502020204030204" pitchFamily="34" charset="0"/>
                          <a:cs typeface="Times New Roman" panose="02020603050405020304" pitchFamily="18" charset="0"/>
                        </a:rPr>
                        <a:t>w</a:t>
                      </a:r>
                      <a:r>
                        <a:rPr lang="en-US" sz="1800" kern="1200">
                          <a:solidFill>
                            <a:srgbClr val="000000"/>
                          </a:solidFill>
                          <a:effectLst/>
                          <a:latin typeface="+mn-lt"/>
                          <a:ea typeface="Calibri" panose="020F0502020204030204" pitchFamily="34" charset="0"/>
                          <a:cs typeface="Times New Roman" panose="02020603050405020304" pitchFamily="18" charset="0"/>
                        </a:rPr>
                        <a:t> | </a:t>
                      </a:r>
                      <a:r>
                        <a:rPr lang="en-US" sz="1800" b="1" i="1" kern="1200">
                          <a:solidFill>
                            <a:srgbClr val="000000"/>
                          </a:solidFill>
                          <a:effectLst/>
                          <a:latin typeface="+mn-lt"/>
                          <a:ea typeface="Calibri" panose="020F0502020204030204" pitchFamily="34" charset="0"/>
                          <a:cs typeface="Times New Roman" panose="02020603050405020304" pitchFamily="18" charset="0"/>
                        </a:rPr>
                        <a:t>w</a:t>
                      </a:r>
                      <a:r>
                        <a:rPr lang="en-US" sz="1800" kern="1200">
                          <a:solidFill>
                            <a:srgbClr val="000000"/>
                          </a:solidFill>
                          <a:effectLst/>
                          <a:latin typeface="+mn-lt"/>
                          <a:ea typeface="Calibri" panose="020F0502020204030204" pitchFamily="34" charset="0"/>
                          <a:cs typeface="Times New Roman" panose="02020603050405020304" pitchFamily="18" charset="0"/>
                        </a:rPr>
                        <a:t> = </a:t>
                      </a:r>
                      <a:r>
                        <a:rPr lang="en-US" sz="1800" b="1" i="1" kern="1200">
                          <a:solidFill>
                            <a:srgbClr val="000000"/>
                          </a:solidFill>
                          <a:effectLst/>
                          <a:latin typeface="+mn-lt"/>
                          <a:ea typeface="Calibri" panose="020F0502020204030204" pitchFamily="34" charset="0"/>
                          <a:cs typeface="Times New Roman" panose="02020603050405020304" pitchFamily="18" charset="0"/>
                        </a:rPr>
                        <a:t>a</a:t>
                      </a:r>
                      <a:r>
                        <a:rPr lang="en-US" sz="1800" kern="1200" baseline="30000">
                          <a:solidFill>
                            <a:srgbClr val="000000"/>
                          </a:solidFill>
                          <a:effectLst/>
                          <a:latin typeface="+mn-lt"/>
                          <a:ea typeface="Calibri" panose="020F0502020204030204" pitchFamily="34" charset="0"/>
                          <a:cs typeface="Times New Roman" panose="02020603050405020304" pitchFamily="18" charset="0"/>
                        </a:rPr>
                        <a:t>m</a:t>
                      </a:r>
                      <a:r>
                        <a:rPr lang="en-US" sz="1800" b="1" i="1" kern="1200">
                          <a:solidFill>
                            <a:srgbClr val="000000"/>
                          </a:solidFill>
                          <a:effectLst/>
                          <a:latin typeface="+mn-lt"/>
                          <a:ea typeface="Calibri" panose="020F0502020204030204" pitchFamily="34" charset="0"/>
                          <a:cs typeface="Times New Roman" panose="02020603050405020304" pitchFamily="18" charset="0"/>
                        </a:rPr>
                        <a:t>b</a:t>
                      </a:r>
                      <a:r>
                        <a:rPr lang="en-US" sz="1800" kern="1200" baseline="30000">
                          <a:solidFill>
                            <a:srgbClr val="000000"/>
                          </a:solidFill>
                          <a:effectLst/>
                          <a:latin typeface="+mn-lt"/>
                          <a:ea typeface="Calibri" panose="020F0502020204030204" pitchFamily="34" charset="0"/>
                          <a:cs typeface="Times New Roman" panose="02020603050405020304" pitchFamily="18" charset="0"/>
                        </a:rPr>
                        <a:t>n</a:t>
                      </a:r>
                      <a:r>
                        <a:rPr lang="en-US" sz="1800" kern="1200">
                          <a:solidFill>
                            <a:srgbClr val="000000"/>
                          </a:solidFill>
                          <a:effectLst/>
                          <a:latin typeface="+mn-lt"/>
                          <a:ea typeface="Calibri" panose="020F0502020204030204" pitchFamily="34" charset="0"/>
                          <a:cs typeface="Times New Roman" panose="02020603050405020304" pitchFamily="18" charset="0"/>
                        </a:rPr>
                        <a:t> and m = n}</a:t>
                      </a:r>
                      <a:endParaRPr lang="en-US" sz="180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b="1" kern="1200" dirty="0">
                          <a:solidFill>
                            <a:srgbClr val="000000"/>
                          </a:solidFill>
                          <a:effectLst/>
                          <a:latin typeface="+mn-lt"/>
                          <a:ea typeface="Calibri" panose="020F0502020204030204" pitchFamily="34" charset="0"/>
                          <a:cs typeface="Times New Roman" panose="02020603050405020304" pitchFamily="18" charset="0"/>
                        </a:rPr>
                        <a:t>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kern="1200" dirty="0">
                          <a:solidFill>
                            <a:srgbClr val="000000"/>
                          </a:solidFill>
                          <a:effectLst/>
                          <a:latin typeface="+mn-lt"/>
                          <a:ea typeface="Calibri" panose="020F0502020204030204" pitchFamily="34" charset="0"/>
                          <a:cs typeface="Times New Roman" panose="02020603050405020304" pitchFamily="18" charset="0"/>
                        </a:rPr>
                        <a:t> </a:t>
                      </a:r>
                      <a:r>
                        <a:rPr lang="en-US" sz="1800" kern="1200" dirty="0" err="1">
                          <a:solidFill>
                            <a:srgbClr val="000000"/>
                          </a:solidFill>
                          <a:effectLst/>
                          <a:latin typeface="+mn-lt"/>
                          <a:ea typeface="Calibri" panose="020F0502020204030204" pitchFamily="34" charset="0"/>
                          <a:cs typeface="Times New Roman" panose="02020603050405020304" pitchFamily="18" charset="0"/>
                        </a:rPr>
                        <a:t>a</a:t>
                      </a:r>
                      <a:r>
                        <a:rPr lang="en-US" sz="1800" b="1" kern="1200" dirty="0" err="1">
                          <a:solidFill>
                            <a:srgbClr val="000000"/>
                          </a:solidFill>
                          <a:effectLst/>
                          <a:latin typeface="+mn-lt"/>
                          <a:ea typeface="Calibri" panose="020F0502020204030204" pitchFamily="34" charset="0"/>
                          <a:cs typeface="Times New Roman" panose="02020603050405020304" pitchFamily="18" charset="0"/>
                        </a:rPr>
                        <a:t>T</a:t>
                      </a:r>
                      <a:r>
                        <a:rPr lang="en-US" sz="1800" kern="1200" dirty="0" err="1">
                          <a:solidFill>
                            <a:srgbClr val="000000"/>
                          </a:solidFill>
                          <a:effectLst/>
                          <a:latin typeface="+mn-lt"/>
                          <a:ea typeface="Calibri" panose="020F0502020204030204" pitchFamily="34" charset="0"/>
                          <a:cs typeface="Times New Roman" panose="02020603050405020304" pitchFamily="18" charset="0"/>
                        </a:rPr>
                        <a:t>b</a:t>
                      </a:r>
                      <a:r>
                        <a:rPr lang="en-US" sz="1800" kern="1200" dirty="0">
                          <a:solidFill>
                            <a:srgbClr val="000000"/>
                          </a:solidFill>
                          <a:effectLst/>
                          <a:latin typeface="+mn-lt"/>
                          <a:ea typeface="Calibri" panose="020F0502020204030204" pitchFamily="34" charset="0"/>
                          <a:cs typeface="Times New Roman" panose="02020603050405020304" pitchFamily="18" charset="0"/>
                        </a:rPr>
                        <a:t> | </a:t>
                      </a:r>
                      <a:r>
                        <a:rPr lang="en-US" sz="1800" kern="1200" dirty="0">
                          <a:solidFill>
                            <a:srgbClr val="000000"/>
                          </a:solidFill>
                          <a:effectLst/>
                          <a:latin typeface="+mn-lt"/>
                          <a:ea typeface="Calibri" panose="020F0502020204030204" pitchFamily="34" charset="0"/>
                          <a:cs typeface="Times New Roman" panose="02020603050405020304" pitchFamily="18" charset="0"/>
                          <a:sym typeface="Symbol" panose="05050102010706020507" pitchFamily="18" charset="2"/>
                        </a:rPr>
                        <a:t></a:t>
                      </a:r>
                      <a:endParaRPr lang="en-US" sz="1800" dirty="0">
                        <a:effectLst/>
                        <a:latin typeface="+mn-lt"/>
                        <a:ea typeface="Calibri" panose="020F0502020204030204" pitchFamily="34" charset="0"/>
                        <a:cs typeface="Times New Roman" panose="02020603050405020304" pitchFamily="18" charset="0"/>
                      </a:endParaRPr>
                    </a:p>
                  </a:txBody>
                  <a:tcPr marL="1828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0121695"/>
                  </a:ext>
                </a:extLst>
              </a:tr>
            </a:tbl>
          </a:graphicData>
        </a:graphic>
      </p:graphicFrame>
    </p:spTree>
    <p:extLst>
      <p:ext uri="{BB962C8B-B14F-4D97-AF65-F5344CB8AC3E}">
        <p14:creationId xmlns:p14="http://schemas.microsoft.com/office/powerpoint/2010/main" val="25785663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5497C92-CB30-495A-B57E-07AB09408E23}"/>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F9AEEC85-92AF-4785-9794-60A1F2DED8D1}"/>
              </a:ext>
            </a:extLst>
          </p:cNvPr>
          <p:cNvSpPr>
            <a:spLocks noGrp="1"/>
          </p:cNvSpPr>
          <p:nvPr>
            <p:ph type="body" sz="quarter" idx="12"/>
          </p:nvPr>
        </p:nvSpPr>
        <p:spPr/>
        <p:txBody>
          <a:bodyPr/>
          <a:lstStyle/>
          <a:p>
            <a:r>
              <a:rPr lang="en-US" dirty="0"/>
              <a:t>Ambiguity – Parse Tree</a:t>
            </a:r>
          </a:p>
        </p:txBody>
      </p:sp>
      <p:sp>
        <p:nvSpPr>
          <p:cNvPr id="4" name="Text Placeholder 3">
            <a:extLst>
              <a:ext uri="{FF2B5EF4-FFF2-40B4-BE49-F238E27FC236}">
                <a16:creationId xmlns:a16="http://schemas.microsoft.com/office/drawing/2014/main" id="{ED2897E6-02D2-4E07-9316-551BAB647287}"/>
              </a:ext>
            </a:extLst>
          </p:cNvPr>
          <p:cNvSpPr>
            <a:spLocks noGrp="1"/>
          </p:cNvSpPr>
          <p:nvPr>
            <p:ph type="body" sz="quarter" idx="13"/>
          </p:nvPr>
        </p:nvSpPr>
        <p:spPr>
          <a:xfrm>
            <a:off x="2" y="846142"/>
            <a:ext cx="9136063" cy="2430687"/>
          </a:xfrm>
        </p:spPr>
        <p:txBody>
          <a:bodyPr>
            <a:normAutofit fontScale="85000" lnSpcReduction="10000"/>
          </a:bodyPr>
          <a:lstStyle/>
          <a:p>
            <a:pPr algn="just" eaLnBrk="1" hangingPunct="1">
              <a:lnSpc>
                <a:spcPct val="110000"/>
              </a:lnSpc>
            </a:pPr>
            <a:r>
              <a:rPr lang="en-US" altLang="en-US" sz="2400" dirty="0"/>
              <a:t>If a grammar generates the same string in several different ways, we say that the string is derived </a:t>
            </a:r>
            <a:r>
              <a:rPr lang="en-US" altLang="en-US" sz="2400" b="1" i="1" dirty="0"/>
              <a:t>ambiguously</a:t>
            </a:r>
            <a:r>
              <a:rPr lang="en-US" altLang="en-US" sz="2400" dirty="0"/>
              <a:t> in the grammar.</a:t>
            </a:r>
          </a:p>
          <a:p>
            <a:pPr algn="just" eaLnBrk="1" hangingPunct="1">
              <a:lnSpc>
                <a:spcPct val="110000"/>
              </a:lnSpc>
            </a:pPr>
            <a:r>
              <a:rPr lang="en-US" altLang="en-US" sz="2400" dirty="0"/>
              <a:t>If a grammar generates some string ambiguously we say that the grammar is </a:t>
            </a:r>
            <a:r>
              <a:rPr lang="en-US" altLang="en-US" sz="2400" b="1" i="1" dirty="0"/>
              <a:t>ambiguous</a:t>
            </a:r>
            <a:r>
              <a:rPr lang="en-US" altLang="en-US" sz="2400" dirty="0"/>
              <a:t>.</a:t>
            </a:r>
          </a:p>
          <a:p>
            <a:pPr algn="just" eaLnBrk="1" hangingPunct="1">
              <a:lnSpc>
                <a:spcPct val="110000"/>
              </a:lnSpc>
            </a:pPr>
            <a:r>
              <a:rPr lang="en-US" altLang="en-US" sz="2400" dirty="0"/>
              <a:t>Example: Grammar </a:t>
            </a:r>
            <a:r>
              <a:rPr lang="en-US" altLang="en-US" sz="2400" dirty="0">
                <a:latin typeface="Courier New" panose="02070309020205020404" pitchFamily="49" charset="0"/>
                <a:cs typeface="Courier New" panose="02070309020205020404" pitchFamily="49" charset="0"/>
              </a:rPr>
              <a:t>G</a:t>
            </a:r>
            <a:r>
              <a:rPr lang="en-US" altLang="en-US" sz="2400" dirty="0"/>
              <a:t>, </a:t>
            </a:r>
            <a:r>
              <a:rPr lang="en-US" altLang="en-US" sz="2400" dirty="0">
                <a:latin typeface="Courier New" panose="02070309020205020404" pitchFamily="49" charset="0"/>
                <a:cs typeface="Courier New" panose="02070309020205020404" pitchFamily="49" charset="0"/>
                <a:sym typeface="Symbol" panose="05050102010706020507" pitchFamily="18" charset="2"/>
              </a:rPr>
              <a:t>EXPR</a:t>
            </a:r>
            <a:r>
              <a:rPr lang="en-US" altLang="en-US" sz="2400" dirty="0">
                <a:latin typeface="Courier New" panose="02070309020205020404" pitchFamily="49" charset="0"/>
                <a:cs typeface="Courier New" panose="02070309020205020404" pitchFamily="49" charset="0"/>
                <a:sym typeface="Wingdings" panose="05000000000000000000" pitchFamily="2" charset="2"/>
              </a:rPr>
              <a:t></a:t>
            </a:r>
            <a:r>
              <a:rPr lang="en-US" altLang="en-US" sz="2400" dirty="0">
                <a:latin typeface="Courier New" panose="02070309020205020404" pitchFamily="49" charset="0"/>
                <a:cs typeface="Courier New" panose="02070309020205020404" pitchFamily="49" charset="0"/>
                <a:sym typeface="Symbol" panose="05050102010706020507" pitchFamily="18" charset="2"/>
              </a:rPr>
              <a:t>EXPR</a:t>
            </a:r>
            <a:r>
              <a:rPr lang="en-US" altLang="en-US" sz="2400" dirty="0">
                <a:latin typeface="Courier New" panose="02070309020205020404" pitchFamily="49" charset="0"/>
                <a:cs typeface="Courier New" panose="02070309020205020404" pitchFamily="49" charset="0"/>
                <a:sym typeface="Wingdings" panose="05000000000000000000" pitchFamily="2" charset="2"/>
              </a:rPr>
              <a:t>+</a:t>
            </a:r>
            <a:r>
              <a:rPr lang="en-US" altLang="en-US" sz="2400" dirty="0">
                <a:latin typeface="Courier New" panose="02070309020205020404" pitchFamily="49" charset="0"/>
                <a:cs typeface="Courier New" panose="02070309020205020404" pitchFamily="49" charset="0"/>
                <a:sym typeface="Symbol" panose="05050102010706020507" pitchFamily="18" charset="2"/>
              </a:rPr>
              <a:t>EXPR</a:t>
            </a:r>
            <a:r>
              <a:rPr lang="en-US" altLang="en-US" sz="2400" dirty="0">
                <a:latin typeface="Courier New" panose="02070309020205020404" pitchFamily="49" charset="0"/>
                <a:cs typeface="Courier New" panose="02070309020205020404" pitchFamily="49" charset="0"/>
                <a:sym typeface="Wingdings" panose="05000000000000000000" pitchFamily="2" charset="2"/>
              </a:rPr>
              <a:t>|</a:t>
            </a:r>
            <a:r>
              <a:rPr lang="en-US" altLang="en-US" sz="2400" dirty="0">
                <a:latin typeface="Courier New" panose="02070309020205020404" pitchFamily="49" charset="0"/>
                <a:cs typeface="Courier New" panose="02070309020205020404" pitchFamily="49" charset="0"/>
                <a:sym typeface="Symbol" panose="05050102010706020507" pitchFamily="18" charset="2"/>
              </a:rPr>
              <a:t>EXPREXPR</a:t>
            </a:r>
            <a:r>
              <a:rPr lang="en-US" altLang="en-US" sz="2400" dirty="0">
                <a:latin typeface="Courier New" panose="02070309020205020404" pitchFamily="49" charset="0"/>
                <a:cs typeface="Courier New" panose="02070309020205020404" pitchFamily="49" charset="0"/>
                <a:sym typeface="Wingdings" panose="05000000000000000000" pitchFamily="2" charset="2"/>
              </a:rPr>
              <a:t>|(</a:t>
            </a:r>
            <a:r>
              <a:rPr lang="en-US" altLang="en-US" sz="2400" dirty="0">
                <a:latin typeface="Courier New" panose="02070309020205020404" pitchFamily="49" charset="0"/>
                <a:cs typeface="Courier New" panose="02070309020205020404" pitchFamily="49" charset="0"/>
                <a:sym typeface="Symbol" panose="05050102010706020507" pitchFamily="18" charset="2"/>
              </a:rPr>
              <a:t>EXPR</a:t>
            </a:r>
            <a:r>
              <a:rPr lang="en-US" altLang="en-US" sz="2400" dirty="0">
                <a:latin typeface="Courier New" panose="02070309020205020404" pitchFamily="49" charset="0"/>
                <a:cs typeface="Courier New" panose="02070309020205020404" pitchFamily="49" charset="0"/>
                <a:sym typeface="Wingdings" panose="05000000000000000000" pitchFamily="2" charset="2"/>
              </a:rPr>
              <a:t>)|a</a:t>
            </a:r>
          </a:p>
          <a:p>
            <a:pPr algn="ctr" eaLnBrk="1" hangingPunct="1">
              <a:lnSpc>
                <a:spcPct val="110000"/>
              </a:lnSpc>
              <a:buFontTx/>
              <a:buNone/>
            </a:pPr>
            <a:r>
              <a:rPr lang="en-US" altLang="en-US" sz="2400" b="1" dirty="0"/>
              <a:t>Two parse trees for the string </a:t>
            </a:r>
            <a:r>
              <a:rPr lang="en-US" altLang="en-US" sz="2400" b="1" dirty="0" err="1">
                <a:latin typeface="Courier New" panose="02070309020205020404" pitchFamily="49" charset="0"/>
                <a:cs typeface="Courier New" panose="02070309020205020404" pitchFamily="49" charset="0"/>
              </a:rPr>
              <a:t>a+a</a:t>
            </a:r>
            <a:r>
              <a:rPr lang="en-US" altLang="en-US" sz="2400" b="1" dirty="0" err="1">
                <a:latin typeface="Courier New" panose="02070309020205020404" pitchFamily="49" charset="0"/>
                <a:cs typeface="Courier New" panose="02070309020205020404" pitchFamily="49" charset="0"/>
                <a:sym typeface="Symbol" panose="05050102010706020507" pitchFamily="18" charset="2"/>
              </a:rPr>
              <a:t></a:t>
            </a:r>
            <a:r>
              <a:rPr lang="en-US" altLang="en-US" sz="2400" b="1" dirty="0" err="1">
                <a:latin typeface="Courier New" panose="02070309020205020404" pitchFamily="49" charset="0"/>
                <a:cs typeface="Courier New" panose="02070309020205020404" pitchFamily="49" charset="0"/>
              </a:rPr>
              <a:t>a</a:t>
            </a:r>
            <a:r>
              <a:rPr lang="en-US" altLang="en-US" sz="2400" b="1" dirty="0">
                <a:latin typeface="Courier New" panose="02070309020205020404" pitchFamily="49" charset="0"/>
                <a:cs typeface="Courier New" panose="02070309020205020404" pitchFamily="49" charset="0"/>
              </a:rPr>
              <a:t> </a:t>
            </a:r>
            <a:r>
              <a:rPr lang="en-US" altLang="en-US" sz="2400" b="1" dirty="0"/>
              <a:t>in </a:t>
            </a:r>
            <a:r>
              <a:rPr lang="en-US" altLang="en-US" sz="2400" b="1" dirty="0">
                <a:latin typeface="Courier New" panose="02070309020205020404" pitchFamily="49" charset="0"/>
                <a:cs typeface="Courier New" panose="02070309020205020404" pitchFamily="49" charset="0"/>
              </a:rPr>
              <a:t>G</a:t>
            </a:r>
            <a:r>
              <a:rPr lang="en-US" altLang="en-US" sz="2400" b="1" dirty="0"/>
              <a:t> </a:t>
            </a:r>
            <a:endParaRPr lang="en-US" altLang="en-US" sz="2400" dirty="0"/>
          </a:p>
        </p:txBody>
      </p:sp>
      <p:sp>
        <p:nvSpPr>
          <p:cNvPr id="5" name="Text Box 4">
            <a:extLst>
              <a:ext uri="{FF2B5EF4-FFF2-40B4-BE49-F238E27FC236}">
                <a16:creationId xmlns:a16="http://schemas.microsoft.com/office/drawing/2014/main" id="{D6C763DF-38D5-403E-9C7E-91F7ACF094FE}"/>
              </a:ext>
            </a:extLst>
          </p:cNvPr>
          <p:cNvSpPr txBox="1">
            <a:spLocks noChangeArrowheads="1"/>
          </p:cNvSpPr>
          <p:nvPr/>
        </p:nvSpPr>
        <p:spPr bwMode="auto">
          <a:xfrm>
            <a:off x="1796149" y="3113316"/>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eaLnBrk="1" hangingPunct="1"/>
            <a:r>
              <a:rPr lang="en-US" altLang="en-US" b="0">
                <a:sym typeface="Symbol" panose="05050102010706020507" pitchFamily="18" charset="2"/>
              </a:rPr>
              <a:t>EXPR</a:t>
            </a:r>
          </a:p>
        </p:txBody>
      </p:sp>
      <p:sp>
        <p:nvSpPr>
          <p:cNvPr id="6" name="Text Box 5">
            <a:extLst>
              <a:ext uri="{FF2B5EF4-FFF2-40B4-BE49-F238E27FC236}">
                <a16:creationId xmlns:a16="http://schemas.microsoft.com/office/drawing/2014/main" id="{75C1C31B-FFC2-4E60-B1AF-D8D752DDEBBD}"/>
              </a:ext>
            </a:extLst>
          </p:cNvPr>
          <p:cNvSpPr txBox="1">
            <a:spLocks noChangeArrowheads="1"/>
          </p:cNvSpPr>
          <p:nvPr/>
        </p:nvSpPr>
        <p:spPr bwMode="auto">
          <a:xfrm>
            <a:off x="2558149" y="3722916"/>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eaLnBrk="1" hangingPunct="1"/>
            <a:r>
              <a:rPr lang="en-US" altLang="en-US" b="0">
                <a:sym typeface="Symbol" panose="05050102010706020507" pitchFamily="18" charset="2"/>
              </a:rPr>
              <a:t>EXPR</a:t>
            </a:r>
          </a:p>
        </p:txBody>
      </p:sp>
      <p:sp>
        <p:nvSpPr>
          <p:cNvPr id="7" name="Text Box 6">
            <a:extLst>
              <a:ext uri="{FF2B5EF4-FFF2-40B4-BE49-F238E27FC236}">
                <a16:creationId xmlns:a16="http://schemas.microsoft.com/office/drawing/2014/main" id="{2FA52B7B-9E26-4EAC-9C92-6CED97026EDD}"/>
              </a:ext>
            </a:extLst>
          </p:cNvPr>
          <p:cNvSpPr txBox="1">
            <a:spLocks noChangeArrowheads="1"/>
          </p:cNvSpPr>
          <p:nvPr/>
        </p:nvSpPr>
        <p:spPr bwMode="auto">
          <a:xfrm>
            <a:off x="1110349" y="3722916"/>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eaLnBrk="1" hangingPunct="1"/>
            <a:r>
              <a:rPr lang="en-US" altLang="en-US" b="0">
                <a:sym typeface="Symbol" panose="05050102010706020507" pitchFamily="18" charset="2"/>
              </a:rPr>
              <a:t>EXPR</a:t>
            </a:r>
          </a:p>
        </p:txBody>
      </p:sp>
      <p:sp>
        <p:nvSpPr>
          <p:cNvPr id="8" name="Text Box 7">
            <a:extLst>
              <a:ext uri="{FF2B5EF4-FFF2-40B4-BE49-F238E27FC236}">
                <a16:creationId xmlns:a16="http://schemas.microsoft.com/office/drawing/2014/main" id="{FC1CF906-1AFF-40ED-8260-6928427D2205}"/>
              </a:ext>
            </a:extLst>
          </p:cNvPr>
          <p:cNvSpPr txBox="1">
            <a:spLocks noChangeArrowheads="1"/>
          </p:cNvSpPr>
          <p:nvPr/>
        </p:nvSpPr>
        <p:spPr bwMode="auto">
          <a:xfrm>
            <a:off x="1567549" y="4637316"/>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eaLnBrk="1" hangingPunct="1"/>
            <a:r>
              <a:rPr lang="en-US" altLang="en-US" b="0">
                <a:sym typeface="Symbol" panose="05050102010706020507" pitchFamily="18" charset="2"/>
              </a:rPr>
              <a:t>EXPR</a:t>
            </a:r>
          </a:p>
        </p:txBody>
      </p:sp>
      <p:sp>
        <p:nvSpPr>
          <p:cNvPr id="9" name="Text Box 8">
            <a:extLst>
              <a:ext uri="{FF2B5EF4-FFF2-40B4-BE49-F238E27FC236}">
                <a16:creationId xmlns:a16="http://schemas.microsoft.com/office/drawing/2014/main" id="{249B5A96-576A-4D09-889A-44346EB5BF07}"/>
              </a:ext>
            </a:extLst>
          </p:cNvPr>
          <p:cNvSpPr txBox="1">
            <a:spLocks noChangeArrowheads="1"/>
          </p:cNvSpPr>
          <p:nvPr/>
        </p:nvSpPr>
        <p:spPr bwMode="auto">
          <a:xfrm>
            <a:off x="424549" y="4637316"/>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eaLnBrk="1" hangingPunct="1"/>
            <a:r>
              <a:rPr lang="en-US" altLang="en-US" b="0">
                <a:sym typeface="Symbol" panose="05050102010706020507" pitchFamily="18" charset="2"/>
              </a:rPr>
              <a:t>EXPR</a:t>
            </a:r>
          </a:p>
        </p:txBody>
      </p:sp>
      <p:sp>
        <p:nvSpPr>
          <p:cNvPr id="10" name="Text Box 14">
            <a:extLst>
              <a:ext uri="{FF2B5EF4-FFF2-40B4-BE49-F238E27FC236}">
                <a16:creationId xmlns:a16="http://schemas.microsoft.com/office/drawing/2014/main" id="{A32148D9-F684-4A67-9634-801735AB2883}"/>
              </a:ext>
            </a:extLst>
          </p:cNvPr>
          <p:cNvSpPr txBox="1">
            <a:spLocks noChangeArrowheads="1"/>
          </p:cNvSpPr>
          <p:nvPr/>
        </p:nvSpPr>
        <p:spPr bwMode="auto">
          <a:xfrm>
            <a:off x="500749" y="5596166"/>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sz="1600" b="0"/>
              <a:t>a</a:t>
            </a:r>
          </a:p>
        </p:txBody>
      </p:sp>
      <p:sp>
        <p:nvSpPr>
          <p:cNvPr id="11" name="Text Box 15">
            <a:extLst>
              <a:ext uri="{FF2B5EF4-FFF2-40B4-BE49-F238E27FC236}">
                <a16:creationId xmlns:a16="http://schemas.microsoft.com/office/drawing/2014/main" id="{F1C01338-6405-4E15-8024-0BB6BC644171}"/>
              </a:ext>
            </a:extLst>
          </p:cNvPr>
          <p:cNvSpPr txBox="1">
            <a:spLocks noChangeArrowheads="1"/>
          </p:cNvSpPr>
          <p:nvPr/>
        </p:nvSpPr>
        <p:spPr bwMode="auto">
          <a:xfrm>
            <a:off x="2710549" y="5627916"/>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sz="1600" b="0"/>
              <a:t>a</a:t>
            </a:r>
          </a:p>
        </p:txBody>
      </p:sp>
      <p:sp>
        <p:nvSpPr>
          <p:cNvPr id="12" name="Text Box 16">
            <a:extLst>
              <a:ext uri="{FF2B5EF4-FFF2-40B4-BE49-F238E27FC236}">
                <a16:creationId xmlns:a16="http://schemas.microsoft.com/office/drawing/2014/main" id="{B7E346D4-B077-4E17-B069-D95726CB8A57}"/>
              </a:ext>
            </a:extLst>
          </p:cNvPr>
          <p:cNvSpPr txBox="1">
            <a:spLocks noChangeArrowheads="1"/>
          </p:cNvSpPr>
          <p:nvPr/>
        </p:nvSpPr>
        <p:spPr bwMode="auto">
          <a:xfrm>
            <a:off x="1643749" y="5627916"/>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sz="1600" b="0"/>
              <a:t>a</a:t>
            </a:r>
          </a:p>
        </p:txBody>
      </p:sp>
      <p:sp>
        <p:nvSpPr>
          <p:cNvPr id="13" name="Text Box 20">
            <a:extLst>
              <a:ext uri="{FF2B5EF4-FFF2-40B4-BE49-F238E27FC236}">
                <a16:creationId xmlns:a16="http://schemas.microsoft.com/office/drawing/2014/main" id="{883B0E31-D4E2-43CD-B728-198732FA32DF}"/>
              </a:ext>
            </a:extLst>
          </p:cNvPr>
          <p:cNvSpPr txBox="1">
            <a:spLocks noChangeArrowheads="1"/>
          </p:cNvSpPr>
          <p:nvPr/>
        </p:nvSpPr>
        <p:spPr bwMode="auto">
          <a:xfrm>
            <a:off x="1062724" y="5613629"/>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sz="1600" b="0"/>
              <a:t>+</a:t>
            </a:r>
          </a:p>
        </p:txBody>
      </p:sp>
      <p:sp>
        <p:nvSpPr>
          <p:cNvPr id="14" name="Text Box 22">
            <a:extLst>
              <a:ext uri="{FF2B5EF4-FFF2-40B4-BE49-F238E27FC236}">
                <a16:creationId xmlns:a16="http://schemas.microsoft.com/office/drawing/2014/main" id="{8C30A59D-6626-49F4-95DE-B290654A4E6E}"/>
              </a:ext>
            </a:extLst>
          </p:cNvPr>
          <p:cNvSpPr txBox="1">
            <a:spLocks noChangeArrowheads="1"/>
          </p:cNvSpPr>
          <p:nvPr/>
        </p:nvSpPr>
        <p:spPr bwMode="auto">
          <a:xfrm>
            <a:off x="2100949" y="5627916"/>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sz="1600">
                <a:sym typeface="Symbol" panose="05050102010706020507" pitchFamily="18" charset="2"/>
              </a:rPr>
              <a:t></a:t>
            </a:r>
          </a:p>
        </p:txBody>
      </p:sp>
      <p:cxnSp>
        <p:nvCxnSpPr>
          <p:cNvPr id="15" name="AutoShape 24">
            <a:extLst>
              <a:ext uri="{FF2B5EF4-FFF2-40B4-BE49-F238E27FC236}">
                <a16:creationId xmlns:a16="http://schemas.microsoft.com/office/drawing/2014/main" id="{AB4A18E8-431C-4AE2-AC26-07C4C37FE12C}"/>
              </a:ext>
            </a:extLst>
          </p:cNvPr>
          <p:cNvCxnSpPr>
            <a:cxnSpLocks noChangeShapeType="1"/>
            <a:stCxn id="5" idx="2"/>
            <a:endCxn id="7" idx="0"/>
          </p:cNvCxnSpPr>
          <p:nvPr/>
        </p:nvCxnSpPr>
        <p:spPr bwMode="auto">
          <a:xfrm flipH="1">
            <a:off x="1491349" y="3387954"/>
            <a:ext cx="685800" cy="334962"/>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 name="AutoShape 25">
            <a:extLst>
              <a:ext uri="{FF2B5EF4-FFF2-40B4-BE49-F238E27FC236}">
                <a16:creationId xmlns:a16="http://schemas.microsoft.com/office/drawing/2014/main" id="{A075391E-7944-475C-B34A-7B9CC97EC84A}"/>
              </a:ext>
            </a:extLst>
          </p:cNvPr>
          <p:cNvCxnSpPr>
            <a:cxnSpLocks noChangeShapeType="1"/>
            <a:stCxn id="5" idx="2"/>
            <a:endCxn id="6" idx="0"/>
          </p:cNvCxnSpPr>
          <p:nvPr/>
        </p:nvCxnSpPr>
        <p:spPr bwMode="auto">
          <a:xfrm>
            <a:off x="2177149" y="3387954"/>
            <a:ext cx="762000" cy="334962"/>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7" name="AutoShape 26">
            <a:extLst>
              <a:ext uri="{FF2B5EF4-FFF2-40B4-BE49-F238E27FC236}">
                <a16:creationId xmlns:a16="http://schemas.microsoft.com/office/drawing/2014/main" id="{2D2CF383-4FD2-412C-8893-A602193C8B04}"/>
              </a:ext>
            </a:extLst>
          </p:cNvPr>
          <p:cNvCxnSpPr>
            <a:cxnSpLocks noChangeShapeType="1"/>
            <a:stCxn id="7" idx="2"/>
            <a:endCxn id="9" idx="0"/>
          </p:cNvCxnSpPr>
          <p:nvPr/>
        </p:nvCxnSpPr>
        <p:spPr bwMode="auto">
          <a:xfrm flipH="1">
            <a:off x="805549" y="3997554"/>
            <a:ext cx="685800" cy="639762"/>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 name="AutoShape 27">
            <a:extLst>
              <a:ext uri="{FF2B5EF4-FFF2-40B4-BE49-F238E27FC236}">
                <a16:creationId xmlns:a16="http://schemas.microsoft.com/office/drawing/2014/main" id="{A7A84CDF-F05F-49D4-8E86-9DD9E6ABF59D}"/>
              </a:ext>
            </a:extLst>
          </p:cNvPr>
          <p:cNvCxnSpPr>
            <a:cxnSpLocks noChangeShapeType="1"/>
            <a:stCxn id="7" idx="2"/>
            <a:endCxn id="8" idx="0"/>
          </p:cNvCxnSpPr>
          <p:nvPr/>
        </p:nvCxnSpPr>
        <p:spPr bwMode="auto">
          <a:xfrm>
            <a:off x="1491349" y="3997554"/>
            <a:ext cx="457200" cy="639762"/>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 name="AutoShape 28">
            <a:extLst>
              <a:ext uri="{FF2B5EF4-FFF2-40B4-BE49-F238E27FC236}">
                <a16:creationId xmlns:a16="http://schemas.microsoft.com/office/drawing/2014/main" id="{B5A544C4-75A1-4CBA-A0B3-BEEBF85F0818}"/>
              </a:ext>
            </a:extLst>
          </p:cNvPr>
          <p:cNvCxnSpPr>
            <a:cxnSpLocks noChangeShapeType="1"/>
            <a:stCxn id="9" idx="2"/>
            <a:endCxn id="10" idx="0"/>
          </p:cNvCxnSpPr>
          <p:nvPr/>
        </p:nvCxnSpPr>
        <p:spPr bwMode="auto">
          <a:xfrm rot="5400000">
            <a:off x="425343" y="5215960"/>
            <a:ext cx="684212" cy="76200"/>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0" name="AutoShape 29">
            <a:extLst>
              <a:ext uri="{FF2B5EF4-FFF2-40B4-BE49-F238E27FC236}">
                <a16:creationId xmlns:a16="http://schemas.microsoft.com/office/drawing/2014/main" id="{ABC02112-18CB-4984-8123-09A173B7CCE2}"/>
              </a:ext>
            </a:extLst>
          </p:cNvPr>
          <p:cNvCxnSpPr>
            <a:cxnSpLocks noChangeShapeType="1"/>
            <a:stCxn id="7" idx="2"/>
            <a:endCxn id="13" idx="0"/>
          </p:cNvCxnSpPr>
          <p:nvPr/>
        </p:nvCxnSpPr>
        <p:spPr bwMode="auto">
          <a:xfrm rot="5400000">
            <a:off x="583299" y="4705579"/>
            <a:ext cx="1616075" cy="200025"/>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1" name="AutoShape 30">
            <a:extLst>
              <a:ext uri="{FF2B5EF4-FFF2-40B4-BE49-F238E27FC236}">
                <a16:creationId xmlns:a16="http://schemas.microsoft.com/office/drawing/2014/main" id="{0B925197-DED1-4251-AA3D-F9133FCC9BD3}"/>
              </a:ext>
            </a:extLst>
          </p:cNvPr>
          <p:cNvCxnSpPr>
            <a:cxnSpLocks noChangeShapeType="1"/>
            <a:stCxn id="8" idx="2"/>
            <a:endCxn id="12" idx="0"/>
          </p:cNvCxnSpPr>
          <p:nvPr/>
        </p:nvCxnSpPr>
        <p:spPr bwMode="auto">
          <a:xfrm rot="5400000">
            <a:off x="1552468" y="5231835"/>
            <a:ext cx="715962" cy="76200"/>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2" name="AutoShape 31">
            <a:extLst>
              <a:ext uri="{FF2B5EF4-FFF2-40B4-BE49-F238E27FC236}">
                <a16:creationId xmlns:a16="http://schemas.microsoft.com/office/drawing/2014/main" id="{7407C015-D6E1-44D7-83E5-5D40E8D39D9E}"/>
              </a:ext>
            </a:extLst>
          </p:cNvPr>
          <p:cNvCxnSpPr>
            <a:cxnSpLocks noChangeShapeType="1"/>
            <a:stCxn id="5" idx="2"/>
            <a:endCxn id="14" idx="0"/>
          </p:cNvCxnSpPr>
          <p:nvPr/>
        </p:nvCxnSpPr>
        <p:spPr bwMode="auto">
          <a:xfrm rot="16200000" flipH="1">
            <a:off x="1133368" y="4431735"/>
            <a:ext cx="2239962" cy="152400"/>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3" name="AutoShape 32">
            <a:extLst>
              <a:ext uri="{FF2B5EF4-FFF2-40B4-BE49-F238E27FC236}">
                <a16:creationId xmlns:a16="http://schemas.microsoft.com/office/drawing/2014/main" id="{BC6B4FC2-FFBE-4410-A8C1-201F87664593}"/>
              </a:ext>
            </a:extLst>
          </p:cNvPr>
          <p:cNvCxnSpPr>
            <a:cxnSpLocks noChangeShapeType="1"/>
            <a:stCxn id="6" idx="2"/>
            <a:endCxn id="11" idx="0"/>
          </p:cNvCxnSpPr>
          <p:nvPr/>
        </p:nvCxnSpPr>
        <p:spPr bwMode="auto">
          <a:xfrm rot="5400000">
            <a:off x="2123968" y="4812735"/>
            <a:ext cx="1630363" cy="3175"/>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4" name="Text Box 9">
            <a:extLst>
              <a:ext uri="{FF2B5EF4-FFF2-40B4-BE49-F238E27FC236}">
                <a16:creationId xmlns:a16="http://schemas.microsoft.com/office/drawing/2014/main" id="{F1841C78-51E3-4FD4-9A86-5D6E6A020969}"/>
              </a:ext>
            </a:extLst>
          </p:cNvPr>
          <p:cNvSpPr txBox="1">
            <a:spLocks noChangeArrowheads="1"/>
          </p:cNvSpPr>
          <p:nvPr/>
        </p:nvSpPr>
        <p:spPr bwMode="auto">
          <a:xfrm>
            <a:off x="5377549" y="3722916"/>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b="0">
                <a:sym typeface="Symbol" panose="05050102010706020507" pitchFamily="18" charset="2"/>
              </a:rPr>
              <a:t>EXPR</a:t>
            </a:r>
          </a:p>
        </p:txBody>
      </p:sp>
      <p:sp>
        <p:nvSpPr>
          <p:cNvPr id="25" name="Text Box 10">
            <a:extLst>
              <a:ext uri="{FF2B5EF4-FFF2-40B4-BE49-F238E27FC236}">
                <a16:creationId xmlns:a16="http://schemas.microsoft.com/office/drawing/2014/main" id="{395D05A5-819F-4187-BCCA-1A99672A3B85}"/>
              </a:ext>
            </a:extLst>
          </p:cNvPr>
          <p:cNvSpPr txBox="1">
            <a:spLocks noChangeArrowheads="1"/>
          </p:cNvSpPr>
          <p:nvPr/>
        </p:nvSpPr>
        <p:spPr bwMode="auto">
          <a:xfrm>
            <a:off x="6291949" y="3113316"/>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b="0">
                <a:sym typeface="Symbol" panose="05050102010706020507" pitchFamily="18" charset="2"/>
              </a:rPr>
              <a:t>EXPR</a:t>
            </a:r>
          </a:p>
        </p:txBody>
      </p:sp>
      <p:sp>
        <p:nvSpPr>
          <p:cNvPr id="26" name="Text Box 11">
            <a:extLst>
              <a:ext uri="{FF2B5EF4-FFF2-40B4-BE49-F238E27FC236}">
                <a16:creationId xmlns:a16="http://schemas.microsoft.com/office/drawing/2014/main" id="{2A713371-B29A-4C64-AB81-EBB41672F25D}"/>
              </a:ext>
            </a:extLst>
          </p:cNvPr>
          <p:cNvSpPr txBox="1">
            <a:spLocks noChangeArrowheads="1"/>
          </p:cNvSpPr>
          <p:nvPr/>
        </p:nvSpPr>
        <p:spPr bwMode="auto">
          <a:xfrm>
            <a:off x="6444349" y="4637316"/>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b="0">
                <a:sym typeface="Symbol" panose="05050102010706020507" pitchFamily="18" charset="2"/>
              </a:rPr>
              <a:t>EXPR</a:t>
            </a:r>
          </a:p>
        </p:txBody>
      </p:sp>
      <p:sp>
        <p:nvSpPr>
          <p:cNvPr id="27" name="Text Box 12">
            <a:extLst>
              <a:ext uri="{FF2B5EF4-FFF2-40B4-BE49-F238E27FC236}">
                <a16:creationId xmlns:a16="http://schemas.microsoft.com/office/drawing/2014/main" id="{C98AC774-1458-4341-AB3A-4786CCFA56B5}"/>
              </a:ext>
            </a:extLst>
          </p:cNvPr>
          <p:cNvSpPr txBox="1">
            <a:spLocks noChangeArrowheads="1"/>
          </p:cNvSpPr>
          <p:nvPr/>
        </p:nvSpPr>
        <p:spPr bwMode="auto">
          <a:xfrm>
            <a:off x="7053949" y="3722916"/>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b="0">
                <a:sym typeface="Symbol" panose="05050102010706020507" pitchFamily="18" charset="2"/>
              </a:rPr>
              <a:t>EXPR</a:t>
            </a:r>
          </a:p>
        </p:txBody>
      </p:sp>
      <p:sp>
        <p:nvSpPr>
          <p:cNvPr id="28" name="Text Box 13">
            <a:extLst>
              <a:ext uri="{FF2B5EF4-FFF2-40B4-BE49-F238E27FC236}">
                <a16:creationId xmlns:a16="http://schemas.microsoft.com/office/drawing/2014/main" id="{A73B73C2-07B1-4BA4-9423-28E4B0B639CF}"/>
              </a:ext>
            </a:extLst>
          </p:cNvPr>
          <p:cNvSpPr txBox="1">
            <a:spLocks noChangeArrowheads="1"/>
          </p:cNvSpPr>
          <p:nvPr/>
        </p:nvSpPr>
        <p:spPr bwMode="auto">
          <a:xfrm>
            <a:off x="8120749" y="4637316"/>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b="0">
                <a:sym typeface="Symbol" panose="05050102010706020507" pitchFamily="18" charset="2"/>
              </a:rPr>
              <a:t>EXPR</a:t>
            </a:r>
          </a:p>
        </p:txBody>
      </p:sp>
      <p:sp>
        <p:nvSpPr>
          <p:cNvPr id="29" name="Text Box 17">
            <a:extLst>
              <a:ext uri="{FF2B5EF4-FFF2-40B4-BE49-F238E27FC236}">
                <a16:creationId xmlns:a16="http://schemas.microsoft.com/office/drawing/2014/main" id="{76D4B6FC-AC96-41BA-855A-35A10F4A2018}"/>
              </a:ext>
            </a:extLst>
          </p:cNvPr>
          <p:cNvSpPr txBox="1">
            <a:spLocks noChangeArrowheads="1"/>
          </p:cNvSpPr>
          <p:nvPr/>
        </p:nvSpPr>
        <p:spPr bwMode="auto">
          <a:xfrm>
            <a:off x="8273149" y="5594579"/>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sz="1600" b="0"/>
              <a:t>a</a:t>
            </a:r>
          </a:p>
        </p:txBody>
      </p:sp>
      <p:sp>
        <p:nvSpPr>
          <p:cNvPr id="30" name="Text Box 18">
            <a:extLst>
              <a:ext uri="{FF2B5EF4-FFF2-40B4-BE49-F238E27FC236}">
                <a16:creationId xmlns:a16="http://schemas.microsoft.com/office/drawing/2014/main" id="{CF4A92F1-2000-40DE-8483-8916A5E20FE9}"/>
              </a:ext>
            </a:extLst>
          </p:cNvPr>
          <p:cNvSpPr txBox="1">
            <a:spLocks noChangeArrowheads="1"/>
          </p:cNvSpPr>
          <p:nvPr/>
        </p:nvSpPr>
        <p:spPr bwMode="auto">
          <a:xfrm>
            <a:off x="6596749" y="5627916"/>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sz="1600" b="0"/>
              <a:t>a</a:t>
            </a:r>
          </a:p>
        </p:txBody>
      </p:sp>
      <p:sp>
        <p:nvSpPr>
          <p:cNvPr id="31" name="Text Box 19">
            <a:extLst>
              <a:ext uri="{FF2B5EF4-FFF2-40B4-BE49-F238E27FC236}">
                <a16:creationId xmlns:a16="http://schemas.microsoft.com/office/drawing/2014/main" id="{8700FEF0-98BC-4185-82DD-CFC79F7144EC}"/>
              </a:ext>
            </a:extLst>
          </p:cNvPr>
          <p:cNvSpPr txBox="1">
            <a:spLocks noChangeArrowheads="1"/>
          </p:cNvSpPr>
          <p:nvPr/>
        </p:nvSpPr>
        <p:spPr bwMode="auto">
          <a:xfrm>
            <a:off x="5529949" y="5627916"/>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sz="1600" b="0"/>
              <a:t>a</a:t>
            </a:r>
          </a:p>
        </p:txBody>
      </p:sp>
      <p:sp>
        <p:nvSpPr>
          <p:cNvPr id="32" name="Text Box 21">
            <a:extLst>
              <a:ext uri="{FF2B5EF4-FFF2-40B4-BE49-F238E27FC236}">
                <a16:creationId xmlns:a16="http://schemas.microsoft.com/office/drawing/2014/main" id="{A20E683B-4DDA-4D67-9ABB-DDE7045A4BD9}"/>
              </a:ext>
            </a:extLst>
          </p:cNvPr>
          <p:cNvSpPr txBox="1">
            <a:spLocks noChangeArrowheads="1"/>
          </p:cNvSpPr>
          <p:nvPr/>
        </p:nvSpPr>
        <p:spPr bwMode="auto">
          <a:xfrm>
            <a:off x="7434949" y="5629504"/>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sz="1600">
                <a:sym typeface="Symbol" panose="05050102010706020507" pitchFamily="18" charset="2"/>
              </a:rPr>
              <a:t></a:t>
            </a:r>
          </a:p>
        </p:txBody>
      </p:sp>
      <p:sp>
        <p:nvSpPr>
          <p:cNvPr id="33" name="Text Box 23">
            <a:extLst>
              <a:ext uri="{FF2B5EF4-FFF2-40B4-BE49-F238E27FC236}">
                <a16:creationId xmlns:a16="http://schemas.microsoft.com/office/drawing/2014/main" id="{4E0149FD-55A3-4B03-8626-EDB0472E1881}"/>
              </a:ext>
            </a:extLst>
          </p:cNvPr>
          <p:cNvSpPr txBox="1">
            <a:spLocks noChangeArrowheads="1"/>
          </p:cNvSpPr>
          <p:nvPr/>
        </p:nvSpPr>
        <p:spPr bwMode="auto">
          <a:xfrm>
            <a:off x="6001437" y="5632679"/>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sz="1600" b="0"/>
              <a:t>+</a:t>
            </a:r>
          </a:p>
        </p:txBody>
      </p:sp>
      <p:cxnSp>
        <p:nvCxnSpPr>
          <p:cNvPr id="34" name="AutoShape 33">
            <a:extLst>
              <a:ext uri="{FF2B5EF4-FFF2-40B4-BE49-F238E27FC236}">
                <a16:creationId xmlns:a16="http://schemas.microsoft.com/office/drawing/2014/main" id="{F07D42EF-C427-4BC5-80E2-8BA5B8855F13}"/>
              </a:ext>
            </a:extLst>
          </p:cNvPr>
          <p:cNvCxnSpPr>
            <a:cxnSpLocks noChangeShapeType="1"/>
            <a:stCxn id="25" idx="2"/>
            <a:endCxn id="24" idx="0"/>
          </p:cNvCxnSpPr>
          <p:nvPr/>
        </p:nvCxnSpPr>
        <p:spPr bwMode="auto">
          <a:xfrm flipH="1">
            <a:off x="5758549" y="3387954"/>
            <a:ext cx="914400" cy="334962"/>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5" name="AutoShape 34">
            <a:extLst>
              <a:ext uri="{FF2B5EF4-FFF2-40B4-BE49-F238E27FC236}">
                <a16:creationId xmlns:a16="http://schemas.microsoft.com/office/drawing/2014/main" id="{F5CC7920-432F-45D7-9619-72CDEC71F189}"/>
              </a:ext>
            </a:extLst>
          </p:cNvPr>
          <p:cNvCxnSpPr>
            <a:cxnSpLocks noChangeShapeType="1"/>
            <a:stCxn id="25" idx="2"/>
            <a:endCxn id="27" idx="0"/>
          </p:cNvCxnSpPr>
          <p:nvPr/>
        </p:nvCxnSpPr>
        <p:spPr bwMode="auto">
          <a:xfrm>
            <a:off x="6672949" y="3387954"/>
            <a:ext cx="762000" cy="334962"/>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6" name="AutoShape 35">
            <a:extLst>
              <a:ext uri="{FF2B5EF4-FFF2-40B4-BE49-F238E27FC236}">
                <a16:creationId xmlns:a16="http://schemas.microsoft.com/office/drawing/2014/main" id="{93ADE094-EFF4-4A5D-A3A3-6A1187940F06}"/>
              </a:ext>
            </a:extLst>
          </p:cNvPr>
          <p:cNvCxnSpPr>
            <a:cxnSpLocks noChangeShapeType="1"/>
            <a:stCxn id="25" idx="2"/>
            <a:endCxn id="33" idx="0"/>
          </p:cNvCxnSpPr>
          <p:nvPr/>
        </p:nvCxnSpPr>
        <p:spPr bwMode="auto">
          <a:xfrm flipH="1">
            <a:off x="6230037" y="3387954"/>
            <a:ext cx="442912" cy="2244725"/>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7" name="AutoShape 36">
            <a:extLst>
              <a:ext uri="{FF2B5EF4-FFF2-40B4-BE49-F238E27FC236}">
                <a16:creationId xmlns:a16="http://schemas.microsoft.com/office/drawing/2014/main" id="{96D6F7B1-3507-4514-95DD-0824E5983C7C}"/>
              </a:ext>
            </a:extLst>
          </p:cNvPr>
          <p:cNvCxnSpPr>
            <a:cxnSpLocks noChangeShapeType="1"/>
            <a:stCxn id="24" idx="2"/>
            <a:endCxn id="31" idx="0"/>
          </p:cNvCxnSpPr>
          <p:nvPr/>
        </p:nvCxnSpPr>
        <p:spPr bwMode="auto">
          <a:xfrm>
            <a:off x="5758549" y="3997554"/>
            <a:ext cx="0" cy="1630362"/>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8" name="AutoShape 37">
            <a:extLst>
              <a:ext uri="{FF2B5EF4-FFF2-40B4-BE49-F238E27FC236}">
                <a16:creationId xmlns:a16="http://schemas.microsoft.com/office/drawing/2014/main" id="{041C8FA4-3E19-4F0D-9BE8-19FFC110DA46}"/>
              </a:ext>
            </a:extLst>
          </p:cNvPr>
          <p:cNvCxnSpPr>
            <a:cxnSpLocks noChangeShapeType="1"/>
            <a:stCxn id="27" idx="2"/>
            <a:endCxn id="26" idx="0"/>
          </p:cNvCxnSpPr>
          <p:nvPr/>
        </p:nvCxnSpPr>
        <p:spPr bwMode="auto">
          <a:xfrm flipH="1">
            <a:off x="6825349" y="3997554"/>
            <a:ext cx="609600" cy="639762"/>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9" name="AutoShape 38">
            <a:extLst>
              <a:ext uri="{FF2B5EF4-FFF2-40B4-BE49-F238E27FC236}">
                <a16:creationId xmlns:a16="http://schemas.microsoft.com/office/drawing/2014/main" id="{9DAE6DB1-3435-4CEA-A8F8-AFA26FFD2FCE}"/>
              </a:ext>
            </a:extLst>
          </p:cNvPr>
          <p:cNvCxnSpPr>
            <a:cxnSpLocks noChangeShapeType="1"/>
            <a:stCxn id="27" idx="2"/>
            <a:endCxn id="28" idx="0"/>
          </p:cNvCxnSpPr>
          <p:nvPr/>
        </p:nvCxnSpPr>
        <p:spPr bwMode="auto">
          <a:xfrm>
            <a:off x="7434949" y="3997554"/>
            <a:ext cx="1066800" cy="639762"/>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0" name="AutoShape 39">
            <a:extLst>
              <a:ext uri="{FF2B5EF4-FFF2-40B4-BE49-F238E27FC236}">
                <a16:creationId xmlns:a16="http://schemas.microsoft.com/office/drawing/2014/main" id="{3E76352F-DF63-47F0-B930-D153654BFE3F}"/>
              </a:ext>
            </a:extLst>
          </p:cNvPr>
          <p:cNvCxnSpPr>
            <a:cxnSpLocks noChangeShapeType="1"/>
            <a:stCxn id="27" idx="2"/>
            <a:endCxn id="32" idx="0"/>
          </p:cNvCxnSpPr>
          <p:nvPr/>
        </p:nvCxnSpPr>
        <p:spPr bwMode="auto">
          <a:xfrm>
            <a:off x="7434949" y="3997554"/>
            <a:ext cx="228600" cy="1631950"/>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1" name="AutoShape 40">
            <a:extLst>
              <a:ext uri="{FF2B5EF4-FFF2-40B4-BE49-F238E27FC236}">
                <a16:creationId xmlns:a16="http://schemas.microsoft.com/office/drawing/2014/main" id="{2953FA81-F827-4D82-83E9-E0FC01717003}"/>
              </a:ext>
            </a:extLst>
          </p:cNvPr>
          <p:cNvCxnSpPr>
            <a:cxnSpLocks noChangeShapeType="1"/>
            <a:stCxn id="26" idx="2"/>
            <a:endCxn id="30" idx="0"/>
          </p:cNvCxnSpPr>
          <p:nvPr/>
        </p:nvCxnSpPr>
        <p:spPr bwMode="auto">
          <a:xfrm>
            <a:off x="6825349" y="4911954"/>
            <a:ext cx="0" cy="715962"/>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 name="AutoShape 41">
            <a:extLst>
              <a:ext uri="{FF2B5EF4-FFF2-40B4-BE49-F238E27FC236}">
                <a16:creationId xmlns:a16="http://schemas.microsoft.com/office/drawing/2014/main" id="{F15E3420-58C3-4093-8865-0085F7FD2F62}"/>
              </a:ext>
            </a:extLst>
          </p:cNvPr>
          <p:cNvCxnSpPr>
            <a:cxnSpLocks noChangeShapeType="1"/>
            <a:stCxn id="28" idx="2"/>
            <a:endCxn id="29" idx="0"/>
          </p:cNvCxnSpPr>
          <p:nvPr/>
        </p:nvCxnSpPr>
        <p:spPr bwMode="auto">
          <a:xfrm>
            <a:off x="8501749" y="4911954"/>
            <a:ext cx="0" cy="682625"/>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4228843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12"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strips(downLeft)">
                                      <p:cBhvr>
                                        <p:cTn id="11" dur="500"/>
                                        <p:tgtEl>
                                          <p:spTgt spid="15"/>
                                        </p:tgtEl>
                                      </p:cBhvr>
                                    </p:animEffect>
                                  </p:childTnLst>
                                </p:cTn>
                              </p:par>
                            </p:childTnLst>
                          </p:cTn>
                        </p:par>
                        <p:par>
                          <p:cTn id="12" fill="hold">
                            <p:stCondLst>
                              <p:cond delay="500"/>
                            </p:stCondLst>
                            <p:childTnLst>
                              <p:par>
                                <p:cTn id="13" presetID="1" presetClass="entr" presetSubtype="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8" presetClass="entr" presetSubtype="12"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strips(downLeft)">
                                      <p:cBhvr>
                                        <p:cTn id="19" dur="500"/>
                                        <p:tgtEl>
                                          <p:spTgt spid="22"/>
                                        </p:tgtEl>
                                      </p:cBhvr>
                                    </p:animEffect>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strips(downLeft)">
                                      <p:cBhvr>
                                        <p:cTn id="27" dur="500"/>
                                        <p:tgtEl>
                                          <p:spTgt spid="16"/>
                                        </p:tgtEl>
                                      </p:cBhvr>
                                    </p:animEffect>
                                  </p:childTnLst>
                                </p:cTn>
                              </p:par>
                            </p:childTnLst>
                          </p:cTn>
                        </p:par>
                        <p:par>
                          <p:cTn id="28" fill="hold">
                            <p:stCondLst>
                              <p:cond delay="500"/>
                            </p:stCondLst>
                            <p:childTnLst>
                              <p:par>
                                <p:cTn id="29" presetID="1" presetClass="entr" presetSubtype="0" fill="hold" grpId="0" nodeType="after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8" presetClass="entr" presetSubtype="12"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strips(downLeft)">
                                      <p:cBhvr>
                                        <p:cTn id="35" dur="500"/>
                                        <p:tgtEl>
                                          <p:spTgt spid="17"/>
                                        </p:tgtEl>
                                      </p:cBhvr>
                                    </p:animEffect>
                                  </p:childTnLst>
                                </p:cTn>
                              </p:par>
                            </p:childTnLst>
                          </p:cTn>
                        </p:par>
                        <p:par>
                          <p:cTn id="36" fill="hold">
                            <p:stCondLst>
                              <p:cond delay="500"/>
                            </p:stCondLst>
                            <p:childTnLst>
                              <p:par>
                                <p:cTn id="37" presetID="1" presetClass="entr" presetSubtype="0" fill="hold" grpId="0" nodeType="after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8" presetClass="entr" presetSubtype="12" fill="hold"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strips(downLeft)">
                                      <p:cBhvr>
                                        <p:cTn id="43" dur="500"/>
                                        <p:tgtEl>
                                          <p:spTgt spid="20"/>
                                        </p:tgtEl>
                                      </p:cBhvr>
                                    </p:animEffect>
                                  </p:childTnLst>
                                </p:cTn>
                              </p:par>
                            </p:childTnLst>
                          </p:cTn>
                        </p:par>
                        <p:par>
                          <p:cTn id="44" fill="hold">
                            <p:stCondLst>
                              <p:cond delay="500"/>
                            </p:stCondLst>
                            <p:childTnLst>
                              <p:par>
                                <p:cTn id="45" presetID="1" presetClass="entr" presetSubtype="0" fill="hold" grpId="0" nodeType="after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8" presetClass="entr" presetSubtype="12" fill="hold" nodeType="click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strips(downLeft)">
                                      <p:cBhvr>
                                        <p:cTn id="51" dur="500"/>
                                        <p:tgtEl>
                                          <p:spTgt spid="18"/>
                                        </p:tgtEl>
                                      </p:cBhvr>
                                    </p:animEffect>
                                  </p:childTnLst>
                                </p:cTn>
                              </p:par>
                            </p:childTnLst>
                          </p:cTn>
                        </p:par>
                        <p:par>
                          <p:cTn id="52" fill="hold">
                            <p:stCondLst>
                              <p:cond delay="500"/>
                            </p:stCondLst>
                            <p:childTnLst>
                              <p:par>
                                <p:cTn id="53" presetID="1" presetClass="entr" presetSubtype="0" fill="hold" grpId="0" nodeType="afterEffect">
                                  <p:stCondLst>
                                    <p:cond delay="0"/>
                                  </p:stCondLst>
                                  <p:childTnLst>
                                    <p:set>
                                      <p:cBhvr>
                                        <p:cTn id="54" dur="1" fill="hold">
                                          <p:stCondLst>
                                            <p:cond delay="0"/>
                                          </p:stCondLst>
                                        </p:cTn>
                                        <p:tgtEl>
                                          <p:spTgt spid="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8" presetClass="entr" presetSubtype="12" fill="hold" nodeType="click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strips(downLeft)">
                                      <p:cBhvr>
                                        <p:cTn id="59" dur="500"/>
                                        <p:tgtEl>
                                          <p:spTgt spid="19"/>
                                        </p:tgtEl>
                                      </p:cBhvr>
                                    </p:animEffect>
                                  </p:childTnLst>
                                </p:cTn>
                              </p:par>
                            </p:childTnLst>
                          </p:cTn>
                        </p:par>
                        <p:par>
                          <p:cTn id="60" fill="hold">
                            <p:stCondLst>
                              <p:cond delay="500"/>
                            </p:stCondLst>
                            <p:childTnLst>
                              <p:par>
                                <p:cTn id="61" presetID="1" presetClass="entr" presetSubtype="0" fill="hold" grpId="0" nodeType="afterEffect">
                                  <p:stCondLst>
                                    <p:cond delay="0"/>
                                  </p:stCondLst>
                                  <p:childTnLst>
                                    <p:set>
                                      <p:cBhvr>
                                        <p:cTn id="62" dur="1" fill="hold">
                                          <p:stCondLst>
                                            <p:cond delay="0"/>
                                          </p:stCondLst>
                                        </p:cTn>
                                        <p:tgtEl>
                                          <p:spTgt spid="1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8" presetClass="entr" presetSubtype="12" fill="hold" nodeType="click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strips(downLeft)">
                                      <p:cBhvr>
                                        <p:cTn id="67" dur="500"/>
                                        <p:tgtEl>
                                          <p:spTgt spid="21"/>
                                        </p:tgtEl>
                                      </p:cBhvr>
                                    </p:animEffect>
                                  </p:childTnLst>
                                </p:cTn>
                              </p:par>
                            </p:childTnLst>
                          </p:cTn>
                        </p:par>
                        <p:par>
                          <p:cTn id="68" fill="hold">
                            <p:stCondLst>
                              <p:cond delay="500"/>
                            </p:stCondLst>
                            <p:childTnLst>
                              <p:par>
                                <p:cTn id="69" presetID="1" presetClass="entr" presetSubtype="0" fill="hold" grpId="0" nodeType="afterEffect">
                                  <p:stCondLst>
                                    <p:cond delay="0"/>
                                  </p:stCondLst>
                                  <p:childTnLst>
                                    <p:set>
                                      <p:cBhvr>
                                        <p:cTn id="70" dur="1" fill="hold">
                                          <p:stCondLst>
                                            <p:cond delay="0"/>
                                          </p:stCondLst>
                                        </p:cTn>
                                        <p:tgtEl>
                                          <p:spTgt spid="1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8" presetClass="entr" presetSubtype="12" fill="hold" nodeType="click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strips(downLeft)">
                                      <p:cBhvr>
                                        <p:cTn id="75" dur="500"/>
                                        <p:tgtEl>
                                          <p:spTgt spid="23"/>
                                        </p:tgtEl>
                                      </p:cBhvr>
                                    </p:animEffect>
                                  </p:childTnLst>
                                </p:cTn>
                              </p:par>
                            </p:childTnLst>
                          </p:cTn>
                        </p:par>
                        <p:par>
                          <p:cTn id="76" fill="hold">
                            <p:stCondLst>
                              <p:cond delay="500"/>
                            </p:stCondLst>
                            <p:childTnLst>
                              <p:par>
                                <p:cTn id="77" presetID="1" presetClass="entr" presetSubtype="0" fill="hold" grpId="0" nodeType="afterEffect">
                                  <p:stCondLst>
                                    <p:cond delay="0"/>
                                  </p:stCondLst>
                                  <p:childTnLst>
                                    <p:set>
                                      <p:cBhvr>
                                        <p:cTn id="78" dur="1" fill="hold">
                                          <p:stCondLst>
                                            <p:cond delay="0"/>
                                          </p:stCondLst>
                                        </p:cTn>
                                        <p:tgtEl>
                                          <p:spTgt spid="1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8" presetClass="entr" presetSubtype="12" fill="hold" nodeType="clickEffect">
                                  <p:stCondLst>
                                    <p:cond delay="0"/>
                                  </p:stCondLst>
                                  <p:childTnLst>
                                    <p:set>
                                      <p:cBhvr>
                                        <p:cTn id="86" dur="1" fill="hold">
                                          <p:stCondLst>
                                            <p:cond delay="0"/>
                                          </p:stCondLst>
                                        </p:cTn>
                                        <p:tgtEl>
                                          <p:spTgt spid="34"/>
                                        </p:tgtEl>
                                        <p:attrNameLst>
                                          <p:attrName>style.visibility</p:attrName>
                                        </p:attrNameLst>
                                      </p:cBhvr>
                                      <p:to>
                                        <p:strVal val="visible"/>
                                      </p:to>
                                    </p:set>
                                    <p:animEffect transition="in" filter="strips(downLeft)">
                                      <p:cBhvr>
                                        <p:cTn id="87" dur="500"/>
                                        <p:tgtEl>
                                          <p:spTgt spid="34"/>
                                        </p:tgtEl>
                                      </p:cBhvr>
                                    </p:animEffect>
                                  </p:childTnLst>
                                </p:cTn>
                              </p:par>
                            </p:childTnLst>
                          </p:cTn>
                        </p:par>
                        <p:par>
                          <p:cTn id="88" fill="hold">
                            <p:stCondLst>
                              <p:cond delay="500"/>
                            </p:stCondLst>
                            <p:childTnLst>
                              <p:par>
                                <p:cTn id="89" presetID="1" presetClass="entr" presetSubtype="0" fill="hold" grpId="0" nodeType="afterEffect">
                                  <p:stCondLst>
                                    <p:cond delay="0"/>
                                  </p:stCondLst>
                                  <p:childTnLst>
                                    <p:set>
                                      <p:cBhvr>
                                        <p:cTn id="90" dur="1" fill="hold">
                                          <p:stCondLst>
                                            <p:cond delay="0"/>
                                          </p:stCondLst>
                                        </p:cTn>
                                        <p:tgtEl>
                                          <p:spTgt spid="24"/>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8" presetClass="entr" presetSubtype="12" fill="hold" nodeType="clickEffect">
                                  <p:stCondLst>
                                    <p:cond delay="0"/>
                                  </p:stCondLst>
                                  <p:childTnLst>
                                    <p:set>
                                      <p:cBhvr>
                                        <p:cTn id="94" dur="1" fill="hold">
                                          <p:stCondLst>
                                            <p:cond delay="0"/>
                                          </p:stCondLst>
                                        </p:cTn>
                                        <p:tgtEl>
                                          <p:spTgt spid="36"/>
                                        </p:tgtEl>
                                        <p:attrNameLst>
                                          <p:attrName>style.visibility</p:attrName>
                                        </p:attrNameLst>
                                      </p:cBhvr>
                                      <p:to>
                                        <p:strVal val="visible"/>
                                      </p:to>
                                    </p:set>
                                    <p:animEffect transition="in" filter="strips(downLeft)">
                                      <p:cBhvr>
                                        <p:cTn id="95" dur="500"/>
                                        <p:tgtEl>
                                          <p:spTgt spid="36"/>
                                        </p:tgtEl>
                                      </p:cBhvr>
                                    </p:animEffect>
                                  </p:childTnLst>
                                </p:cTn>
                              </p:par>
                            </p:childTnLst>
                          </p:cTn>
                        </p:par>
                        <p:par>
                          <p:cTn id="96" fill="hold">
                            <p:stCondLst>
                              <p:cond delay="500"/>
                            </p:stCondLst>
                            <p:childTnLst>
                              <p:par>
                                <p:cTn id="97" presetID="1" presetClass="entr" presetSubtype="0" fill="hold" grpId="0" nodeType="afterEffect">
                                  <p:stCondLst>
                                    <p:cond delay="0"/>
                                  </p:stCondLst>
                                  <p:childTnLst>
                                    <p:set>
                                      <p:cBhvr>
                                        <p:cTn id="98" dur="1" fill="hold">
                                          <p:stCondLst>
                                            <p:cond delay="0"/>
                                          </p:stCondLst>
                                        </p:cTn>
                                        <p:tgtEl>
                                          <p:spTgt spid="3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8" presetClass="entr" presetSubtype="12" fill="hold" nodeType="clickEffect">
                                  <p:stCondLst>
                                    <p:cond delay="0"/>
                                  </p:stCondLst>
                                  <p:childTnLst>
                                    <p:set>
                                      <p:cBhvr>
                                        <p:cTn id="102" dur="1" fill="hold">
                                          <p:stCondLst>
                                            <p:cond delay="0"/>
                                          </p:stCondLst>
                                        </p:cTn>
                                        <p:tgtEl>
                                          <p:spTgt spid="35"/>
                                        </p:tgtEl>
                                        <p:attrNameLst>
                                          <p:attrName>style.visibility</p:attrName>
                                        </p:attrNameLst>
                                      </p:cBhvr>
                                      <p:to>
                                        <p:strVal val="visible"/>
                                      </p:to>
                                    </p:set>
                                    <p:animEffect transition="in" filter="strips(downLeft)">
                                      <p:cBhvr>
                                        <p:cTn id="103" dur="500"/>
                                        <p:tgtEl>
                                          <p:spTgt spid="35"/>
                                        </p:tgtEl>
                                      </p:cBhvr>
                                    </p:animEffect>
                                  </p:childTnLst>
                                </p:cTn>
                              </p:par>
                            </p:childTnLst>
                          </p:cTn>
                        </p:par>
                        <p:par>
                          <p:cTn id="104" fill="hold">
                            <p:stCondLst>
                              <p:cond delay="500"/>
                            </p:stCondLst>
                            <p:childTnLst>
                              <p:par>
                                <p:cTn id="105" presetID="1" presetClass="entr" presetSubtype="0" fill="hold" grpId="0" nodeType="afterEffect">
                                  <p:stCondLst>
                                    <p:cond delay="0"/>
                                  </p:stCondLst>
                                  <p:childTnLst>
                                    <p:set>
                                      <p:cBhvr>
                                        <p:cTn id="106" dur="1" fill="hold">
                                          <p:stCondLst>
                                            <p:cond delay="0"/>
                                          </p:stCondLst>
                                        </p:cTn>
                                        <p:tgtEl>
                                          <p:spTgt spid="27"/>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8" presetClass="entr" presetSubtype="12" fill="hold" nodeType="clickEffect">
                                  <p:stCondLst>
                                    <p:cond delay="0"/>
                                  </p:stCondLst>
                                  <p:childTnLst>
                                    <p:set>
                                      <p:cBhvr>
                                        <p:cTn id="110" dur="1" fill="hold">
                                          <p:stCondLst>
                                            <p:cond delay="0"/>
                                          </p:stCondLst>
                                        </p:cTn>
                                        <p:tgtEl>
                                          <p:spTgt spid="37"/>
                                        </p:tgtEl>
                                        <p:attrNameLst>
                                          <p:attrName>style.visibility</p:attrName>
                                        </p:attrNameLst>
                                      </p:cBhvr>
                                      <p:to>
                                        <p:strVal val="visible"/>
                                      </p:to>
                                    </p:set>
                                    <p:animEffect transition="in" filter="strips(downLeft)">
                                      <p:cBhvr>
                                        <p:cTn id="111" dur="500"/>
                                        <p:tgtEl>
                                          <p:spTgt spid="37"/>
                                        </p:tgtEl>
                                      </p:cBhvr>
                                    </p:animEffect>
                                  </p:childTnLst>
                                </p:cTn>
                              </p:par>
                            </p:childTnLst>
                          </p:cTn>
                        </p:par>
                        <p:par>
                          <p:cTn id="112" fill="hold">
                            <p:stCondLst>
                              <p:cond delay="500"/>
                            </p:stCondLst>
                            <p:childTnLst>
                              <p:par>
                                <p:cTn id="113" presetID="1" presetClass="entr" presetSubtype="0" fill="hold" grpId="0" nodeType="afterEffect">
                                  <p:stCondLst>
                                    <p:cond delay="0"/>
                                  </p:stCondLst>
                                  <p:childTnLst>
                                    <p:set>
                                      <p:cBhvr>
                                        <p:cTn id="114" dur="1" fill="hold">
                                          <p:stCondLst>
                                            <p:cond delay="0"/>
                                          </p:stCondLst>
                                        </p:cTn>
                                        <p:tgtEl>
                                          <p:spTgt spid="31"/>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8" presetClass="entr" presetSubtype="12" fill="hold" nodeType="clickEffect">
                                  <p:stCondLst>
                                    <p:cond delay="0"/>
                                  </p:stCondLst>
                                  <p:childTnLst>
                                    <p:set>
                                      <p:cBhvr>
                                        <p:cTn id="118" dur="1" fill="hold">
                                          <p:stCondLst>
                                            <p:cond delay="0"/>
                                          </p:stCondLst>
                                        </p:cTn>
                                        <p:tgtEl>
                                          <p:spTgt spid="38"/>
                                        </p:tgtEl>
                                        <p:attrNameLst>
                                          <p:attrName>style.visibility</p:attrName>
                                        </p:attrNameLst>
                                      </p:cBhvr>
                                      <p:to>
                                        <p:strVal val="visible"/>
                                      </p:to>
                                    </p:set>
                                    <p:animEffect transition="in" filter="strips(downLeft)">
                                      <p:cBhvr>
                                        <p:cTn id="119" dur="500"/>
                                        <p:tgtEl>
                                          <p:spTgt spid="38"/>
                                        </p:tgtEl>
                                      </p:cBhvr>
                                    </p:animEffect>
                                  </p:childTnLst>
                                </p:cTn>
                              </p:par>
                            </p:childTnLst>
                          </p:cTn>
                        </p:par>
                        <p:par>
                          <p:cTn id="120" fill="hold">
                            <p:stCondLst>
                              <p:cond delay="500"/>
                            </p:stCondLst>
                            <p:childTnLst>
                              <p:par>
                                <p:cTn id="121" presetID="1" presetClass="entr" presetSubtype="0" fill="hold" grpId="0" nodeType="afterEffect">
                                  <p:stCondLst>
                                    <p:cond delay="0"/>
                                  </p:stCondLst>
                                  <p:childTnLst>
                                    <p:set>
                                      <p:cBhvr>
                                        <p:cTn id="122" dur="1" fill="hold">
                                          <p:stCondLst>
                                            <p:cond delay="0"/>
                                          </p:stCondLst>
                                        </p:cTn>
                                        <p:tgtEl>
                                          <p:spTgt spid="26"/>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8" presetClass="entr" presetSubtype="12" fill="hold" nodeType="clickEffect">
                                  <p:stCondLst>
                                    <p:cond delay="0"/>
                                  </p:stCondLst>
                                  <p:childTnLst>
                                    <p:set>
                                      <p:cBhvr>
                                        <p:cTn id="126" dur="1" fill="hold">
                                          <p:stCondLst>
                                            <p:cond delay="0"/>
                                          </p:stCondLst>
                                        </p:cTn>
                                        <p:tgtEl>
                                          <p:spTgt spid="40"/>
                                        </p:tgtEl>
                                        <p:attrNameLst>
                                          <p:attrName>style.visibility</p:attrName>
                                        </p:attrNameLst>
                                      </p:cBhvr>
                                      <p:to>
                                        <p:strVal val="visible"/>
                                      </p:to>
                                    </p:set>
                                    <p:animEffect transition="in" filter="strips(downLeft)">
                                      <p:cBhvr>
                                        <p:cTn id="127" dur="500"/>
                                        <p:tgtEl>
                                          <p:spTgt spid="40"/>
                                        </p:tgtEl>
                                      </p:cBhvr>
                                    </p:animEffect>
                                  </p:childTnLst>
                                </p:cTn>
                              </p:par>
                            </p:childTnLst>
                          </p:cTn>
                        </p:par>
                        <p:par>
                          <p:cTn id="128" fill="hold">
                            <p:stCondLst>
                              <p:cond delay="500"/>
                            </p:stCondLst>
                            <p:childTnLst>
                              <p:par>
                                <p:cTn id="129" presetID="1" presetClass="entr" presetSubtype="0" fill="hold" grpId="0" nodeType="afterEffect">
                                  <p:stCondLst>
                                    <p:cond delay="0"/>
                                  </p:stCondLst>
                                  <p:childTnLst>
                                    <p:set>
                                      <p:cBhvr>
                                        <p:cTn id="130" dur="1" fill="hold">
                                          <p:stCondLst>
                                            <p:cond delay="0"/>
                                          </p:stCondLst>
                                        </p:cTn>
                                        <p:tgtEl>
                                          <p:spTgt spid="32"/>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8" presetClass="entr" presetSubtype="12" fill="hold" nodeType="clickEffect">
                                  <p:stCondLst>
                                    <p:cond delay="0"/>
                                  </p:stCondLst>
                                  <p:childTnLst>
                                    <p:set>
                                      <p:cBhvr>
                                        <p:cTn id="134" dur="1" fill="hold">
                                          <p:stCondLst>
                                            <p:cond delay="0"/>
                                          </p:stCondLst>
                                        </p:cTn>
                                        <p:tgtEl>
                                          <p:spTgt spid="39"/>
                                        </p:tgtEl>
                                        <p:attrNameLst>
                                          <p:attrName>style.visibility</p:attrName>
                                        </p:attrNameLst>
                                      </p:cBhvr>
                                      <p:to>
                                        <p:strVal val="visible"/>
                                      </p:to>
                                    </p:set>
                                    <p:animEffect transition="in" filter="strips(downLeft)">
                                      <p:cBhvr>
                                        <p:cTn id="135" dur="500"/>
                                        <p:tgtEl>
                                          <p:spTgt spid="39"/>
                                        </p:tgtEl>
                                      </p:cBhvr>
                                    </p:animEffect>
                                  </p:childTnLst>
                                </p:cTn>
                              </p:par>
                            </p:childTnLst>
                          </p:cTn>
                        </p:par>
                        <p:par>
                          <p:cTn id="136" fill="hold">
                            <p:stCondLst>
                              <p:cond delay="500"/>
                            </p:stCondLst>
                            <p:childTnLst>
                              <p:par>
                                <p:cTn id="137" presetID="1" presetClass="entr" presetSubtype="0" fill="hold" grpId="0" nodeType="afterEffect">
                                  <p:stCondLst>
                                    <p:cond delay="0"/>
                                  </p:stCondLst>
                                  <p:childTnLst>
                                    <p:set>
                                      <p:cBhvr>
                                        <p:cTn id="138" dur="1" fill="hold">
                                          <p:stCondLst>
                                            <p:cond delay="0"/>
                                          </p:stCondLst>
                                        </p:cTn>
                                        <p:tgtEl>
                                          <p:spTgt spid="28"/>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8" presetClass="entr" presetSubtype="12" fill="hold" nodeType="clickEffect">
                                  <p:stCondLst>
                                    <p:cond delay="0"/>
                                  </p:stCondLst>
                                  <p:childTnLst>
                                    <p:set>
                                      <p:cBhvr>
                                        <p:cTn id="142" dur="1" fill="hold">
                                          <p:stCondLst>
                                            <p:cond delay="0"/>
                                          </p:stCondLst>
                                        </p:cTn>
                                        <p:tgtEl>
                                          <p:spTgt spid="41"/>
                                        </p:tgtEl>
                                        <p:attrNameLst>
                                          <p:attrName>style.visibility</p:attrName>
                                        </p:attrNameLst>
                                      </p:cBhvr>
                                      <p:to>
                                        <p:strVal val="visible"/>
                                      </p:to>
                                    </p:set>
                                    <p:animEffect transition="in" filter="strips(downLeft)">
                                      <p:cBhvr>
                                        <p:cTn id="143" dur="500"/>
                                        <p:tgtEl>
                                          <p:spTgt spid="41"/>
                                        </p:tgtEl>
                                      </p:cBhvr>
                                    </p:animEffect>
                                  </p:childTnLst>
                                </p:cTn>
                              </p:par>
                            </p:childTnLst>
                          </p:cTn>
                        </p:par>
                        <p:par>
                          <p:cTn id="144" fill="hold">
                            <p:stCondLst>
                              <p:cond delay="500"/>
                            </p:stCondLst>
                            <p:childTnLst>
                              <p:par>
                                <p:cTn id="145" presetID="1" presetClass="entr" presetSubtype="0" fill="hold" grpId="0" nodeType="afterEffect">
                                  <p:stCondLst>
                                    <p:cond delay="0"/>
                                  </p:stCondLst>
                                  <p:childTnLst>
                                    <p:set>
                                      <p:cBhvr>
                                        <p:cTn id="146" dur="1" fill="hold">
                                          <p:stCondLst>
                                            <p:cond delay="0"/>
                                          </p:stCondLst>
                                        </p:cTn>
                                        <p:tgtEl>
                                          <p:spTgt spid="30"/>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8" presetClass="entr" presetSubtype="12" fill="hold" nodeType="clickEffect">
                                  <p:stCondLst>
                                    <p:cond delay="0"/>
                                  </p:stCondLst>
                                  <p:childTnLst>
                                    <p:set>
                                      <p:cBhvr>
                                        <p:cTn id="150" dur="1" fill="hold">
                                          <p:stCondLst>
                                            <p:cond delay="0"/>
                                          </p:stCondLst>
                                        </p:cTn>
                                        <p:tgtEl>
                                          <p:spTgt spid="42"/>
                                        </p:tgtEl>
                                        <p:attrNameLst>
                                          <p:attrName>style.visibility</p:attrName>
                                        </p:attrNameLst>
                                      </p:cBhvr>
                                      <p:to>
                                        <p:strVal val="visible"/>
                                      </p:to>
                                    </p:set>
                                    <p:animEffect transition="in" filter="strips(downLeft)">
                                      <p:cBhvr>
                                        <p:cTn id="151" dur="500"/>
                                        <p:tgtEl>
                                          <p:spTgt spid="42"/>
                                        </p:tgtEl>
                                      </p:cBhvr>
                                    </p:animEffect>
                                  </p:childTnLst>
                                </p:cTn>
                              </p:par>
                            </p:childTnLst>
                          </p:cTn>
                        </p:par>
                        <p:par>
                          <p:cTn id="152" fill="hold">
                            <p:stCondLst>
                              <p:cond delay="500"/>
                            </p:stCondLst>
                            <p:childTnLst>
                              <p:par>
                                <p:cTn id="153" presetID="1" presetClass="entr" presetSubtype="0" fill="hold" grpId="0" nodeType="afterEffect">
                                  <p:stCondLst>
                                    <p:cond delay="0"/>
                                  </p:stCondLst>
                                  <p:childTnLst>
                                    <p:set>
                                      <p:cBhvr>
                                        <p:cTn id="15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24" grpId="0"/>
      <p:bldP spid="25" grpId="0"/>
      <p:bldP spid="26" grpId="0"/>
      <p:bldP spid="27" grpId="0"/>
      <p:bldP spid="28" grpId="0"/>
      <p:bldP spid="29" grpId="0"/>
      <p:bldP spid="30" grpId="0"/>
      <p:bldP spid="31" grpId="0"/>
      <p:bldP spid="32" grpId="0"/>
      <p:bldP spid="3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1F54D03-5ED8-4B10-9B2E-03C517F4A9CC}"/>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5608B34E-438C-492E-9B23-F44952DA152E}"/>
              </a:ext>
            </a:extLst>
          </p:cNvPr>
          <p:cNvSpPr>
            <a:spLocks noGrp="1"/>
          </p:cNvSpPr>
          <p:nvPr>
            <p:ph type="body" sz="quarter" idx="12"/>
          </p:nvPr>
        </p:nvSpPr>
        <p:spPr/>
        <p:txBody>
          <a:bodyPr/>
          <a:lstStyle/>
          <a:p>
            <a:r>
              <a:rPr lang="en-US" dirty="0"/>
              <a:t>Chomsky Normal Form</a:t>
            </a:r>
          </a:p>
        </p:txBody>
      </p:sp>
      <p:sp>
        <p:nvSpPr>
          <p:cNvPr id="4" name="Text Placeholder 3">
            <a:extLst>
              <a:ext uri="{FF2B5EF4-FFF2-40B4-BE49-F238E27FC236}">
                <a16:creationId xmlns:a16="http://schemas.microsoft.com/office/drawing/2014/main" id="{E2D0E11F-4C60-4BE1-A93E-469281FE6495}"/>
              </a:ext>
            </a:extLst>
          </p:cNvPr>
          <p:cNvSpPr>
            <a:spLocks noGrp="1"/>
          </p:cNvSpPr>
          <p:nvPr>
            <p:ph type="body" sz="quarter" idx="13"/>
          </p:nvPr>
        </p:nvSpPr>
        <p:spPr/>
        <p:txBody>
          <a:bodyPr>
            <a:normAutofit lnSpcReduction="10000"/>
          </a:bodyPr>
          <a:lstStyle/>
          <a:p>
            <a:pPr eaLnBrk="1" hangingPunct="1"/>
            <a:r>
              <a:rPr lang="en-US" altLang="en-US" sz="2800" dirty="0"/>
              <a:t>It is often convenient to have CFGs in simplified form. One such form is Chomsky normal form.</a:t>
            </a:r>
          </a:p>
          <a:p>
            <a:pPr eaLnBrk="1" hangingPunct="1"/>
            <a:r>
              <a:rPr lang="en-US" altLang="en-US" sz="2800" dirty="0"/>
              <a:t>A context free grammar is in Chomsky normal form if every rule is of the form</a:t>
            </a:r>
            <a:br>
              <a:rPr lang="en-US" altLang="en-US" sz="2800" dirty="0"/>
            </a:br>
            <a:br>
              <a:rPr lang="en-US" altLang="en-US" sz="2800" dirty="0"/>
            </a:br>
            <a:r>
              <a:rPr lang="en-US" altLang="en-US" sz="2800" dirty="0"/>
              <a:t>			</a:t>
            </a:r>
            <a:r>
              <a:rPr lang="en-US" altLang="en-US" sz="2800" i="1" dirty="0">
                <a:latin typeface="Courier New" panose="02070309020205020404" pitchFamily="49" charset="0"/>
                <a:cs typeface="Courier New" panose="02070309020205020404" pitchFamily="49" charset="0"/>
              </a:rPr>
              <a:t>A</a:t>
            </a:r>
            <a:r>
              <a:rPr lang="en-US" altLang="en-US" sz="2800" dirty="0">
                <a:latin typeface="Courier New" panose="02070309020205020404" pitchFamily="49" charset="0"/>
                <a:cs typeface="Courier New" panose="02070309020205020404" pitchFamily="49" charset="0"/>
              </a:rPr>
              <a:t> </a:t>
            </a:r>
            <a:r>
              <a:rPr lang="en-US" altLang="en-US" sz="2800" dirty="0">
                <a:latin typeface="Courier New" panose="02070309020205020404" pitchFamily="49" charset="0"/>
                <a:cs typeface="Courier New" panose="02070309020205020404" pitchFamily="49" charset="0"/>
                <a:sym typeface="Wingdings" panose="05000000000000000000" pitchFamily="2" charset="2"/>
              </a:rPr>
              <a:t> </a:t>
            </a:r>
            <a:r>
              <a:rPr lang="en-US" altLang="en-US" sz="2800" i="1" dirty="0">
                <a:latin typeface="Courier New" panose="02070309020205020404" pitchFamily="49" charset="0"/>
                <a:cs typeface="Courier New" panose="02070309020205020404" pitchFamily="49" charset="0"/>
                <a:sym typeface="Wingdings" panose="05000000000000000000" pitchFamily="2" charset="2"/>
              </a:rPr>
              <a:t>BC</a:t>
            </a:r>
            <a:br>
              <a:rPr lang="en-US" altLang="en-US" sz="2800" dirty="0">
                <a:latin typeface="Courier New" panose="02070309020205020404" pitchFamily="49" charset="0"/>
                <a:cs typeface="Courier New" panose="02070309020205020404" pitchFamily="49" charset="0"/>
                <a:sym typeface="Wingdings" panose="05000000000000000000" pitchFamily="2" charset="2"/>
              </a:rPr>
            </a:br>
            <a:r>
              <a:rPr lang="en-US" altLang="en-US" sz="2800" dirty="0">
                <a:latin typeface="Courier New" panose="02070309020205020404" pitchFamily="49" charset="0"/>
                <a:cs typeface="Courier New" panose="02070309020205020404" pitchFamily="49" charset="0"/>
                <a:sym typeface="Wingdings" panose="05000000000000000000" pitchFamily="2" charset="2"/>
              </a:rPr>
              <a:t>			</a:t>
            </a:r>
            <a:r>
              <a:rPr lang="en-US" altLang="en-US" sz="2800" i="1" dirty="0">
                <a:latin typeface="Courier New" panose="02070309020205020404" pitchFamily="49" charset="0"/>
                <a:cs typeface="Courier New" panose="02070309020205020404" pitchFamily="49" charset="0"/>
                <a:sym typeface="Wingdings" panose="05000000000000000000" pitchFamily="2" charset="2"/>
              </a:rPr>
              <a:t>A</a:t>
            </a:r>
            <a:r>
              <a:rPr lang="en-US" altLang="en-US" sz="2800" dirty="0">
                <a:latin typeface="Courier New" panose="02070309020205020404" pitchFamily="49" charset="0"/>
                <a:cs typeface="Courier New" panose="02070309020205020404" pitchFamily="49" charset="0"/>
                <a:sym typeface="Wingdings" panose="05000000000000000000" pitchFamily="2" charset="2"/>
              </a:rPr>
              <a:t>  </a:t>
            </a:r>
            <a:r>
              <a:rPr lang="en-US" altLang="en-US" sz="2800" i="1" dirty="0">
                <a:latin typeface="Courier New" panose="02070309020205020404" pitchFamily="49" charset="0"/>
                <a:cs typeface="Courier New" panose="02070309020205020404" pitchFamily="49" charset="0"/>
                <a:sym typeface="Symbol" panose="05050102010706020507" pitchFamily="18" charset="2"/>
              </a:rPr>
              <a:t>a</a:t>
            </a:r>
            <a:br>
              <a:rPr lang="en-US" altLang="en-US" sz="2800" i="1" dirty="0">
                <a:sym typeface="Symbol" panose="05050102010706020507" pitchFamily="18" charset="2"/>
              </a:rPr>
            </a:br>
            <a:br>
              <a:rPr lang="en-US" altLang="en-US" sz="2800" i="1" dirty="0">
                <a:sym typeface="Symbol" panose="05050102010706020507" pitchFamily="18" charset="2"/>
              </a:rPr>
            </a:br>
            <a:r>
              <a:rPr lang="en-US" altLang="en-US" sz="2800" dirty="0">
                <a:sym typeface="Symbol" panose="05050102010706020507" pitchFamily="18" charset="2"/>
              </a:rPr>
              <a:t>where</a:t>
            </a:r>
            <a:r>
              <a:rPr lang="en-US" altLang="en-US" sz="2800" i="1" dirty="0">
                <a:sym typeface="Symbol" panose="05050102010706020507" pitchFamily="18" charset="2"/>
              </a:rPr>
              <a:t> </a:t>
            </a:r>
            <a:r>
              <a:rPr lang="en-US" altLang="en-US" sz="2800" b="1" i="1" dirty="0">
                <a:latin typeface="Courier New" panose="02070309020205020404" pitchFamily="49" charset="0"/>
                <a:cs typeface="Courier New" panose="02070309020205020404" pitchFamily="49" charset="0"/>
                <a:sym typeface="Symbol" panose="05050102010706020507" pitchFamily="18" charset="2"/>
              </a:rPr>
              <a:t>a</a:t>
            </a:r>
            <a:r>
              <a:rPr lang="en-US" altLang="en-US" sz="2800" dirty="0">
                <a:sym typeface="Symbol" panose="05050102010706020507" pitchFamily="18" charset="2"/>
              </a:rPr>
              <a:t> is any terminal and </a:t>
            </a:r>
            <a:r>
              <a:rPr lang="en-US" altLang="en-US" sz="2800" b="1" i="1" dirty="0">
                <a:latin typeface="Courier New" panose="02070309020205020404" pitchFamily="49" charset="0"/>
                <a:cs typeface="Courier New" panose="02070309020205020404" pitchFamily="49" charset="0"/>
                <a:sym typeface="Symbol" panose="05050102010706020507" pitchFamily="18" charset="2"/>
              </a:rPr>
              <a:t>A</a:t>
            </a:r>
            <a:r>
              <a:rPr lang="en-US" altLang="en-US" sz="2800" dirty="0">
                <a:sym typeface="Symbol" panose="05050102010706020507" pitchFamily="18" charset="2"/>
              </a:rPr>
              <a:t>,</a:t>
            </a:r>
            <a:r>
              <a:rPr lang="en-US" altLang="en-US" sz="2800" i="1" dirty="0">
                <a:sym typeface="Symbol" panose="05050102010706020507" pitchFamily="18" charset="2"/>
              </a:rPr>
              <a:t> </a:t>
            </a:r>
            <a:r>
              <a:rPr lang="en-US" altLang="en-US" sz="2800" b="1" i="1" dirty="0">
                <a:latin typeface="Courier New" panose="02070309020205020404" pitchFamily="49" charset="0"/>
                <a:cs typeface="Courier New" panose="02070309020205020404" pitchFamily="49" charset="0"/>
                <a:sym typeface="Symbol" panose="05050102010706020507" pitchFamily="18" charset="2"/>
              </a:rPr>
              <a:t>B</a:t>
            </a:r>
            <a:r>
              <a:rPr lang="en-US" altLang="en-US" sz="2800" dirty="0">
                <a:sym typeface="Symbol" panose="05050102010706020507" pitchFamily="18" charset="2"/>
              </a:rPr>
              <a:t>, and </a:t>
            </a:r>
            <a:r>
              <a:rPr lang="en-US" altLang="en-US" sz="2800" b="1" i="1" dirty="0">
                <a:latin typeface="Courier New" panose="02070309020205020404" pitchFamily="49" charset="0"/>
                <a:cs typeface="Courier New" panose="02070309020205020404" pitchFamily="49" charset="0"/>
                <a:sym typeface="Symbol" panose="05050102010706020507" pitchFamily="18" charset="2"/>
              </a:rPr>
              <a:t>C</a:t>
            </a:r>
            <a:r>
              <a:rPr lang="en-US" altLang="en-US" sz="2800" dirty="0">
                <a:sym typeface="Symbol" panose="05050102010706020507" pitchFamily="18" charset="2"/>
              </a:rPr>
              <a:t> are any variables – except that </a:t>
            </a:r>
            <a:r>
              <a:rPr lang="en-US" altLang="en-US" sz="2800" b="1" i="1" dirty="0">
                <a:latin typeface="Courier New" panose="02070309020205020404" pitchFamily="49" charset="0"/>
                <a:cs typeface="Courier New" panose="02070309020205020404" pitchFamily="49" charset="0"/>
                <a:sym typeface="Symbol" panose="05050102010706020507" pitchFamily="18" charset="2"/>
              </a:rPr>
              <a:t>B</a:t>
            </a:r>
            <a:r>
              <a:rPr lang="en-US" altLang="en-US" sz="2800" dirty="0">
                <a:sym typeface="Symbol" panose="05050102010706020507" pitchFamily="18" charset="2"/>
              </a:rPr>
              <a:t> and </a:t>
            </a:r>
            <a:r>
              <a:rPr lang="en-US" altLang="en-US" sz="2800" b="1" i="1" dirty="0">
                <a:latin typeface="Courier New" panose="02070309020205020404" pitchFamily="49" charset="0"/>
                <a:cs typeface="Courier New" panose="02070309020205020404" pitchFamily="49" charset="0"/>
                <a:sym typeface="Symbol" panose="05050102010706020507" pitchFamily="18" charset="2"/>
              </a:rPr>
              <a:t>C</a:t>
            </a:r>
            <a:r>
              <a:rPr lang="en-US" altLang="en-US" sz="2800" dirty="0">
                <a:sym typeface="Symbol" panose="05050102010706020507" pitchFamily="18" charset="2"/>
              </a:rPr>
              <a:t> may not be the start variable.</a:t>
            </a:r>
            <a:br>
              <a:rPr lang="en-US" altLang="en-US" sz="2800" dirty="0">
                <a:sym typeface="Symbol" panose="05050102010706020507" pitchFamily="18" charset="2"/>
              </a:rPr>
            </a:br>
            <a:br>
              <a:rPr lang="en-US" altLang="en-US" sz="2800" dirty="0">
                <a:sym typeface="Symbol" panose="05050102010706020507" pitchFamily="18" charset="2"/>
              </a:rPr>
            </a:br>
            <a:r>
              <a:rPr lang="en-US" altLang="en-US" sz="2800" dirty="0">
                <a:sym typeface="Symbol" panose="05050102010706020507" pitchFamily="18" charset="2"/>
              </a:rPr>
              <a:t>In addition </a:t>
            </a:r>
            <a:r>
              <a:rPr lang="en-US" altLang="en-US" sz="2800" i="1" dirty="0">
                <a:latin typeface="Courier New" panose="02070309020205020404" pitchFamily="49" charset="0"/>
                <a:cs typeface="Courier New" panose="02070309020205020404" pitchFamily="49" charset="0"/>
                <a:sym typeface="Symbol" panose="05050102010706020507" pitchFamily="18" charset="2"/>
              </a:rPr>
              <a:t>S</a:t>
            </a:r>
            <a:r>
              <a:rPr lang="en-US" altLang="en-US" sz="2800" dirty="0">
                <a:latin typeface="Courier New" panose="02070309020205020404" pitchFamily="49" charset="0"/>
                <a:cs typeface="Courier New" panose="02070309020205020404" pitchFamily="49" charset="0"/>
                <a:sym typeface="Symbol" panose="05050102010706020507" pitchFamily="18" charset="2"/>
              </a:rPr>
              <a:t> </a:t>
            </a:r>
            <a:r>
              <a:rPr lang="en-US" altLang="en-US" sz="2800" dirty="0">
                <a:latin typeface="Courier New" panose="02070309020205020404" pitchFamily="49" charset="0"/>
                <a:cs typeface="Courier New" panose="02070309020205020404" pitchFamily="49" charset="0"/>
                <a:sym typeface="Wingdings" panose="05000000000000000000" pitchFamily="2" charset="2"/>
              </a:rPr>
              <a:t> </a:t>
            </a:r>
            <a:r>
              <a:rPr lang="en-US" altLang="en-US" sz="2800" i="1" dirty="0">
                <a:latin typeface="Courier New" panose="02070309020205020404" pitchFamily="49" charset="0"/>
                <a:cs typeface="Courier New" panose="02070309020205020404" pitchFamily="49" charset="0"/>
                <a:sym typeface="Symbol" panose="05050102010706020507" pitchFamily="18" charset="2"/>
              </a:rPr>
              <a:t></a:t>
            </a:r>
            <a:r>
              <a:rPr lang="en-US" altLang="en-US" sz="2800" dirty="0">
                <a:latin typeface="Courier New" panose="02070309020205020404" pitchFamily="49" charset="0"/>
                <a:cs typeface="Courier New" panose="02070309020205020404" pitchFamily="49" charset="0"/>
                <a:sym typeface="Symbol" panose="05050102010706020507" pitchFamily="18" charset="2"/>
              </a:rPr>
              <a:t> </a:t>
            </a:r>
            <a:r>
              <a:rPr lang="en-US" altLang="en-US" sz="2800" dirty="0">
                <a:sym typeface="Symbol" panose="05050102010706020507" pitchFamily="18" charset="2"/>
              </a:rPr>
              <a:t>is permitted, where </a:t>
            </a:r>
            <a:r>
              <a:rPr lang="en-US" altLang="en-US" sz="2800" i="1" dirty="0">
                <a:latin typeface="Courier New" panose="02070309020205020404" pitchFamily="49" charset="0"/>
                <a:cs typeface="Courier New" panose="02070309020205020404" pitchFamily="49" charset="0"/>
                <a:sym typeface="Symbol" panose="05050102010706020507" pitchFamily="18" charset="2"/>
              </a:rPr>
              <a:t>S</a:t>
            </a:r>
            <a:r>
              <a:rPr lang="en-US" altLang="en-US" sz="2800" dirty="0">
                <a:sym typeface="Symbol" panose="05050102010706020507" pitchFamily="18" charset="2"/>
              </a:rPr>
              <a:t> is the start variable.</a:t>
            </a:r>
          </a:p>
        </p:txBody>
      </p:sp>
    </p:spTree>
    <p:extLst>
      <p:ext uri="{BB962C8B-B14F-4D97-AF65-F5344CB8AC3E}">
        <p14:creationId xmlns:p14="http://schemas.microsoft.com/office/powerpoint/2010/main" val="1630075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6CD5714-014E-424B-8F26-095B00D0E264}"/>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519A6030-3D1B-4256-98FE-AA1239023F5C}"/>
              </a:ext>
            </a:extLst>
          </p:cNvPr>
          <p:cNvSpPr>
            <a:spLocks noGrp="1"/>
          </p:cNvSpPr>
          <p:nvPr>
            <p:ph type="body" sz="quarter" idx="12"/>
          </p:nvPr>
        </p:nvSpPr>
        <p:spPr/>
        <p:txBody>
          <a:bodyPr/>
          <a:lstStyle/>
          <a:p>
            <a:r>
              <a:rPr lang="en-US" dirty="0"/>
              <a:t>Example: Converting to CNF</a:t>
            </a:r>
          </a:p>
        </p:txBody>
      </p:sp>
      <p:sp>
        <p:nvSpPr>
          <p:cNvPr id="5" name="TextBox 4">
            <a:extLst>
              <a:ext uri="{FF2B5EF4-FFF2-40B4-BE49-F238E27FC236}">
                <a16:creationId xmlns:a16="http://schemas.microsoft.com/office/drawing/2014/main" id="{BA0A0FD8-3745-480F-B5B5-F64C7A450A38}"/>
              </a:ext>
            </a:extLst>
          </p:cNvPr>
          <p:cNvSpPr txBox="1"/>
          <p:nvPr/>
        </p:nvSpPr>
        <p:spPr>
          <a:xfrm>
            <a:off x="6400800" y="3592043"/>
            <a:ext cx="2723613" cy="1122551"/>
          </a:xfrm>
          <a:prstGeom prst="rect">
            <a:avLst/>
          </a:prstGeom>
          <a:solidFill>
            <a:schemeClr val="bg2"/>
          </a:solidFill>
        </p:spPr>
        <p:txBody>
          <a:bodyPr wrap="square" rtlCol="0">
            <a:spAutoFit/>
          </a:bodyPr>
          <a:lstStyle/>
          <a:p>
            <a:pPr>
              <a:lnSpc>
                <a:spcPct val="90000"/>
              </a:lnSpc>
              <a:buFontTx/>
              <a:buNone/>
            </a:pPr>
            <a:r>
              <a:rPr lang="en-US" altLang="en-US" sz="2000" b="1" u="sng" dirty="0"/>
              <a:t>Original Grammar</a:t>
            </a: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endParaRPr lang="en-US" altLang="en-US" sz="1800" dirty="0">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 | </a:t>
            </a:r>
            <a:r>
              <a:rPr lang="en-US" altLang="en-US" sz="1800" dirty="0">
                <a:latin typeface="Courier New" panose="02070309020205020404" pitchFamily="49" charset="0"/>
                <a:cs typeface="Courier New" panose="02070309020205020404" pitchFamily="49" charset="0"/>
                <a:sym typeface="Symbol" panose="05050102010706020507" pitchFamily="18" charset="2"/>
              </a:rPr>
              <a:t></a:t>
            </a:r>
          </a:p>
        </p:txBody>
      </p:sp>
      <p:sp>
        <p:nvSpPr>
          <p:cNvPr id="7" name="TextBox 6">
            <a:extLst>
              <a:ext uri="{FF2B5EF4-FFF2-40B4-BE49-F238E27FC236}">
                <a16:creationId xmlns:a16="http://schemas.microsoft.com/office/drawing/2014/main" id="{0C42323F-C5DD-4682-ADD8-EC1695335ED8}"/>
              </a:ext>
            </a:extLst>
          </p:cNvPr>
          <p:cNvSpPr txBox="1"/>
          <p:nvPr/>
        </p:nvSpPr>
        <p:spPr>
          <a:xfrm>
            <a:off x="6400800" y="773440"/>
            <a:ext cx="2723613" cy="2867645"/>
          </a:xfrm>
          <a:prstGeom prst="rect">
            <a:avLst/>
          </a:prstGeom>
          <a:noFill/>
        </p:spPr>
        <p:txBody>
          <a:bodyPr wrap="square" rtlCol="0">
            <a:spAutoFit/>
          </a:bodyPr>
          <a:lstStyle/>
          <a:p>
            <a:pPr algn="ctr">
              <a:lnSpc>
                <a:spcPct val="90000"/>
              </a:lnSpc>
              <a:buFontTx/>
              <a:buNone/>
            </a:pPr>
            <a:r>
              <a:rPr lang="en-US" altLang="en-US" sz="2000" b="1" u="sng" dirty="0"/>
              <a:t>CNF: Rules Format</a:t>
            </a:r>
          </a:p>
          <a:p>
            <a:pPr marL="342900" indent="-342900">
              <a:lnSpc>
                <a:spcPct val="90000"/>
              </a:lnSpc>
              <a:buFont typeface="+mj-lt"/>
              <a:buAutoNum type="arabicPeriod"/>
            </a:pPr>
            <a:r>
              <a:rPr lang="en-US" altLang="en-US" dirty="0"/>
              <a:t>A variable substitute by two variables</a:t>
            </a:r>
            <a:br>
              <a:rPr lang="en-US" altLang="en-US" dirty="0"/>
            </a:br>
            <a:r>
              <a:rPr lang="en-US" altLang="en-US" sz="1800" b="1" dirty="0">
                <a:latin typeface="Courier New" panose="02070309020205020404" pitchFamily="49" charset="0"/>
                <a:cs typeface="Courier New" panose="02070309020205020404" pitchFamily="49" charset="0"/>
              </a:rPr>
              <a:t>V</a:t>
            </a:r>
            <a:r>
              <a:rPr lang="en-US" altLang="en-US" sz="1800" b="1" baseline="-25000" dirty="0">
                <a:latin typeface="Courier New" panose="02070309020205020404" pitchFamily="49" charset="0"/>
                <a:cs typeface="Courier New" panose="02070309020205020404" pitchFamily="49" charset="0"/>
              </a:rPr>
              <a:t>1</a:t>
            </a:r>
            <a:r>
              <a:rPr lang="en-US" altLang="en-US" sz="1800" b="1" dirty="0">
                <a:latin typeface="Courier New" panose="02070309020205020404" pitchFamily="49" charset="0"/>
                <a:cs typeface="Courier New" panose="02070309020205020404" pitchFamily="49" charset="0"/>
              </a:rPr>
              <a:t>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2</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3</a:t>
            </a:r>
          </a:p>
          <a:p>
            <a:pPr marL="342900" indent="-342900">
              <a:lnSpc>
                <a:spcPct val="90000"/>
              </a:lnSpc>
              <a:buFont typeface="+mj-lt"/>
              <a:buAutoNum type="arabicPeriod"/>
            </a:pPr>
            <a:r>
              <a:rPr lang="en-US" altLang="en-US" sz="1800" dirty="0">
                <a:cs typeface="Courier New" panose="02070309020205020404" pitchFamily="49" charset="0"/>
                <a:sym typeface="Wingdings" panose="05000000000000000000" pitchFamily="2" charset="2"/>
              </a:rPr>
              <a:t>A variable substitute by a single terminal</a:t>
            </a:r>
            <a:br>
              <a:rPr lang="en-US" altLang="en-US" sz="1800" dirty="0">
                <a:latin typeface="Courier New" panose="02070309020205020404" pitchFamily="49" charset="0"/>
                <a:cs typeface="Courier New" panose="02070309020205020404" pitchFamily="49" charset="0"/>
                <a:sym typeface="Wingdings" panose="05000000000000000000" pitchFamily="2" charset="2"/>
              </a:rPr>
            </a:b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 t</a:t>
            </a:r>
          </a:p>
          <a:p>
            <a:pPr marL="342900" indent="-342900">
              <a:lnSpc>
                <a:spcPct val="90000"/>
              </a:lnSpc>
              <a:buFont typeface="+mj-lt"/>
              <a:buAutoNum type="arabicPeriod"/>
            </a:pPr>
            <a:r>
              <a:rPr lang="en-US" altLang="en-US" sz="1800" dirty="0">
                <a:cs typeface="Courier New" panose="02070309020205020404" pitchFamily="49" charset="0"/>
                <a:sym typeface="Wingdings" panose="05000000000000000000" pitchFamily="2" charset="2"/>
              </a:rPr>
              <a:t>Exception: the start variable may have an epsilon rule</a:t>
            </a:r>
            <a:br>
              <a:rPr lang="en-US" altLang="en-US" sz="1800" dirty="0">
                <a:latin typeface="Courier New" panose="02070309020205020404" pitchFamily="49" charset="0"/>
                <a:cs typeface="Courier New" panose="02070309020205020404" pitchFamily="49" charset="0"/>
                <a:sym typeface="Wingdings" panose="05000000000000000000" pitchFamily="2" charset="2"/>
              </a:rPr>
            </a:br>
            <a:r>
              <a:rPr lang="en-US" altLang="en-US" sz="1800" b="1" dirty="0">
                <a:latin typeface="Courier New" panose="02070309020205020404" pitchFamily="49" charset="0"/>
                <a:cs typeface="Courier New" panose="02070309020205020404" pitchFamily="49" charset="0"/>
                <a:sym typeface="Wingdings" panose="05000000000000000000" pitchFamily="2" charset="2"/>
              </a:rPr>
              <a:t>S</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0</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 </a:t>
            </a:r>
            <a:r>
              <a:rPr lang="en-US" altLang="en-US" sz="1800" b="1" dirty="0">
                <a:latin typeface="Courier New" panose="02070309020205020404" pitchFamily="49" charset="0"/>
                <a:cs typeface="Courier New" panose="02070309020205020404" pitchFamily="49" charset="0"/>
                <a:sym typeface="Symbol" panose="05050102010706020507" pitchFamily="18" charset="2"/>
              </a:rPr>
              <a:t></a:t>
            </a:r>
          </a:p>
        </p:txBody>
      </p:sp>
      <p:sp>
        <p:nvSpPr>
          <p:cNvPr id="8" name="TextBox 7">
            <a:extLst>
              <a:ext uri="{FF2B5EF4-FFF2-40B4-BE49-F238E27FC236}">
                <a16:creationId xmlns:a16="http://schemas.microsoft.com/office/drawing/2014/main" id="{0A9F70C7-08C6-4401-8E75-CCC6AF530FDF}"/>
              </a:ext>
            </a:extLst>
          </p:cNvPr>
          <p:cNvSpPr txBox="1"/>
          <p:nvPr/>
        </p:nvSpPr>
        <p:spPr>
          <a:xfrm>
            <a:off x="0" y="853440"/>
            <a:ext cx="6400800" cy="3724096"/>
          </a:xfrm>
          <a:prstGeom prst="rect">
            <a:avLst/>
          </a:prstGeom>
          <a:noFill/>
        </p:spPr>
        <p:txBody>
          <a:bodyPr wrap="square" rtlCol="0">
            <a:spAutoFit/>
          </a:bodyPr>
          <a:lstStyle/>
          <a:p>
            <a:pPr algn="ctr"/>
            <a:r>
              <a:rPr lang="en-US" sz="2000" b="1" u="sng" dirty="0"/>
              <a:t>Conversion Steps:</a:t>
            </a:r>
          </a:p>
          <a:p>
            <a:pPr marL="342900" indent="-342900">
              <a:buFont typeface="+mj-lt"/>
              <a:buAutoNum type="arabicPeriod"/>
            </a:pPr>
            <a:r>
              <a:rPr lang="en-US" b="1" dirty="0"/>
              <a:t>Add</a:t>
            </a:r>
            <a:r>
              <a:rPr lang="en-US" dirty="0"/>
              <a:t> a new start variable (substitute by old start variable).</a:t>
            </a:r>
          </a:p>
          <a:p>
            <a:pPr marL="342900" indent="-342900">
              <a:buFont typeface="+mj-lt"/>
              <a:buAutoNum type="arabicPeriod"/>
            </a:pPr>
            <a:r>
              <a:rPr lang="en-US" b="1" dirty="0"/>
              <a:t>Remove</a:t>
            </a:r>
            <a:r>
              <a:rPr lang="en-US" dirty="0"/>
              <a:t> all epsilon rules,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 </a:t>
            </a:r>
            <a:r>
              <a:rPr lang="en-US" altLang="en-US" sz="1800" b="1" dirty="0">
                <a:latin typeface="Courier New" panose="02070309020205020404" pitchFamily="49" charset="0"/>
                <a:cs typeface="Courier New" panose="02070309020205020404" pitchFamily="49" charset="0"/>
                <a:sym typeface="Symbol" panose="05050102010706020507" pitchFamily="18" charset="2"/>
              </a:rPr>
              <a:t></a:t>
            </a:r>
            <a:r>
              <a:rPr lang="en-US" dirty="0"/>
              <a:t>.</a:t>
            </a:r>
          </a:p>
          <a:p>
            <a:pPr marL="517525" lvl="1" indent="-228600">
              <a:buFont typeface="+mj-lt"/>
              <a:buAutoNum type="romanLcPeriod"/>
            </a:pPr>
            <a:r>
              <a:rPr lang="en-US" dirty="0"/>
              <a:t>Look for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dirty="0"/>
              <a:t> on right side of the arrow of all the rules.</a:t>
            </a:r>
          </a:p>
          <a:p>
            <a:pPr marL="517525" lvl="1" indent="-228600">
              <a:buFont typeface="+mj-lt"/>
              <a:buAutoNum type="romanLcPeriod"/>
            </a:pPr>
            <a:r>
              <a:rPr lang="en-US" dirty="0"/>
              <a:t>Replace these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dirty="0"/>
              <a:t> by </a:t>
            </a:r>
            <a:r>
              <a:rPr lang="en-US" altLang="en-US" sz="1800" b="1" dirty="0">
                <a:latin typeface="Courier New" panose="02070309020205020404" pitchFamily="49" charset="0"/>
                <a:cs typeface="Courier New" panose="02070309020205020404" pitchFamily="49" charset="0"/>
                <a:sym typeface="Symbol" panose="05050102010706020507" pitchFamily="18" charset="2"/>
              </a:rPr>
              <a:t></a:t>
            </a:r>
            <a:r>
              <a:rPr lang="en-US" dirty="0"/>
              <a:t> in all possible way, whatever string comes as a result, add them to the same rule using </a:t>
            </a:r>
            <a:r>
              <a:rPr lang="en-US" b="1" dirty="0"/>
              <a:t>OR</a:t>
            </a:r>
            <a:r>
              <a:rPr lang="en-US" dirty="0"/>
              <a:t> “</a:t>
            </a:r>
            <a:r>
              <a:rPr lang="en-US" b="1" dirty="0"/>
              <a:t>|</a:t>
            </a:r>
            <a:r>
              <a:rPr lang="en-US" dirty="0"/>
              <a:t>”.</a:t>
            </a:r>
          </a:p>
          <a:p>
            <a:pPr marL="342900" indent="-342900">
              <a:buFont typeface="+mj-lt"/>
              <a:buAutoNum type="arabicPeriod"/>
            </a:pPr>
            <a:r>
              <a:rPr lang="en-US" b="1" dirty="0"/>
              <a:t>Remove</a:t>
            </a:r>
            <a:r>
              <a:rPr lang="en-US" dirty="0"/>
              <a:t> all unit rules,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 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2</a:t>
            </a:r>
            <a:r>
              <a:rPr lang="en-US" dirty="0"/>
              <a:t>.</a:t>
            </a:r>
          </a:p>
          <a:p>
            <a:pPr marL="517525" lvl="1" indent="-228600">
              <a:buFont typeface="+mj-lt"/>
              <a:buAutoNum type="romanLcPeriod"/>
            </a:pPr>
            <a:r>
              <a:rPr lang="en-US" dirty="0"/>
              <a:t>Look for the rule </a:t>
            </a:r>
            <a:r>
              <a:rPr lang="en-US" b="1" dirty="0"/>
              <a:t>R</a:t>
            </a:r>
            <a:r>
              <a:rPr lang="en-US" dirty="0"/>
              <a:t> for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2</a:t>
            </a:r>
            <a:r>
              <a:rPr lang="en-US" dirty="0"/>
              <a:t>.</a:t>
            </a:r>
          </a:p>
          <a:p>
            <a:pPr marL="517525" lvl="1" indent="-228600">
              <a:buFont typeface="+mj-lt"/>
              <a:buAutoNum type="romanLcPeriod"/>
            </a:pPr>
            <a:r>
              <a:rPr lang="en-US" dirty="0"/>
              <a:t>Replace the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2</a:t>
            </a:r>
            <a:r>
              <a:rPr lang="en-US" dirty="0"/>
              <a:t> of the unit rule by right side of the arrow of </a:t>
            </a:r>
            <a:r>
              <a:rPr lang="en-US" b="1" dirty="0"/>
              <a:t>R</a:t>
            </a:r>
            <a:r>
              <a:rPr lang="en-US" dirty="0"/>
              <a:t>.</a:t>
            </a:r>
          </a:p>
          <a:p>
            <a:pPr marL="342900" indent="-342900">
              <a:buFont typeface="+mj-lt"/>
              <a:buAutoNum type="arabicPeriod"/>
            </a:pPr>
            <a:r>
              <a:rPr lang="en-US" b="1" dirty="0"/>
              <a:t>Convert</a:t>
            </a:r>
            <a:r>
              <a:rPr lang="en-US" dirty="0"/>
              <a:t> all rules to CNF rule format, </a:t>
            </a:r>
            <a:r>
              <a:rPr lang="en-US" altLang="en-US" sz="1800" b="1" dirty="0">
                <a:latin typeface="Courier New" panose="02070309020205020404" pitchFamily="49" charset="0"/>
                <a:cs typeface="Courier New" panose="02070309020205020404" pitchFamily="49" charset="0"/>
              </a:rPr>
              <a:t>V</a:t>
            </a:r>
            <a:r>
              <a:rPr lang="en-US" altLang="en-US" sz="1800" b="1" baseline="-25000" dirty="0">
                <a:latin typeface="Courier New" panose="02070309020205020404" pitchFamily="49" charset="0"/>
                <a:cs typeface="Courier New" panose="02070309020205020404" pitchFamily="49" charset="0"/>
              </a:rPr>
              <a:t>1</a:t>
            </a:r>
            <a:r>
              <a:rPr lang="en-US" altLang="en-US" sz="1800" b="1" dirty="0">
                <a:latin typeface="Courier New" panose="02070309020205020404" pitchFamily="49" charset="0"/>
                <a:cs typeface="Courier New" panose="02070309020205020404" pitchFamily="49" charset="0"/>
              </a:rPr>
              <a:t>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2</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3</a:t>
            </a:r>
            <a:r>
              <a:rPr lang="en-US" dirty="0"/>
              <a:t>,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 t</a:t>
            </a:r>
            <a:r>
              <a:rPr lang="en-US" dirty="0"/>
              <a:t>.</a:t>
            </a:r>
          </a:p>
          <a:p>
            <a:pPr marL="517525" lvl="1" indent="-228600">
              <a:buFont typeface="+mj-lt"/>
              <a:buAutoNum type="romanLcPeriod"/>
            </a:pPr>
            <a:r>
              <a:rPr lang="en-US" dirty="0"/>
              <a:t>Introduce new rules with new variables to convert the existing non-CNF rules to CNF rules.</a:t>
            </a:r>
          </a:p>
          <a:p>
            <a:pPr marL="517525" lvl="1" indent="-228600">
              <a:buFont typeface="+mj-lt"/>
              <a:buAutoNum type="romanLcPeriod"/>
            </a:pPr>
            <a:r>
              <a:rPr lang="en-US" dirty="0"/>
              <a:t>Try to have these new rules in the CNF format.</a:t>
            </a:r>
          </a:p>
        </p:txBody>
      </p:sp>
      <p:sp>
        <p:nvSpPr>
          <p:cNvPr id="12" name="TextBox 11">
            <a:extLst>
              <a:ext uri="{FF2B5EF4-FFF2-40B4-BE49-F238E27FC236}">
                <a16:creationId xmlns:a16="http://schemas.microsoft.com/office/drawing/2014/main" id="{DDE2388A-6928-4CCA-97D0-7A90D458D6A6}"/>
              </a:ext>
            </a:extLst>
          </p:cNvPr>
          <p:cNvSpPr txBox="1"/>
          <p:nvPr/>
        </p:nvSpPr>
        <p:spPr>
          <a:xfrm>
            <a:off x="31790" y="4647805"/>
            <a:ext cx="1951968" cy="369332"/>
          </a:xfrm>
          <a:prstGeom prst="rect">
            <a:avLst/>
          </a:prstGeom>
          <a:noFill/>
        </p:spPr>
        <p:txBody>
          <a:bodyPr wrap="square" rtlCol="0">
            <a:spAutoFit/>
          </a:bodyPr>
          <a:lstStyle/>
          <a:p>
            <a:pPr>
              <a:lnSpc>
                <a:spcPct val="90000"/>
              </a:lnSpc>
              <a:buFontTx/>
              <a:buNone/>
            </a:pPr>
            <a:r>
              <a:rPr lang="en-US" altLang="en-US" sz="2000" b="1" u="sng" dirty="0"/>
              <a:t>CNF Conversion:</a:t>
            </a:r>
          </a:p>
        </p:txBody>
      </p:sp>
      <p:sp>
        <p:nvSpPr>
          <p:cNvPr id="14" name="TextBox 13">
            <a:extLst>
              <a:ext uri="{FF2B5EF4-FFF2-40B4-BE49-F238E27FC236}">
                <a16:creationId xmlns:a16="http://schemas.microsoft.com/office/drawing/2014/main" id="{D52C6F96-476A-4791-87C6-155059162A27}"/>
              </a:ext>
            </a:extLst>
          </p:cNvPr>
          <p:cNvSpPr txBox="1"/>
          <p:nvPr/>
        </p:nvSpPr>
        <p:spPr>
          <a:xfrm>
            <a:off x="31790" y="5013602"/>
            <a:ext cx="1951968" cy="923330"/>
          </a:xfrm>
          <a:prstGeom prst="rect">
            <a:avLst/>
          </a:prstGeom>
          <a:noFill/>
        </p:spPr>
        <p:txBody>
          <a:bodyPr wrap="square" rtlCol="0">
            <a:spAutoFit/>
          </a:bodyPr>
          <a:lstStyle/>
          <a:p>
            <a:pPr algn="r">
              <a:lnSpc>
                <a:spcPct val="90000"/>
              </a:lnSpc>
              <a:buFontTx/>
              <a:buNone/>
            </a:pPr>
            <a:r>
              <a:rPr lang="en-US" altLang="en-US" sz="2000" b="1" u="sng" dirty="0"/>
              <a:t>Step 1:</a:t>
            </a:r>
          </a:p>
          <a:p>
            <a:pPr algn="r">
              <a:lnSpc>
                <a:spcPct val="90000"/>
              </a:lnSpc>
              <a:buFontTx/>
              <a:buNone/>
            </a:pPr>
            <a:r>
              <a:rPr lang="en-US" altLang="en-US" sz="2000" b="1" dirty="0">
                <a:solidFill>
                  <a:srgbClr val="FF0000"/>
                </a:solidFill>
              </a:rPr>
              <a:t>Adding new start variable S</a:t>
            </a:r>
            <a:r>
              <a:rPr lang="en-US" altLang="en-US" sz="2000" b="1" baseline="-25000" dirty="0">
                <a:solidFill>
                  <a:srgbClr val="FF0000"/>
                </a:solidFill>
              </a:rPr>
              <a:t>0</a:t>
            </a:r>
            <a:r>
              <a:rPr lang="en-US" altLang="en-US" sz="2000" b="1" dirty="0">
                <a:solidFill>
                  <a:srgbClr val="FF0000"/>
                </a:solidFill>
              </a:rPr>
              <a:t>.</a:t>
            </a:r>
          </a:p>
        </p:txBody>
      </p:sp>
      <p:sp>
        <p:nvSpPr>
          <p:cNvPr id="16" name="TextBox 15">
            <a:extLst>
              <a:ext uri="{FF2B5EF4-FFF2-40B4-BE49-F238E27FC236}">
                <a16:creationId xmlns:a16="http://schemas.microsoft.com/office/drawing/2014/main" id="{BAE16ADF-355A-4047-80F2-405B6FDB276C}"/>
              </a:ext>
            </a:extLst>
          </p:cNvPr>
          <p:cNvSpPr txBox="1"/>
          <p:nvPr/>
        </p:nvSpPr>
        <p:spPr>
          <a:xfrm>
            <a:off x="31790" y="5027018"/>
            <a:ext cx="1951968" cy="369332"/>
          </a:xfrm>
          <a:prstGeom prst="rect">
            <a:avLst/>
          </a:prstGeom>
          <a:noFill/>
        </p:spPr>
        <p:txBody>
          <a:bodyPr wrap="square" rtlCol="0">
            <a:spAutoFit/>
          </a:bodyPr>
          <a:lstStyle/>
          <a:p>
            <a:pPr algn="r">
              <a:lnSpc>
                <a:spcPct val="90000"/>
              </a:lnSpc>
              <a:buFontTx/>
              <a:buNone/>
            </a:pPr>
            <a:r>
              <a:rPr lang="en-US" altLang="en-US" sz="2000" b="1" u="sng" dirty="0"/>
              <a:t>Step 2:</a:t>
            </a:r>
          </a:p>
        </p:txBody>
      </p:sp>
      <p:sp>
        <p:nvSpPr>
          <p:cNvPr id="21" name="TextBox 20">
            <a:extLst>
              <a:ext uri="{FF2B5EF4-FFF2-40B4-BE49-F238E27FC236}">
                <a16:creationId xmlns:a16="http://schemas.microsoft.com/office/drawing/2014/main" id="{EE42F0B8-8003-4FF4-A36C-9F8CFBAE0EAB}"/>
              </a:ext>
            </a:extLst>
          </p:cNvPr>
          <p:cNvSpPr txBox="1"/>
          <p:nvPr/>
        </p:nvSpPr>
        <p:spPr>
          <a:xfrm>
            <a:off x="2286000" y="4754880"/>
            <a:ext cx="6715838"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S</a:t>
            </a:r>
            <a:endParaRPr lang="en-US" altLang="en-US" sz="1800" dirty="0">
              <a:latin typeface="Courier New" panose="02070309020205020404" pitchFamily="49" charset="0"/>
              <a:cs typeface="Courier New" panose="02070309020205020404" pitchFamily="49" charset="0"/>
            </a:endParaRP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a:t>
            </a:r>
            <a:r>
              <a:rPr lang="en-US" altLang="en-US" sz="1800" b="1" dirty="0" err="1">
                <a:solidFill>
                  <a:srgbClr val="FF0000"/>
                </a:solidFill>
                <a:latin typeface="Courier New" panose="02070309020205020404" pitchFamily="49" charset="0"/>
                <a:cs typeface="Courier New" panose="02070309020205020404" pitchFamily="49" charset="0"/>
                <a:sym typeface="Wingdings" panose="05000000000000000000" pitchFamily="2" charset="2"/>
              </a:rPr>
              <a:t>B</a:t>
            </a:r>
            <a:endPar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S</a:t>
            </a:r>
          </a:p>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b | </a:t>
            </a:r>
            <a:r>
              <a:rPr lang="en-US" altLang="en-US" sz="1800" b="1" dirty="0">
                <a:solidFill>
                  <a:srgbClr val="FF0000"/>
                </a:solidFill>
                <a:latin typeface="Courier New" panose="02070309020205020404" pitchFamily="49" charset="0"/>
                <a:cs typeface="Courier New" panose="02070309020205020404" pitchFamily="49" charset="0"/>
                <a:sym typeface="Symbol" panose="05050102010706020507" pitchFamily="18" charset="2"/>
              </a:rPr>
              <a:t></a:t>
            </a:r>
          </a:p>
        </p:txBody>
      </p:sp>
      <p:sp>
        <p:nvSpPr>
          <p:cNvPr id="22" name="TextBox 21">
            <a:extLst>
              <a:ext uri="{FF2B5EF4-FFF2-40B4-BE49-F238E27FC236}">
                <a16:creationId xmlns:a16="http://schemas.microsoft.com/office/drawing/2014/main" id="{FCB9337D-6A8A-4916-9527-3321BC442EC4}"/>
              </a:ext>
            </a:extLst>
          </p:cNvPr>
          <p:cNvSpPr txBox="1"/>
          <p:nvPr/>
        </p:nvSpPr>
        <p:spPr>
          <a:xfrm>
            <a:off x="2286000" y="4754880"/>
            <a:ext cx="6715838"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S</a:t>
            </a:r>
            <a:endParaRPr lang="en-US" altLang="en-US" sz="1800" dirty="0">
              <a:latin typeface="Courier New" panose="02070309020205020404" pitchFamily="49" charset="0"/>
              <a:cs typeface="Courier New" panose="02070309020205020404" pitchFamily="49" charset="0"/>
            </a:endParaRP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a:t>
            </a:r>
            <a:r>
              <a:rPr lang="en-US" altLang="en-US" sz="1800" b="1" dirty="0" err="1">
                <a:solidFill>
                  <a:srgbClr val="FF0000"/>
                </a:solidFill>
                <a:latin typeface="Courier New" panose="02070309020205020404" pitchFamily="49" charset="0"/>
                <a:cs typeface="Courier New" panose="02070309020205020404" pitchFamily="49" charset="0"/>
                <a:sym typeface="Wingdings" panose="05000000000000000000" pitchFamily="2" charset="2"/>
              </a:rPr>
              <a:t>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S | </a:t>
            </a:r>
            <a:r>
              <a:rPr lang="en-US" altLang="en-US" sz="1800" b="1" dirty="0">
                <a:solidFill>
                  <a:srgbClr val="FF0000"/>
                </a:solidFill>
                <a:latin typeface="Courier New" panose="02070309020205020404" pitchFamily="49" charset="0"/>
                <a:cs typeface="Courier New" panose="02070309020205020404" pitchFamily="49" charset="0"/>
                <a:sym typeface="Symbol" panose="05050102010706020507" pitchFamily="18" charset="2"/>
              </a:rPr>
              <a:t></a:t>
            </a:r>
            <a:endPar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b | </a:t>
            </a:r>
            <a:r>
              <a:rPr lang="en-US" altLang="en-US" sz="1800" b="1" dirty="0">
                <a:solidFill>
                  <a:srgbClr val="FF0000"/>
                </a:solidFill>
                <a:latin typeface="Courier New" panose="02070309020205020404" pitchFamily="49" charset="0"/>
                <a:cs typeface="Courier New" panose="02070309020205020404" pitchFamily="49" charset="0"/>
                <a:sym typeface="Symbol" panose="05050102010706020507" pitchFamily="18" charset="2"/>
              </a:rPr>
              <a:t></a:t>
            </a:r>
          </a:p>
        </p:txBody>
      </p:sp>
      <p:sp>
        <p:nvSpPr>
          <p:cNvPr id="23" name="TextBox 22">
            <a:extLst>
              <a:ext uri="{FF2B5EF4-FFF2-40B4-BE49-F238E27FC236}">
                <a16:creationId xmlns:a16="http://schemas.microsoft.com/office/drawing/2014/main" id="{2C1C129D-8ACE-4F13-8E81-7A77E4DBF5D6}"/>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S</a:t>
            </a:r>
            <a:endParaRPr lang="en-US" altLang="en-US" sz="1800" dirty="0">
              <a:latin typeface="Courier New" panose="02070309020205020404" pitchFamily="49" charset="0"/>
              <a:cs typeface="Courier New" panose="02070309020205020404" pitchFamily="49" charset="0"/>
            </a:endParaRP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a:t>
            </a:r>
            <a:r>
              <a:rPr lang="en-US" altLang="en-US" sz="1800" b="1" dirty="0" err="1">
                <a:latin typeface="Courier New" panose="02070309020205020404" pitchFamily="49" charset="0"/>
                <a:cs typeface="Courier New" panose="02070309020205020404" pitchFamily="49" charset="0"/>
                <a:sym typeface="Wingdings" panose="05000000000000000000" pitchFamily="2" charset="2"/>
              </a:rPr>
              <a:t>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a</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S | </a:t>
            </a:r>
            <a:r>
              <a:rPr lang="en-US" altLang="en-US" sz="1800" b="1" dirty="0">
                <a:latin typeface="Courier New" panose="02070309020205020404" pitchFamily="49" charset="0"/>
                <a:cs typeface="Courier New" panose="02070309020205020404" pitchFamily="49" charset="0"/>
                <a:sym typeface="Symbol" panose="05050102010706020507" pitchFamily="18" charset="2"/>
              </a:rPr>
              <a:t></a:t>
            </a:r>
            <a:endParaRPr lang="en-US" altLang="en-US" sz="1800" b="1" dirty="0">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b="1" strike="dblStrike" dirty="0">
              <a:solidFill>
                <a:srgbClr val="FF0000"/>
              </a:solidFill>
              <a:latin typeface="Courier New" panose="02070309020205020404" pitchFamily="49" charset="0"/>
              <a:cs typeface="Courier New" panose="02070309020205020404" pitchFamily="49" charset="0"/>
              <a:sym typeface="Symbol" panose="05050102010706020507" pitchFamily="18" charset="2"/>
            </a:endParaRPr>
          </a:p>
        </p:txBody>
      </p:sp>
      <p:sp>
        <p:nvSpPr>
          <p:cNvPr id="24" name="TextBox 23">
            <a:extLst>
              <a:ext uri="{FF2B5EF4-FFF2-40B4-BE49-F238E27FC236}">
                <a16:creationId xmlns:a16="http://schemas.microsoft.com/office/drawing/2014/main" id="{4246B154-3AB9-421B-B120-774536432394}"/>
              </a:ext>
            </a:extLst>
          </p:cNvPr>
          <p:cNvSpPr txBox="1"/>
          <p:nvPr/>
        </p:nvSpPr>
        <p:spPr>
          <a:xfrm>
            <a:off x="2286000" y="4754880"/>
            <a:ext cx="6627780" cy="1094852"/>
          </a:xfrm>
          <a:prstGeom prst="rect">
            <a:avLst/>
          </a:prstGeom>
          <a:noFill/>
        </p:spPr>
        <p:txBody>
          <a:bodyPr wrap="square" rtlCol="0">
            <a:spAutoFit/>
          </a:bodyPr>
          <a:lstStyle/>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rPr>
              <a:t>S</a:t>
            </a:r>
            <a:r>
              <a:rPr lang="en-US" altLang="en-US" sz="1800" b="1" baseline="-25000" dirty="0">
                <a:solidFill>
                  <a:srgbClr val="FF0000"/>
                </a:solidFill>
                <a:latin typeface="Courier New" panose="02070309020205020404" pitchFamily="49" charset="0"/>
                <a:cs typeface="Courier New" panose="02070309020205020404" pitchFamily="49" charset="0"/>
              </a:rPr>
              <a:t>0</a:t>
            </a:r>
            <a:r>
              <a:rPr lang="en-US" altLang="en-US" sz="1800" b="1" dirty="0">
                <a:solidFill>
                  <a:srgbClr val="FF0000"/>
                </a:solidFill>
                <a:latin typeface="Courier New" panose="02070309020205020404" pitchFamily="49" charset="0"/>
                <a:cs typeface="Courier New" panose="02070309020205020404" pitchFamily="49" charset="0"/>
              </a:rPr>
              <a:t> </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 S</a:t>
            </a:r>
            <a:endParaRPr lang="en-US" altLang="en-US" sz="1800" b="1" dirty="0">
              <a:solidFill>
                <a:srgbClr val="FF0000"/>
              </a:solidFill>
              <a:latin typeface="Courier New" panose="02070309020205020404" pitchFamily="49" charset="0"/>
              <a:cs typeface="Courier New" panose="02070309020205020404" pitchFamily="49" charset="0"/>
            </a:endParaRP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endParaRPr lang="en-US" altLang="en-US" sz="1800" dirty="0">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 | </a:t>
            </a:r>
            <a:r>
              <a:rPr lang="en-US" altLang="en-US" sz="1800" dirty="0">
                <a:latin typeface="Courier New" panose="02070309020205020404" pitchFamily="49" charset="0"/>
                <a:cs typeface="Courier New" panose="02070309020205020404" pitchFamily="49" charset="0"/>
                <a:sym typeface="Symbol" panose="05050102010706020507" pitchFamily="18" charset="2"/>
              </a:rPr>
              <a:t></a:t>
            </a:r>
          </a:p>
        </p:txBody>
      </p:sp>
      <p:sp>
        <p:nvSpPr>
          <p:cNvPr id="25" name="Rectangle 24">
            <a:extLst>
              <a:ext uri="{FF2B5EF4-FFF2-40B4-BE49-F238E27FC236}">
                <a16:creationId xmlns:a16="http://schemas.microsoft.com/office/drawing/2014/main" id="{4DC3A069-50D6-43FE-9930-890C228040E0}"/>
              </a:ext>
            </a:extLst>
          </p:cNvPr>
          <p:cNvSpPr/>
          <p:nvPr/>
        </p:nvSpPr>
        <p:spPr>
          <a:xfrm>
            <a:off x="3506755" y="5509930"/>
            <a:ext cx="228600" cy="247346"/>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a:t>
            </a:r>
            <a:endParaRPr lang="en-US" dirty="0"/>
          </a:p>
        </p:txBody>
      </p:sp>
      <p:sp>
        <p:nvSpPr>
          <p:cNvPr id="26" name="TextBox 25">
            <a:extLst>
              <a:ext uri="{FF2B5EF4-FFF2-40B4-BE49-F238E27FC236}">
                <a16:creationId xmlns:a16="http://schemas.microsoft.com/office/drawing/2014/main" id="{745CA51F-60E9-4AD6-864A-549CBB2B0A14}"/>
              </a:ext>
            </a:extLst>
          </p:cNvPr>
          <p:cNvSpPr txBox="1"/>
          <p:nvPr/>
        </p:nvSpPr>
        <p:spPr>
          <a:xfrm>
            <a:off x="31790" y="5568610"/>
            <a:ext cx="1951968" cy="369332"/>
          </a:xfrm>
          <a:prstGeom prst="rect">
            <a:avLst/>
          </a:prstGeom>
          <a:noFill/>
        </p:spPr>
        <p:txBody>
          <a:bodyPr wrap="square" rtlCol="0">
            <a:spAutoFit/>
          </a:bodyPr>
          <a:lstStyle/>
          <a:p>
            <a:pPr algn="r">
              <a:lnSpc>
                <a:spcPct val="90000"/>
              </a:lnSpc>
              <a:buFontTx/>
              <a:buNone/>
            </a:pPr>
            <a:r>
              <a:rPr lang="en-US" altLang="en-US" sz="2000" b="1" dirty="0">
                <a:solidFill>
                  <a:srgbClr val="FF0000"/>
                </a:solidFill>
              </a:rPr>
              <a:t>Remove B </a:t>
            </a:r>
            <a:r>
              <a:rPr lang="en-US" altLang="en-US" sz="2000" b="1" dirty="0">
                <a:solidFill>
                  <a:srgbClr val="FF0000"/>
                </a:solidFill>
                <a:sym typeface="Wingdings" panose="05000000000000000000" pitchFamily="2" charset="2"/>
              </a:rPr>
              <a:t> </a:t>
            </a:r>
            <a:r>
              <a:rPr lang="en-US" altLang="en-US" sz="2000" b="1" dirty="0">
                <a:solidFill>
                  <a:srgbClr val="FF0000"/>
                </a:solidFill>
                <a:sym typeface="Symbol" panose="05050102010706020507" pitchFamily="18" charset="2"/>
              </a:rPr>
              <a:t></a:t>
            </a:r>
            <a:endParaRPr lang="en-US" altLang="en-US" sz="2000" b="1" dirty="0">
              <a:solidFill>
                <a:srgbClr val="FF0000"/>
              </a:solidFill>
            </a:endParaRPr>
          </a:p>
        </p:txBody>
      </p:sp>
      <p:sp>
        <p:nvSpPr>
          <p:cNvPr id="27" name="TextBox 26">
            <a:extLst>
              <a:ext uri="{FF2B5EF4-FFF2-40B4-BE49-F238E27FC236}">
                <a16:creationId xmlns:a16="http://schemas.microsoft.com/office/drawing/2014/main" id="{61C86AB6-739A-49F5-8003-D5AC0556E69A}"/>
              </a:ext>
            </a:extLst>
          </p:cNvPr>
          <p:cNvSpPr txBox="1"/>
          <p:nvPr/>
        </p:nvSpPr>
        <p:spPr>
          <a:xfrm>
            <a:off x="31790" y="5568610"/>
            <a:ext cx="1951968" cy="369332"/>
          </a:xfrm>
          <a:prstGeom prst="rect">
            <a:avLst/>
          </a:prstGeom>
          <a:noFill/>
        </p:spPr>
        <p:txBody>
          <a:bodyPr wrap="square" rtlCol="0">
            <a:spAutoFit/>
          </a:bodyPr>
          <a:lstStyle/>
          <a:p>
            <a:pPr algn="r">
              <a:lnSpc>
                <a:spcPct val="90000"/>
              </a:lnSpc>
              <a:buFontTx/>
              <a:buNone/>
            </a:pPr>
            <a:r>
              <a:rPr lang="en-US" altLang="en-US" sz="2000" b="1" dirty="0">
                <a:solidFill>
                  <a:srgbClr val="FF0000"/>
                </a:solidFill>
              </a:rPr>
              <a:t>Remove A </a:t>
            </a:r>
            <a:r>
              <a:rPr lang="en-US" altLang="en-US" sz="2000" b="1" dirty="0">
                <a:solidFill>
                  <a:srgbClr val="FF0000"/>
                </a:solidFill>
                <a:sym typeface="Wingdings" panose="05000000000000000000" pitchFamily="2" charset="2"/>
              </a:rPr>
              <a:t> </a:t>
            </a:r>
            <a:r>
              <a:rPr lang="en-US" altLang="en-US" sz="2000" b="1" dirty="0">
                <a:solidFill>
                  <a:srgbClr val="FF0000"/>
                </a:solidFill>
                <a:sym typeface="Symbol" panose="05050102010706020507" pitchFamily="18" charset="2"/>
              </a:rPr>
              <a:t></a:t>
            </a:r>
            <a:endParaRPr lang="en-US" altLang="en-US" sz="2000" b="1" dirty="0">
              <a:solidFill>
                <a:srgbClr val="FF0000"/>
              </a:solidFill>
            </a:endParaRPr>
          </a:p>
        </p:txBody>
      </p:sp>
      <p:sp>
        <p:nvSpPr>
          <p:cNvPr id="28" name="TextBox 27">
            <a:extLst>
              <a:ext uri="{FF2B5EF4-FFF2-40B4-BE49-F238E27FC236}">
                <a16:creationId xmlns:a16="http://schemas.microsoft.com/office/drawing/2014/main" id="{D6B60860-D02B-44E4-BAA0-A02CE10309DA}"/>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S</a:t>
            </a:r>
            <a:endParaRPr lang="en-US" altLang="en-US" sz="1800" dirty="0">
              <a:latin typeface="Courier New" panose="02070309020205020404" pitchFamily="49" charset="0"/>
              <a:cs typeface="Courier New" panose="02070309020205020404" pitchFamily="49" charset="0"/>
            </a:endParaRP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S</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a:t>
            </a:r>
          </a:p>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B | S | </a:t>
            </a:r>
            <a:r>
              <a:rPr lang="en-US" altLang="en-US" sz="1800" b="1" dirty="0">
                <a:solidFill>
                  <a:srgbClr val="FF0000"/>
                </a:solidFill>
                <a:latin typeface="Courier New" panose="02070309020205020404" pitchFamily="49" charset="0"/>
                <a:cs typeface="Courier New" panose="02070309020205020404" pitchFamily="49" charset="0"/>
                <a:sym typeface="Symbol" panose="05050102010706020507" pitchFamily="18" charset="2"/>
              </a:rPr>
              <a:t></a:t>
            </a:r>
            <a:endPar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b="1" strike="dblStrike" dirty="0">
              <a:solidFill>
                <a:srgbClr val="FF0000"/>
              </a:solidFill>
              <a:latin typeface="Courier New" panose="02070309020205020404" pitchFamily="49" charset="0"/>
              <a:cs typeface="Courier New" panose="02070309020205020404" pitchFamily="49" charset="0"/>
              <a:sym typeface="Symbol" panose="05050102010706020507" pitchFamily="18" charset="2"/>
            </a:endParaRPr>
          </a:p>
        </p:txBody>
      </p:sp>
      <p:sp>
        <p:nvSpPr>
          <p:cNvPr id="29" name="Rectangle 28">
            <a:extLst>
              <a:ext uri="{FF2B5EF4-FFF2-40B4-BE49-F238E27FC236}">
                <a16:creationId xmlns:a16="http://schemas.microsoft.com/office/drawing/2014/main" id="{CF2BFA24-25FD-4B99-A7B5-44C499B7BBEC}"/>
              </a:ext>
            </a:extLst>
          </p:cNvPr>
          <p:cNvSpPr/>
          <p:nvPr/>
        </p:nvSpPr>
        <p:spPr>
          <a:xfrm>
            <a:off x="4048125" y="5321264"/>
            <a:ext cx="228600" cy="247346"/>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a:t>
            </a:r>
            <a:endParaRPr lang="en-US" dirty="0"/>
          </a:p>
        </p:txBody>
      </p:sp>
      <p:sp>
        <p:nvSpPr>
          <p:cNvPr id="30" name="TextBox 29">
            <a:extLst>
              <a:ext uri="{FF2B5EF4-FFF2-40B4-BE49-F238E27FC236}">
                <a16:creationId xmlns:a16="http://schemas.microsoft.com/office/drawing/2014/main" id="{FAC5E017-4464-4F45-A6C7-BCEB8134B8F1}"/>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S</a:t>
            </a:r>
            <a:endParaRPr lang="en-US" altLang="en-US" sz="1800" dirty="0">
              <a:latin typeface="Courier New" panose="02070309020205020404" pitchFamily="49" charset="0"/>
              <a:cs typeface="Courier New" panose="02070309020205020404" pitchFamily="49" charset="0"/>
            </a:endParaRP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SA</a:t>
            </a:r>
          </a:p>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B | S | </a:t>
            </a:r>
            <a:r>
              <a:rPr lang="en-US" altLang="en-US" sz="1800" b="1" dirty="0">
                <a:solidFill>
                  <a:srgbClr val="FF0000"/>
                </a:solidFill>
                <a:latin typeface="Courier New" panose="02070309020205020404" pitchFamily="49" charset="0"/>
                <a:cs typeface="Courier New" panose="02070309020205020404" pitchFamily="49" charset="0"/>
                <a:sym typeface="Symbol" panose="05050102010706020507" pitchFamily="18" charset="2"/>
              </a:rPr>
              <a:t></a:t>
            </a:r>
            <a:endPar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b="1" strike="dblStrike" dirty="0">
              <a:solidFill>
                <a:srgbClr val="FF0000"/>
              </a:solidFill>
              <a:latin typeface="Courier New" panose="02070309020205020404" pitchFamily="49" charset="0"/>
              <a:cs typeface="Courier New" panose="02070309020205020404" pitchFamily="49" charset="0"/>
              <a:sym typeface="Symbol" panose="05050102010706020507" pitchFamily="18" charset="2"/>
            </a:endParaRPr>
          </a:p>
        </p:txBody>
      </p:sp>
      <p:sp>
        <p:nvSpPr>
          <p:cNvPr id="31" name="TextBox 30">
            <a:extLst>
              <a:ext uri="{FF2B5EF4-FFF2-40B4-BE49-F238E27FC236}">
                <a16:creationId xmlns:a16="http://schemas.microsoft.com/office/drawing/2014/main" id="{30889BF0-5EE2-4F96-BC2A-27E277C8E9F5}"/>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S</a:t>
            </a:r>
            <a:endParaRPr lang="en-US" altLang="en-US" sz="1800" dirty="0">
              <a:latin typeface="Courier New" panose="02070309020205020404" pitchFamily="49" charset="0"/>
              <a:cs typeface="Courier New" panose="02070309020205020404" pitchFamily="49" charset="0"/>
            </a:endParaRP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SA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AS</a:t>
            </a:r>
          </a:p>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B | S | </a:t>
            </a:r>
            <a:r>
              <a:rPr lang="en-US" altLang="en-US" sz="1800" b="1" dirty="0">
                <a:solidFill>
                  <a:srgbClr val="FF0000"/>
                </a:solidFill>
                <a:latin typeface="Courier New" panose="02070309020205020404" pitchFamily="49" charset="0"/>
                <a:cs typeface="Courier New" panose="02070309020205020404" pitchFamily="49" charset="0"/>
                <a:sym typeface="Symbol" panose="05050102010706020507" pitchFamily="18" charset="2"/>
              </a:rPr>
              <a:t></a:t>
            </a:r>
            <a:endPar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b="1" strike="dblStrike" dirty="0">
              <a:solidFill>
                <a:srgbClr val="FF0000"/>
              </a:solidFill>
              <a:latin typeface="Courier New" panose="02070309020205020404" pitchFamily="49" charset="0"/>
              <a:cs typeface="Courier New" panose="02070309020205020404" pitchFamily="49" charset="0"/>
              <a:sym typeface="Symbol" panose="05050102010706020507" pitchFamily="18" charset="2"/>
            </a:endParaRPr>
          </a:p>
        </p:txBody>
      </p:sp>
      <p:sp>
        <p:nvSpPr>
          <p:cNvPr id="32" name="TextBox 31">
            <a:extLst>
              <a:ext uri="{FF2B5EF4-FFF2-40B4-BE49-F238E27FC236}">
                <a16:creationId xmlns:a16="http://schemas.microsoft.com/office/drawing/2014/main" id="{9501FFA7-0996-4ACB-B499-00D52A7BCEF7}"/>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S</a:t>
            </a:r>
            <a:endParaRPr lang="en-US" altLang="en-US" sz="1800" dirty="0">
              <a:latin typeface="Courier New" panose="02070309020205020404" pitchFamily="49" charset="0"/>
              <a:cs typeface="Courier New" panose="02070309020205020404" pitchFamily="49" charset="0"/>
            </a:endParaRP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S</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SA | AS | </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S</a:t>
            </a:r>
          </a:p>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B | S | </a:t>
            </a:r>
            <a:r>
              <a:rPr lang="en-US" altLang="en-US" sz="1800" b="1" dirty="0">
                <a:solidFill>
                  <a:srgbClr val="FF0000"/>
                </a:solidFill>
                <a:latin typeface="Courier New" panose="02070309020205020404" pitchFamily="49" charset="0"/>
                <a:cs typeface="Courier New" panose="02070309020205020404" pitchFamily="49" charset="0"/>
                <a:sym typeface="Symbol" panose="05050102010706020507" pitchFamily="18" charset="2"/>
              </a:rPr>
              <a:t></a:t>
            </a:r>
            <a:endPar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b="1" strike="dblStrike" dirty="0">
              <a:solidFill>
                <a:srgbClr val="FF0000"/>
              </a:solidFill>
              <a:latin typeface="Courier New" panose="02070309020205020404" pitchFamily="49" charset="0"/>
              <a:cs typeface="Courier New" panose="02070309020205020404" pitchFamily="49" charset="0"/>
              <a:sym typeface="Symbol" panose="05050102010706020507" pitchFamily="18" charset="2"/>
            </a:endParaRPr>
          </a:p>
        </p:txBody>
      </p:sp>
      <p:sp>
        <p:nvSpPr>
          <p:cNvPr id="33" name="TextBox 32">
            <a:extLst>
              <a:ext uri="{FF2B5EF4-FFF2-40B4-BE49-F238E27FC236}">
                <a16:creationId xmlns:a16="http://schemas.microsoft.com/office/drawing/2014/main" id="{452CB907-FF75-435B-9F51-27D7EAFB4476}"/>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S</a:t>
            </a:r>
            <a:endParaRPr lang="en-US" altLang="en-US" sz="1800" dirty="0">
              <a:latin typeface="Courier New" panose="02070309020205020404" pitchFamily="49" charset="0"/>
              <a:cs typeface="Courier New" panose="02070309020205020404" pitchFamily="49" charset="0"/>
            </a:endParaRP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 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strike="dblStrike" dirty="0">
              <a:latin typeface="Courier New" panose="02070309020205020404" pitchFamily="49" charset="0"/>
              <a:cs typeface="Courier New" panose="02070309020205020404" pitchFamily="49" charset="0"/>
              <a:sym typeface="Symbol" panose="05050102010706020507" pitchFamily="18" charset="2"/>
            </a:endParaRPr>
          </a:p>
        </p:txBody>
      </p:sp>
      <p:sp>
        <p:nvSpPr>
          <p:cNvPr id="34" name="TextBox 33">
            <a:extLst>
              <a:ext uri="{FF2B5EF4-FFF2-40B4-BE49-F238E27FC236}">
                <a16:creationId xmlns:a16="http://schemas.microsoft.com/office/drawing/2014/main" id="{1DEC5B5A-CDC2-403D-8541-AACACACF73C2}"/>
              </a:ext>
            </a:extLst>
          </p:cNvPr>
          <p:cNvSpPr txBox="1"/>
          <p:nvPr/>
        </p:nvSpPr>
        <p:spPr>
          <a:xfrm>
            <a:off x="2286000" y="4754880"/>
            <a:ext cx="662778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S</a:t>
            </a:r>
            <a:endParaRPr lang="en-US" altLang="en-US" sz="1800" dirty="0">
              <a:latin typeface="Courier New" panose="02070309020205020404" pitchFamily="49" charset="0"/>
              <a:cs typeface="Courier New" panose="02070309020205020404" pitchFamily="49" charset="0"/>
            </a:endParaRP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endParaRPr lang="en-US" altLang="en-US" sz="1800" dirty="0">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 | </a:t>
            </a:r>
            <a:r>
              <a:rPr lang="en-US" altLang="en-US" sz="1800" dirty="0">
                <a:latin typeface="Courier New" panose="02070309020205020404" pitchFamily="49" charset="0"/>
                <a:cs typeface="Courier New" panose="02070309020205020404" pitchFamily="49" charset="0"/>
                <a:sym typeface="Symbol" panose="05050102010706020507" pitchFamily="18" charset="2"/>
              </a:rPr>
              <a:t></a:t>
            </a:r>
          </a:p>
        </p:txBody>
      </p:sp>
    </p:spTree>
    <p:extLst>
      <p:ext uri="{BB962C8B-B14F-4D97-AF65-F5344CB8AC3E}">
        <p14:creationId xmlns:p14="http://schemas.microsoft.com/office/powerpoint/2010/main" val="3514103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3" presetClass="emph" presetSubtype="1" nodeType="clickEffect">
                                  <p:stCondLst>
                                    <p:cond delay="0"/>
                                  </p:stCondLst>
                                  <p:childTnLst>
                                    <p:set>
                                      <p:cBhvr override="childStyle">
                                        <p:cTn id="42" dur="indefinite"/>
                                        <p:tgtEl>
                                          <p:spTgt spid="8">
                                            <p:txEl>
                                              <p:pRg st="2" end="2"/>
                                            </p:txEl>
                                          </p:spTgt>
                                        </p:tgtEl>
                                        <p:attrNameLst>
                                          <p:attrName>style.color</p:attrName>
                                        </p:attrNameLst>
                                      </p:cBhvr>
                                      <p:to>
                                        <p:clrVal>
                                          <a:srgbClr val="D8D8D8"/>
                                        </p:clrVal>
                                      </p:to>
                                    </p:set>
                                  </p:childTnLst>
                                </p:cTn>
                              </p:par>
                              <p:par>
                                <p:cTn id="43" presetID="3" presetClass="emph" presetSubtype="1" nodeType="withEffect">
                                  <p:stCondLst>
                                    <p:cond delay="0"/>
                                  </p:stCondLst>
                                  <p:childTnLst>
                                    <p:set>
                                      <p:cBhvr override="childStyle">
                                        <p:cTn id="44" dur="indefinite"/>
                                        <p:tgtEl>
                                          <p:spTgt spid="8">
                                            <p:txEl>
                                              <p:pRg st="3" end="3"/>
                                            </p:txEl>
                                          </p:spTgt>
                                        </p:tgtEl>
                                        <p:attrNameLst>
                                          <p:attrName>style.color</p:attrName>
                                        </p:attrNameLst>
                                      </p:cBhvr>
                                      <p:to>
                                        <p:clrVal>
                                          <a:srgbClr val="D8D8D8"/>
                                        </p:clrVal>
                                      </p:to>
                                    </p:set>
                                  </p:childTnLst>
                                </p:cTn>
                              </p:par>
                              <p:par>
                                <p:cTn id="45" presetID="3" presetClass="emph" presetSubtype="1" nodeType="withEffect">
                                  <p:stCondLst>
                                    <p:cond delay="0"/>
                                  </p:stCondLst>
                                  <p:childTnLst>
                                    <p:set>
                                      <p:cBhvr override="childStyle">
                                        <p:cTn id="46" dur="indefinite"/>
                                        <p:tgtEl>
                                          <p:spTgt spid="8">
                                            <p:txEl>
                                              <p:pRg st="4" end="4"/>
                                            </p:txEl>
                                          </p:spTgt>
                                        </p:tgtEl>
                                        <p:attrNameLst>
                                          <p:attrName>style.color</p:attrName>
                                        </p:attrNameLst>
                                      </p:cBhvr>
                                      <p:to>
                                        <p:clrVal>
                                          <a:srgbClr val="D8D8D8"/>
                                        </p:clrVal>
                                      </p:to>
                                    </p:set>
                                  </p:childTnLst>
                                </p:cTn>
                              </p:par>
                              <p:par>
                                <p:cTn id="47" presetID="3" presetClass="emph" presetSubtype="1" nodeType="withEffect">
                                  <p:stCondLst>
                                    <p:cond delay="0"/>
                                  </p:stCondLst>
                                  <p:childTnLst>
                                    <p:set>
                                      <p:cBhvr override="childStyle">
                                        <p:cTn id="48" dur="indefinite"/>
                                        <p:tgtEl>
                                          <p:spTgt spid="8">
                                            <p:txEl>
                                              <p:pRg st="5" end="5"/>
                                            </p:txEl>
                                          </p:spTgt>
                                        </p:tgtEl>
                                        <p:attrNameLst>
                                          <p:attrName>style.color</p:attrName>
                                        </p:attrNameLst>
                                      </p:cBhvr>
                                      <p:to>
                                        <p:clrVal>
                                          <a:srgbClr val="D8D8D8"/>
                                        </p:clrVal>
                                      </p:to>
                                    </p:set>
                                  </p:childTnLst>
                                </p:cTn>
                              </p:par>
                              <p:par>
                                <p:cTn id="49" presetID="3" presetClass="emph" presetSubtype="1" nodeType="withEffect">
                                  <p:stCondLst>
                                    <p:cond delay="0"/>
                                  </p:stCondLst>
                                  <p:childTnLst>
                                    <p:set>
                                      <p:cBhvr override="childStyle">
                                        <p:cTn id="50" dur="indefinite"/>
                                        <p:tgtEl>
                                          <p:spTgt spid="8">
                                            <p:txEl>
                                              <p:pRg st="6" end="6"/>
                                            </p:txEl>
                                          </p:spTgt>
                                        </p:tgtEl>
                                        <p:attrNameLst>
                                          <p:attrName>style.color</p:attrName>
                                        </p:attrNameLst>
                                      </p:cBhvr>
                                      <p:to>
                                        <p:clrVal>
                                          <a:srgbClr val="D8D8D8"/>
                                        </p:clrVal>
                                      </p:to>
                                    </p:set>
                                  </p:childTnLst>
                                </p:cTn>
                              </p:par>
                              <p:par>
                                <p:cTn id="51" presetID="3" presetClass="emph" presetSubtype="1" nodeType="withEffect">
                                  <p:stCondLst>
                                    <p:cond delay="0"/>
                                  </p:stCondLst>
                                  <p:childTnLst>
                                    <p:set>
                                      <p:cBhvr override="childStyle">
                                        <p:cTn id="52" dur="indefinite"/>
                                        <p:tgtEl>
                                          <p:spTgt spid="8">
                                            <p:txEl>
                                              <p:pRg st="7" end="7"/>
                                            </p:txEl>
                                          </p:spTgt>
                                        </p:tgtEl>
                                        <p:attrNameLst>
                                          <p:attrName>style.color</p:attrName>
                                        </p:attrNameLst>
                                      </p:cBhvr>
                                      <p:to>
                                        <p:clrVal>
                                          <a:srgbClr val="D8D8D8"/>
                                        </p:clrVal>
                                      </p:to>
                                    </p:set>
                                  </p:childTnLst>
                                </p:cTn>
                              </p:par>
                              <p:par>
                                <p:cTn id="53" presetID="3" presetClass="emph" presetSubtype="1" nodeType="withEffect">
                                  <p:stCondLst>
                                    <p:cond delay="0"/>
                                  </p:stCondLst>
                                  <p:childTnLst>
                                    <p:set>
                                      <p:cBhvr override="childStyle">
                                        <p:cTn id="54" dur="indefinite"/>
                                        <p:tgtEl>
                                          <p:spTgt spid="8">
                                            <p:txEl>
                                              <p:pRg st="8" end="8"/>
                                            </p:txEl>
                                          </p:spTgt>
                                        </p:tgtEl>
                                        <p:attrNameLst>
                                          <p:attrName>style.color</p:attrName>
                                        </p:attrNameLst>
                                      </p:cBhvr>
                                      <p:to>
                                        <p:clrVal>
                                          <a:srgbClr val="D8D8D8"/>
                                        </p:clrVal>
                                      </p:to>
                                    </p:set>
                                  </p:childTnLst>
                                </p:cTn>
                              </p:par>
                              <p:par>
                                <p:cTn id="55" presetID="3" presetClass="emph" presetSubtype="1" nodeType="withEffect">
                                  <p:stCondLst>
                                    <p:cond delay="0"/>
                                  </p:stCondLst>
                                  <p:childTnLst>
                                    <p:set>
                                      <p:cBhvr override="childStyle">
                                        <p:cTn id="56" dur="indefinite"/>
                                        <p:tgtEl>
                                          <p:spTgt spid="8">
                                            <p:txEl>
                                              <p:pRg st="9" end="9"/>
                                            </p:txEl>
                                          </p:spTgt>
                                        </p:tgtEl>
                                        <p:attrNameLst>
                                          <p:attrName>style.color</p:attrName>
                                        </p:attrNameLst>
                                      </p:cBhvr>
                                      <p:to>
                                        <p:clrVal>
                                          <a:srgbClr val="D8D8D8"/>
                                        </p:clrVal>
                                      </p:to>
                                    </p:set>
                                  </p:childTnLst>
                                </p:cTn>
                              </p:par>
                              <p:par>
                                <p:cTn id="57" presetID="3" presetClass="emph" presetSubtype="1" nodeType="withEffect">
                                  <p:stCondLst>
                                    <p:cond delay="0"/>
                                  </p:stCondLst>
                                  <p:childTnLst>
                                    <p:set>
                                      <p:cBhvr override="childStyle">
                                        <p:cTn id="58" dur="indefinite"/>
                                        <p:tgtEl>
                                          <p:spTgt spid="8">
                                            <p:txEl>
                                              <p:pRg st="10" end="10"/>
                                            </p:txEl>
                                          </p:spTgt>
                                        </p:tgtEl>
                                        <p:attrNameLst>
                                          <p:attrName>style.color</p:attrName>
                                        </p:attrNameLst>
                                      </p:cBhvr>
                                      <p:to>
                                        <p:clrVal>
                                          <a:srgbClr val="D8D8D8"/>
                                        </p:clrVal>
                                      </p:to>
                                    </p:set>
                                  </p:childTnLst>
                                </p:cTn>
                              </p:par>
                              <p:par>
                                <p:cTn id="59" presetID="1" presetClass="entr" presetSubtype="0"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4"/>
                                        </p:tgtEl>
                                        <p:attrNameLst>
                                          <p:attrName>style.visibility</p:attrName>
                                        </p:attrNameLst>
                                      </p:cBhvr>
                                      <p:to>
                                        <p:strVal val="visible"/>
                                      </p:to>
                                    </p:set>
                                  </p:childTnLst>
                                </p:cTn>
                              </p:par>
                              <p:par>
                                <p:cTn id="69" presetID="1" presetClass="exit" presetSubtype="0" fill="hold" grpId="1" nodeType="withEffect">
                                  <p:stCondLst>
                                    <p:cond delay="0"/>
                                  </p:stCondLst>
                                  <p:childTnLst>
                                    <p:set>
                                      <p:cBhvr>
                                        <p:cTn id="70" dur="1" fill="hold">
                                          <p:stCondLst>
                                            <p:cond delay="0"/>
                                          </p:stCondLst>
                                        </p:cTn>
                                        <p:tgtEl>
                                          <p:spTgt spid="24"/>
                                        </p:tgtEl>
                                        <p:attrNameLst>
                                          <p:attrName>style.visibility</p:attrName>
                                        </p:attrNameLst>
                                      </p:cBhvr>
                                      <p:to>
                                        <p:strVal val="hidden"/>
                                      </p:to>
                                    </p:set>
                                  </p:childTnLst>
                                </p:cTn>
                              </p:par>
                              <p:par>
                                <p:cTn id="71" presetID="1" presetClass="entr" presetSubtype="0" fill="hold" grpId="0" nodeType="withEffect">
                                  <p:stCondLst>
                                    <p:cond delay="0"/>
                                  </p:stCondLst>
                                  <p:childTnLst>
                                    <p:set>
                                      <p:cBhvr>
                                        <p:cTn id="72" dur="1" fill="hold">
                                          <p:stCondLst>
                                            <p:cond delay="0"/>
                                          </p:stCondLst>
                                        </p:cTn>
                                        <p:tgtEl>
                                          <p:spTgt spid="16"/>
                                        </p:tgtEl>
                                        <p:attrNameLst>
                                          <p:attrName>style.visibility</p:attrName>
                                        </p:attrNameLst>
                                      </p:cBhvr>
                                      <p:to>
                                        <p:strVal val="visible"/>
                                      </p:to>
                                    </p:set>
                                  </p:childTnLst>
                                </p:cTn>
                              </p:par>
                              <p:par>
                                <p:cTn id="73" presetID="1" presetClass="exit" presetSubtype="0" fill="hold" grpId="1" nodeType="withEffect">
                                  <p:stCondLst>
                                    <p:cond delay="0"/>
                                  </p:stCondLst>
                                  <p:childTnLst>
                                    <p:set>
                                      <p:cBhvr>
                                        <p:cTn id="74" dur="1" fill="hold">
                                          <p:stCondLst>
                                            <p:cond delay="0"/>
                                          </p:stCondLst>
                                        </p:cTn>
                                        <p:tgtEl>
                                          <p:spTgt spid="14"/>
                                        </p:tgtEl>
                                        <p:attrNameLst>
                                          <p:attrName>style.visibility</p:attrName>
                                        </p:attrNameLst>
                                      </p:cBhvr>
                                      <p:to>
                                        <p:strVal val="hidden"/>
                                      </p:to>
                                    </p:set>
                                  </p:childTnLst>
                                </p:cTn>
                              </p:par>
                              <p:par>
                                <p:cTn id="75" presetID="3" presetClass="emph" presetSubtype="1" nodeType="withEffect">
                                  <p:stCondLst>
                                    <p:cond delay="0"/>
                                  </p:stCondLst>
                                  <p:childTnLst>
                                    <p:set>
                                      <p:cBhvr override="childStyle">
                                        <p:cTn id="76" dur="indefinite"/>
                                        <p:tgtEl>
                                          <p:spTgt spid="8">
                                            <p:txEl>
                                              <p:pRg st="1" end="1"/>
                                            </p:txEl>
                                          </p:spTgt>
                                        </p:tgtEl>
                                        <p:attrNameLst>
                                          <p:attrName>style.color</p:attrName>
                                        </p:attrNameLst>
                                      </p:cBhvr>
                                      <p:to>
                                        <p:clrVal>
                                          <a:srgbClr val="D8D8D8"/>
                                        </p:clrVal>
                                      </p:to>
                                    </p:set>
                                  </p:childTnLst>
                                </p:cTn>
                              </p:par>
                              <p:par>
                                <p:cTn id="77" presetID="3" presetClass="emph" presetSubtype="1" nodeType="withEffect">
                                  <p:stCondLst>
                                    <p:cond delay="0"/>
                                  </p:stCondLst>
                                  <p:childTnLst>
                                    <p:set>
                                      <p:cBhvr override="childStyle">
                                        <p:cTn id="78" dur="indefinite"/>
                                        <p:tgtEl>
                                          <p:spTgt spid="8">
                                            <p:txEl>
                                              <p:pRg st="2" end="2"/>
                                            </p:txEl>
                                          </p:spTgt>
                                        </p:tgtEl>
                                        <p:attrNameLst>
                                          <p:attrName>style.color</p:attrName>
                                        </p:attrNameLst>
                                      </p:cBhvr>
                                      <p:to>
                                        <p:clrVal>
                                          <a:srgbClr val="000000"/>
                                        </p:clrVal>
                                      </p:to>
                                    </p:set>
                                  </p:childTnLst>
                                </p:cTn>
                              </p:par>
                              <p:par>
                                <p:cTn id="79" presetID="3" presetClass="emph" presetSubtype="1" nodeType="withEffect">
                                  <p:stCondLst>
                                    <p:cond delay="0"/>
                                  </p:stCondLst>
                                  <p:childTnLst>
                                    <p:set>
                                      <p:cBhvr override="childStyle">
                                        <p:cTn id="80" dur="indefinite"/>
                                        <p:tgtEl>
                                          <p:spTgt spid="8">
                                            <p:txEl>
                                              <p:pRg st="3" end="3"/>
                                            </p:txEl>
                                          </p:spTgt>
                                        </p:tgtEl>
                                        <p:attrNameLst>
                                          <p:attrName>style.color</p:attrName>
                                        </p:attrNameLst>
                                      </p:cBhvr>
                                      <p:to>
                                        <p:clrVal>
                                          <a:srgbClr val="000000"/>
                                        </p:clrVal>
                                      </p:to>
                                    </p:set>
                                  </p:childTnLst>
                                </p:cTn>
                              </p:par>
                              <p:par>
                                <p:cTn id="81" presetID="3" presetClass="emph" presetSubtype="1" nodeType="withEffect">
                                  <p:stCondLst>
                                    <p:cond delay="0"/>
                                  </p:stCondLst>
                                  <p:childTnLst>
                                    <p:set>
                                      <p:cBhvr override="childStyle">
                                        <p:cTn id="82" dur="indefinite"/>
                                        <p:tgtEl>
                                          <p:spTgt spid="8">
                                            <p:txEl>
                                              <p:pRg st="4" end="4"/>
                                            </p:txEl>
                                          </p:spTgt>
                                        </p:tgtEl>
                                        <p:attrNameLst>
                                          <p:attrName>style.color</p:attrName>
                                        </p:attrNameLst>
                                      </p:cBhvr>
                                      <p:to>
                                        <p:clrVal>
                                          <a:srgbClr val="000000"/>
                                        </p:clrVal>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1"/>
                                        </p:tgtEl>
                                        <p:attrNameLst>
                                          <p:attrName>style.visibility</p:attrName>
                                        </p:attrNameLst>
                                      </p:cBhvr>
                                      <p:to>
                                        <p:strVal val="visible"/>
                                      </p:to>
                                    </p:set>
                                  </p:childTnLst>
                                </p:cTn>
                              </p:par>
                              <p:par>
                                <p:cTn id="91" presetID="1" presetClass="exit" presetSubtype="0" fill="hold" grpId="1" nodeType="withEffect">
                                  <p:stCondLst>
                                    <p:cond delay="0"/>
                                  </p:stCondLst>
                                  <p:childTnLst>
                                    <p:set>
                                      <p:cBhvr>
                                        <p:cTn id="92" dur="1" fill="hold">
                                          <p:stCondLst>
                                            <p:cond delay="0"/>
                                          </p:stCondLst>
                                        </p:cTn>
                                        <p:tgtEl>
                                          <p:spTgt spid="34"/>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25"/>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22"/>
                                        </p:tgtEl>
                                        <p:attrNameLst>
                                          <p:attrName>style.visibility</p:attrName>
                                        </p:attrNameLst>
                                      </p:cBhvr>
                                      <p:to>
                                        <p:strVal val="visible"/>
                                      </p:to>
                                    </p:set>
                                  </p:childTnLst>
                                </p:cTn>
                              </p:par>
                              <p:par>
                                <p:cTn id="101" presetID="1" presetClass="exit" presetSubtype="0" fill="hold" grpId="1" nodeType="withEffect">
                                  <p:stCondLst>
                                    <p:cond delay="0"/>
                                  </p:stCondLst>
                                  <p:childTnLst>
                                    <p:set>
                                      <p:cBhvr>
                                        <p:cTn id="102" dur="1" fill="hold">
                                          <p:stCondLst>
                                            <p:cond delay="0"/>
                                          </p:stCondLst>
                                        </p:cTn>
                                        <p:tgtEl>
                                          <p:spTgt spid="21"/>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23"/>
                                        </p:tgtEl>
                                        <p:attrNameLst>
                                          <p:attrName>style.visibility</p:attrName>
                                        </p:attrNameLst>
                                      </p:cBhvr>
                                      <p:to>
                                        <p:strVal val="visible"/>
                                      </p:to>
                                    </p:set>
                                  </p:childTnLst>
                                </p:cTn>
                              </p:par>
                              <p:par>
                                <p:cTn id="107" presetID="1" presetClass="exit" presetSubtype="0" fill="hold" grpId="1" nodeType="withEffect">
                                  <p:stCondLst>
                                    <p:cond delay="0"/>
                                  </p:stCondLst>
                                  <p:childTnLst>
                                    <p:set>
                                      <p:cBhvr>
                                        <p:cTn id="108" dur="1" fill="hold">
                                          <p:stCondLst>
                                            <p:cond delay="0"/>
                                          </p:stCondLst>
                                        </p:cTn>
                                        <p:tgtEl>
                                          <p:spTgt spid="22"/>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5"/>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27"/>
                                        </p:tgtEl>
                                        <p:attrNameLst>
                                          <p:attrName>style.visibility</p:attrName>
                                        </p:attrNameLst>
                                      </p:cBhvr>
                                      <p:to>
                                        <p:strVal val="visible"/>
                                      </p:to>
                                    </p:set>
                                  </p:childTnLst>
                                </p:cTn>
                              </p:par>
                              <p:par>
                                <p:cTn id="115" presetID="1" presetClass="exit" presetSubtype="0" fill="hold" grpId="1" nodeType="withEffect">
                                  <p:stCondLst>
                                    <p:cond delay="0"/>
                                  </p:stCondLst>
                                  <p:childTnLst>
                                    <p:set>
                                      <p:cBhvr>
                                        <p:cTn id="116" dur="1" fill="hold">
                                          <p:stCondLst>
                                            <p:cond delay="0"/>
                                          </p:stCondLst>
                                        </p:cTn>
                                        <p:tgtEl>
                                          <p:spTgt spid="26"/>
                                        </p:tgtEl>
                                        <p:attrNameLst>
                                          <p:attrName>style.visibility</p:attrName>
                                        </p:attrNameLst>
                                      </p:cBhvr>
                                      <p:to>
                                        <p:strVal val="hidden"/>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28"/>
                                        </p:tgtEl>
                                        <p:attrNameLst>
                                          <p:attrName>style.visibility</p:attrName>
                                        </p:attrNameLst>
                                      </p:cBhvr>
                                      <p:to>
                                        <p:strVal val="visible"/>
                                      </p:to>
                                    </p:set>
                                  </p:childTnLst>
                                </p:cTn>
                              </p:par>
                              <p:par>
                                <p:cTn id="121" presetID="1" presetClass="exit" presetSubtype="0" fill="hold" grpId="1" nodeType="withEffect">
                                  <p:stCondLst>
                                    <p:cond delay="0"/>
                                  </p:stCondLst>
                                  <p:childTnLst>
                                    <p:set>
                                      <p:cBhvr>
                                        <p:cTn id="122" dur="1" fill="hold">
                                          <p:stCondLst>
                                            <p:cond delay="0"/>
                                          </p:stCondLst>
                                        </p:cTn>
                                        <p:tgtEl>
                                          <p:spTgt spid="23"/>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29"/>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30"/>
                                        </p:tgtEl>
                                        <p:attrNameLst>
                                          <p:attrName>style.visibility</p:attrName>
                                        </p:attrNameLst>
                                      </p:cBhvr>
                                      <p:to>
                                        <p:strVal val="visible"/>
                                      </p:to>
                                    </p:set>
                                  </p:childTnLst>
                                </p:cTn>
                              </p:par>
                              <p:par>
                                <p:cTn id="131" presetID="1" presetClass="exit" presetSubtype="0" fill="hold" grpId="1" nodeType="withEffect">
                                  <p:stCondLst>
                                    <p:cond delay="0"/>
                                  </p:stCondLst>
                                  <p:childTnLst>
                                    <p:set>
                                      <p:cBhvr>
                                        <p:cTn id="132" dur="1" fill="hold">
                                          <p:stCondLst>
                                            <p:cond delay="0"/>
                                          </p:stCondLst>
                                        </p:cTn>
                                        <p:tgtEl>
                                          <p:spTgt spid="28"/>
                                        </p:tgtEl>
                                        <p:attrNameLst>
                                          <p:attrName>style.visibility</p:attrName>
                                        </p:attrNameLst>
                                      </p:cBhvr>
                                      <p:to>
                                        <p:strVal val="hidden"/>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31"/>
                                        </p:tgtEl>
                                        <p:attrNameLst>
                                          <p:attrName>style.visibility</p:attrName>
                                        </p:attrNameLst>
                                      </p:cBhvr>
                                      <p:to>
                                        <p:strVal val="visible"/>
                                      </p:to>
                                    </p:set>
                                  </p:childTnLst>
                                </p:cTn>
                              </p:par>
                              <p:par>
                                <p:cTn id="137" presetID="1" presetClass="exit" presetSubtype="0" fill="hold" grpId="1" nodeType="withEffect">
                                  <p:stCondLst>
                                    <p:cond delay="0"/>
                                  </p:stCondLst>
                                  <p:childTnLst>
                                    <p:set>
                                      <p:cBhvr>
                                        <p:cTn id="138" dur="1" fill="hold">
                                          <p:stCondLst>
                                            <p:cond delay="0"/>
                                          </p:stCondLst>
                                        </p:cTn>
                                        <p:tgtEl>
                                          <p:spTgt spid="30"/>
                                        </p:tgtEl>
                                        <p:attrNameLst>
                                          <p:attrName>style.visibility</p:attrName>
                                        </p:attrNameLst>
                                      </p:cBhvr>
                                      <p:to>
                                        <p:strVal val="hidden"/>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32"/>
                                        </p:tgtEl>
                                        <p:attrNameLst>
                                          <p:attrName>style.visibility</p:attrName>
                                        </p:attrNameLst>
                                      </p:cBhvr>
                                      <p:to>
                                        <p:strVal val="visible"/>
                                      </p:to>
                                    </p:set>
                                  </p:childTnLst>
                                </p:cTn>
                              </p:par>
                              <p:par>
                                <p:cTn id="143" presetID="1" presetClass="exit" presetSubtype="0" fill="hold" grpId="1" nodeType="withEffect">
                                  <p:stCondLst>
                                    <p:cond delay="0"/>
                                  </p:stCondLst>
                                  <p:childTnLst>
                                    <p:set>
                                      <p:cBhvr>
                                        <p:cTn id="144" dur="1" fill="hold">
                                          <p:stCondLst>
                                            <p:cond delay="0"/>
                                          </p:stCondLst>
                                        </p:cTn>
                                        <p:tgtEl>
                                          <p:spTgt spid="31"/>
                                        </p:tgtEl>
                                        <p:attrNameLst>
                                          <p:attrName>style.visibility</p:attrName>
                                        </p:attrNameLst>
                                      </p:cBhvr>
                                      <p:to>
                                        <p:strVal val="hidden"/>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33"/>
                                        </p:tgtEl>
                                        <p:attrNameLst>
                                          <p:attrName>style.visibility</p:attrName>
                                        </p:attrNameLst>
                                      </p:cBhvr>
                                      <p:to>
                                        <p:strVal val="visible"/>
                                      </p:to>
                                    </p:set>
                                  </p:childTnLst>
                                </p:cTn>
                              </p:par>
                              <p:par>
                                <p:cTn id="149" presetID="1" presetClass="exit" presetSubtype="0" fill="hold" grpId="1" nodeType="withEffect">
                                  <p:stCondLst>
                                    <p:cond delay="0"/>
                                  </p:stCondLst>
                                  <p:childTnLst>
                                    <p:set>
                                      <p:cBhvr>
                                        <p:cTn id="150" dur="1" fill="hold">
                                          <p:stCondLst>
                                            <p:cond delay="0"/>
                                          </p:stCondLst>
                                        </p:cTn>
                                        <p:tgtEl>
                                          <p:spTgt spid="32"/>
                                        </p:tgtEl>
                                        <p:attrNameLst>
                                          <p:attrName>style.visibility</p:attrName>
                                        </p:attrNameLst>
                                      </p:cBhvr>
                                      <p:to>
                                        <p:strVal val="hidden"/>
                                      </p:to>
                                    </p:set>
                                  </p:childTnLst>
                                </p:cTn>
                              </p:par>
                              <p:par>
                                <p:cTn id="151" presetID="1" presetClass="exit" presetSubtype="0" fill="hold" grpId="1" nodeType="withEffect">
                                  <p:stCondLst>
                                    <p:cond delay="0"/>
                                  </p:stCondLst>
                                  <p:childTnLst>
                                    <p:set>
                                      <p:cBhvr>
                                        <p:cTn id="152" dur="1" fill="hold">
                                          <p:stCondLst>
                                            <p:cond delay="0"/>
                                          </p:stCondLst>
                                        </p:cTn>
                                        <p:tgtEl>
                                          <p:spTgt spid="29"/>
                                        </p:tgtEl>
                                        <p:attrNameLst>
                                          <p:attrName>style.visibility</p:attrName>
                                        </p:attrNameLst>
                                      </p:cBhvr>
                                      <p:to>
                                        <p:strVal val="hidden"/>
                                      </p:to>
                                    </p:set>
                                  </p:childTnLst>
                                </p:cTn>
                              </p:par>
                            </p:childTnLst>
                          </p:cTn>
                        </p:par>
                      </p:childTnLst>
                    </p:cTn>
                  </p:par>
                  <p:par>
                    <p:cTn id="153" fill="hold">
                      <p:stCondLst>
                        <p:cond delay="indefinite"/>
                      </p:stCondLst>
                      <p:childTnLst>
                        <p:par>
                          <p:cTn id="154" fill="hold">
                            <p:stCondLst>
                              <p:cond delay="0"/>
                            </p:stCondLst>
                            <p:childTnLst>
                              <p:par>
                                <p:cTn id="155" presetID="1" presetClass="exit" presetSubtype="0" fill="hold" grpId="1" nodeType="clickEffect">
                                  <p:stCondLst>
                                    <p:cond delay="0"/>
                                  </p:stCondLst>
                                  <p:childTnLst>
                                    <p:set>
                                      <p:cBhvr>
                                        <p:cTn id="156" dur="1" fill="hold">
                                          <p:stCondLst>
                                            <p:cond delay="0"/>
                                          </p:stCondLst>
                                        </p:cTn>
                                        <p:tgtEl>
                                          <p:spTgt spid="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8" grpId="0" build="allAtOnce"/>
      <p:bldP spid="12" grpId="0"/>
      <p:bldP spid="14" grpId="0"/>
      <p:bldP spid="14" grpId="1"/>
      <p:bldP spid="16" grpId="0"/>
      <p:bldP spid="21" grpId="0"/>
      <p:bldP spid="21" grpId="1"/>
      <p:bldP spid="22" grpId="0"/>
      <p:bldP spid="22" grpId="1"/>
      <p:bldP spid="23" grpId="0"/>
      <p:bldP spid="23" grpId="1"/>
      <p:bldP spid="24" grpId="0"/>
      <p:bldP spid="24" grpId="1"/>
      <p:bldP spid="25" grpId="0"/>
      <p:bldP spid="25" grpId="1"/>
      <p:bldP spid="26" grpId="0"/>
      <p:bldP spid="26" grpId="1"/>
      <p:bldP spid="27" grpId="0"/>
      <p:bldP spid="27" grpId="1"/>
      <p:bldP spid="28" grpId="0"/>
      <p:bldP spid="28" grpId="1"/>
      <p:bldP spid="29" grpId="0"/>
      <p:bldP spid="29" grpId="1"/>
      <p:bldP spid="30" grpId="0"/>
      <p:bldP spid="30" grpId="1"/>
      <p:bldP spid="31" grpId="0"/>
      <p:bldP spid="31" grpId="1"/>
      <p:bldP spid="32" grpId="0"/>
      <p:bldP spid="32" grpId="1"/>
      <p:bldP spid="33" grpId="0"/>
      <p:bldP spid="34" grpId="0"/>
      <p:bldP spid="34"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6CD5714-014E-424B-8F26-095B00D0E264}"/>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519A6030-3D1B-4256-98FE-AA1239023F5C}"/>
              </a:ext>
            </a:extLst>
          </p:cNvPr>
          <p:cNvSpPr>
            <a:spLocks noGrp="1"/>
          </p:cNvSpPr>
          <p:nvPr>
            <p:ph type="body" sz="quarter" idx="12"/>
          </p:nvPr>
        </p:nvSpPr>
        <p:spPr/>
        <p:txBody>
          <a:bodyPr/>
          <a:lstStyle/>
          <a:p>
            <a:r>
              <a:rPr lang="en-US" dirty="0"/>
              <a:t>Example: Converting to CNF</a:t>
            </a:r>
          </a:p>
        </p:txBody>
      </p:sp>
      <p:sp>
        <p:nvSpPr>
          <p:cNvPr id="5" name="TextBox 4">
            <a:extLst>
              <a:ext uri="{FF2B5EF4-FFF2-40B4-BE49-F238E27FC236}">
                <a16:creationId xmlns:a16="http://schemas.microsoft.com/office/drawing/2014/main" id="{BA0A0FD8-3745-480F-B5B5-F64C7A450A38}"/>
              </a:ext>
            </a:extLst>
          </p:cNvPr>
          <p:cNvSpPr txBox="1"/>
          <p:nvPr/>
        </p:nvSpPr>
        <p:spPr>
          <a:xfrm>
            <a:off x="6400800" y="3592043"/>
            <a:ext cx="2723613" cy="1122551"/>
          </a:xfrm>
          <a:prstGeom prst="rect">
            <a:avLst/>
          </a:prstGeom>
          <a:solidFill>
            <a:schemeClr val="bg2"/>
          </a:solidFill>
        </p:spPr>
        <p:txBody>
          <a:bodyPr wrap="square" rtlCol="0">
            <a:spAutoFit/>
          </a:bodyPr>
          <a:lstStyle/>
          <a:p>
            <a:pPr>
              <a:lnSpc>
                <a:spcPct val="90000"/>
              </a:lnSpc>
              <a:buFontTx/>
              <a:buNone/>
            </a:pPr>
            <a:r>
              <a:rPr lang="en-US" altLang="en-US" sz="2000" b="1" u="sng" dirty="0"/>
              <a:t>Original Grammar</a:t>
            </a: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endParaRPr lang="en-US" altLang="en-US" sz="1800" dirty="0">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 | </a:t>
            </a:r>
            <a:r>
              <a:rPr lang="en-US" altLang="en-US" sz="1800" dirty="0">
                <a:latin typeface="Courier New" panose="02070309020205020404" pitchFamily="49" charset="0"/>
                <a:cs typeface="Courier New" panose="02070309020205020404" pitchFamily="49" charset="0"/>
                <a:sym typeface="Symbol" panose="05050102010706020507" pitchFamily="18" charset="2"/>
              </a:rPr>
              <a:t></a:t>
            </a:r>
          </a:p>
        </p:txBody>
      </p:sp>
      <p:sp>
        <p:nvSpPr>
          <p:cNvPr id="7" name="TextBox 6">
            <a:extLst>
              <a:ext uri="{FF2B5EF4-FFF2-40B4-BE49-F238E27FC236}">
                <a16:creationId xmlns:a16="http://schemas.microsoft.com/office/drawing/2014/main" id="{0C42323F-C5DD-4682-ADD8-EC1695335ED8}"/>
              </a:ext>
            </a:extLst>
          </p:cNvPr>
          <p:cNvSpPr txBox="1"/>
          <p:nvPr/>
        </p:nvSpPr>
        <p:spPr>
          <a:xfrm>
            <a:off x="6400800" y="773440"/>
            <a:ext cx="2723613" cy="2867645"/>
          </a:xfrm>
          <a:prstGeom prst="rect">
            <a:avLst/>
          </a:prstGeom>
          <a:noFill/>
        </p:spPr>
        <p:txBody>
          <a:bodyPr wrap="square" rtlCol="0">
            <a:spAutoFit/>
          </a:bodyPr>
          <a:lstStyle/>
          <a:p>
            <a:pPr algn="ctr">
              <a:lnSpc>
                <a:spcPct val="90000"/>
              </a:lnSpc>
              <a:buFontTx/>
              <a:buNone/>
            </a:pPr>
            <a:r>
              <a:rPr lang="en-US" altLang="en-US" sz="2000" b="1" u="sng" dirty="0"/>
              <a:t>CNF: Rules Format</a:t>
            </a:r>
          </a:p>
          <a:p>
            <a:pPr marL="342900" indent="-342900">
              <a:lnSpc>
                <a:spcPct val="90000"/>
              </a:lnSpc>
              <a:buFont typeface="+mj-lt"/>
              <a:buAutoNum type="arabicPeriod"/>
            </a:pPr>
            <a:r>
              <a:rPr lang="en-US" altLang="en-US" dirty="0"/>
              <a:t>A variable substitute by two variables</a:t>
            </a:r>
            <a:br>
              <a:rPr lang="en-US" altLang="en-US" dirty="0"/>
            </a:br>
            <a:r>
              <a:rPr lang="en-US" altLang="en-US" sz="1800" b="1" dirty="0">
                <a:latin typeface="Courier New" panose="02070309020205020404" pitchFamily="49" charset="0"/>
                <a:cs typeface="Courier New" panose="02070309020205020404" pitchFamily="49" charset="0"/>
              </a:rPr>
              <a:t>V</a:t>
            </a:r>
            <a:r>
              <a:rPr lang="en-US" altLang="en-US" sz="1800" b="1" baseline="-25000" dirty="0">
                <a:latin typeface="Courier New" panose="02070309020205020404" pitchFamily="49" charset="0"/>
                <a:cs typeface="Courier New" panose="02070309020205020404" pitchFamily="49" charset="0"/>
              </a:rPr>
              <a:t>1</a:t>
            </a:r>
            <a:r>
              <a:rPr lang="en-US" altLang="en-US" sz="1800" b="1" dirty="0">
                <a:latin typeface="Courier New" panose="02070309020205020404" pitchFamily="49" charset="0"/>
                <a:cs typeface="Courier New" panose="02070309020205020404" pitchFamily="49" charset="0"/>
              </a:rPr>
              <a:t>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2</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3</a:t>
            </a:r>
          </a:p>
          <a:p>
            <a:pPr marL="342900" indent="-342900">
              <a:lnSpc>
                <a:spcPct val="90000"/>
              </a:lnSpc>
              <a:buFont typeface="+mj-lt"/>
              <a:buAutoNum type="arabicPeriod"/>
            </a:pPr>
            <a:r>
              <a:rPr lang="en-US" altLang="en-US" sz="1800" dirty="0">
                <a:cs typeface="Courier New" panose="02070309020205020404" pitchFamily="49" charset="0"/>
                <a:sym typeface="Wingdings" panose="05000000000000000000" pitchFamily="2" charset="2"/>
              </a:rPr>
              <a:t>A variable substitute by a single terminal</a:t>
            </a:r>
            <a:br>
              <a:rPr lang="en-US" altLang="en-US" sz="1800" dirty="0">
                <a:latin typeface="Courier New" panose="02070309020205020404" pitchFamily="49" charset="0"/>
                <a:cs typeface="Courier New" panose="02070309020205020404" pitchFamily="49" charset="0"/>
                <a:sym typeface="Wingdings" panose="05000000000000000000" pitchFamily="2" charset="2"/>
              </a:rPr>
            </a:b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 t</a:t>
            </a:r>
          </a:p>
          <a:p>
            <a:pPr marL="342900" indent="-342900">
              <a:lnSpc>
                <a:spcPct val="90000"/>
              </a:lnSpc>
              <a:buFont typeface="+mj-lt"/>
              <a:buAutoNum type="arabicPeriod"/>
            </a:pPr>
            <a:r>
              <a:rPr lang="en-US" altLang="en-US" sz="1800" dirty="0">
                <a:cs typeface="Courier New" panose="02070309020205020404" pitchFamily="49" charset="0"/>
                <a:sym typeface="Wingdings" panose="05000000000000000000" pitchFamily="2" charset="2"/>
              </a:rPr>
              <a:t>Exception: the start variable may have an epsilon rule</a:t>
            </a:r>
            <a:br>
              <a:rPr lang="en-US" altLang="en-US" sz="1800" dirty="0">
                <a:latin typeface="Courier New" panose="02070309020205020404" pitchFamily="49" charset="0"/>
                <a:cs typeface="Courier New" panose="02070309020205020404" pitchFamily="49" charset="0"/>
                <a:sym typeface="Wingdings" panose="05000000000000000000" pitchFamily="2" charset="2"/>
              </a:rPr>
            </a:br>
            <a:r>
              <a:rPr lang="en-US" altLang="en-US" sz="1800" b="1" dirty="0">
                <a:latin typeface="Courier New" panose="02070309020205020404" pitchFamily="49" charset="0"/>
                <a:cs typeface="Courier New" panose="02070309020205020404" pitchFamily="49" charset="0"/>
                <a:sym typeface="Wingdings" panose="05000000000000000000" pitchFamily="2" charset="2"/>
              </a:rPr>
              <a:t>S</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0</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 </a:t>
            </a:r>
            <a:r>
              <a:rPr lang="en-US" altLang="en-US" sz="1800" b="1" dirty="0">
                <a:latin typeface="Courier New" panose="02070309020205020404" pitchFamily="49" charset="0"/>
                <a:cs typeface="Courier New" panose="02070309020205020404" pitchFamily="49" charset="0"/>
                <a:sym typeface="Symbol" panose="05050102010706020507" pitchFamily="18" charset="2"/>
              </a:rPr>
              <a:t></a:t>
            </a:r>
          </a:p>
        </p:txBody>
      </p:sp>
      <p:sp>
        <p:nvSpPr>
          <p:cNvPr id="8" name="TextBox 7">
            <a:extLst>
              <a:ext uri="{FF2B5EF4-FFF2-40B4-BE49-F238E27FC236}">
                <a16:creationId xmlns:a16="http://schemas.microsoft.com/office/drawing/2014/main" id="{0A9F70C7-08C6-4401-8E75-CCC6AF530FDF}"/>
              </a:ext>
            </a:extLst>
          </p:cNvPr>
          <p:cNvSpPr txBox="1"/>
          <p:nvPr/>
        </p:nvSpPr>
        <p:spPr>
          <a:xfrm>
            <a:off x="0" y="853440"/>
            <a:ext cx="6400800" cy="3724096"/>
          </a:xfrm>
          <a:prstGeom prst="rect">
            <a:avLst/>
          </a:prstGeom>
          <a:noFill/>
        </p:spPr>
        <p:txBody>
          <a:bodyPr wrap="square" rtlCol="0">
            <a:spAutoFit/>
          </a:bodyPr>
          <a:lstStyle/>
          <a:p>
            <a:pPr algn="ctr"/>
            <a:r>
              <a:rPr lang="en-US" sz="2000" b="1" u="sng" dirty="0"/>
              <a:t>Conversion Steps:</a:t>
            </a:r>
          </a:p>
          <a:p>
            <a:pPr marL="342900" indent="-342900">
              <a:buFont typeface="+mj-lt"/>
              <a:buAutoNum type="arabicPeriod"/>
            </a:pPr>
            <a:r>
              <a:rPr lang="en-US" b="1" dirty="0"/>
              <a:t>Add</a:t>
            </a:r>
            <a:r>
              <a:rPr lang="en-US" dirty="0"/>
              <a:t> a new start variable (substitute by old start variable).</a:t>
            </a:r>
          </a:p>
          <a:p>
            <a:pPr marL="342900" indent="-342900">
              <a:buFont typeface="+mj-lt"/>
              <a:buAutoNum type="arabicPeriod"/>
            </a:pPr>
            <a:r>
              <a:rPr lang="en-US" b="1" dirty="0"/>
              <a:t>Remove</a:t>
            </a:r>
            <a:r>
              <a:rPr lang="en-US" dirty="0"/>
              <a:t> all epsilon rules,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 </a:t>
            </a:r>
            <a:r>
              <a:rPr lang="en-US" altLang="en-US" sz="1800" b="1" dirty="0">
                <a:latin typeface="Courier New" panose="02070309020205020404" pitchFamily="49" charset="0"/>
                <a:cs typeface="Courier New" panose="02070309020205020404" pitchFamily="49" charset="0"/>
                <a:sym typeface="Symbol" panose="05050102010706020507" pitchFamily="18" charset="2"/>
              </a:rPr>
              <a:t></a:t>
            </a:r>
            <a:r>
              <a:rPr lang="en-US" dirty="0"/>
              <a:t>.</a:t>
            </a:r>
          </a:p>
          <a:p>
            <a:pPr marL="517525" lvl="1" indent="-228600">
              <a:buFont typeface="+mj-lt"/>
              <a:buAutoNum type="romanLcPeriod"/>
            </a:pPr>
            <a:r>
              <a:rPr lang="en-US" dirty="0"/>
              <a:t>Look for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dirty="0"/>
              <a:t> on right side of the arrow of all the rules.</a:t>
            </a:r>
          </a:p>
          <a:p>
            <a:pPr marL="517525" lvl="1" indent="-228600">
              <a:buFont typeface="+mj-lt"/>
              <a:buAutoNum type="romanLcPeriod"/>
            </a:pPr>
            <a:r>
              <a:rPr lang="en-US" dirty="0"/>
              <a:t>Replace these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dirty="0"/>
              <a:t> by </a:t>
            </a:r>
            <a:r>
              <a:rPr lang="en-US" altLang="en-US" sz="1800" b="1" dirty="0">
                <a:latin typeface="Courier New" panose="02070309020205020404" pitchFamily="49" charset="0"/>
                <a:cs typeface="Courier New" panose="02070309020205020404" pitchFamily="49" charset="0"/>
                <a:sym typeface="Symbol" panose="05050102010706020507" pitchFamily="18" charset="2"/>
              </a:rPr>
              <a:t></a:t>
            </a:r>
            <a:r>
              <a:rPr lang="en-US" dirty="0"/>
              <a:t> in all possible way, whatever string comes as a result, add them to the same rule using </a:t>
            </a:r>
            <a:r>
              <a:rPr lang="en-US" b="1" dirty="0"/>
              <a:t>OR</a:t>
            </a:r>
            <a:r>
              <a:rPr lang="en-US" dirty="0"/>
              <a:t> “</a:t>
            </a:r>
            <a:r>
              <a:rPr lang="en-US" b="1" dirty="0"/>
              <a:t>|</a:t>
            </a:r>
            <a:r>
              <a:rPr lang="en-US" dirty="0"/>
              <a:t>”.</a:t>
            </a:r>
          </a:p>
          <a:p>
            <a:pPr marL="342900" indent="-342900">
              <a:buFont typeface="+mj-lt"/>
              <a:buAutoNum type="arabicPeriod"/>
            </a:pPr>
            <a:r>
              <a:rPr lang="en-US" b="1" dirty="0"/>
              <a:t>Remove</a:t>
            </a:r>
            <a:r>
              <a:rPr lang="en-US" dirty="0"/>
              <a:t> all unit rules,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 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2</a:t>
            </a:r>
            <a:r>
              <a:rPr lang="en-US" dirty="0"/>
              <a:t>.</a:t>
            </a:r>
          </a:p>
          <a:p>
            <a:pPr marL="517525" lvl="1" indent="-228600">
              <a:buFont typeface="+mj-lt"/>
              <a:buAutoNum type="romanLcPeriod"/>
            </a:pPr>
            <a:r>
              <a:rPr lang="en-US" dirty="0"/>
              <a:t>Look for the rule </a:t>
            </a:r>
            <a:r>
              <a:rPr lang="en-US" b="1" dirty="0"/>
              <a:t>R</a:t>
            </a:r>
            <a:r>
              <a:rPr lang="en-US" dirty="0"/>
              <a:t> for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2</a:t>
            </a:r>
            <a:r>
              <a:rPr lang="en-US" dirty="0"/>
              <a:t>.</a:t>
            </a:r>
          </a:p>
          <a:p>
            <a:pPr marL="517525" lvl="1" indent="-228600">
              <a:buFont typeface="+mj-lt"/>
              <a:buAutoNum type="romanLcPeriod"/>
            </a:pPr>
            <a:r>
              <a:rPr lang="en-US" dirty="0"/>
              <a:t>Replace the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2</a:t>
            </a:r>
            <a:r>
              <a:rPr lang="en-US" dirty="0"/>
              <a:t> of the unit rule by right side of the arrow of </a:t>
            </a:r>
            <a:r>
              <a:rPr lang="en-US" b="1" dirty="0"/>
              <a:t>R</a:t>
            </a:r>
            <a:r>
              <a:rPr lang="en-US" dirty="0"/>
              <a:t>.</a:t>
            </a:r>
          </a:p>
          <a:p>
            <a:pPr marL="342900" indent="-342900">
              <a:buFont typeface="+mj-lt"/>
              <a:buAutoNum type="arabicPeriod"/>
            </a:pPr>
            <a:r>
              <a:rPr lang="en-US" b="1" dirty="0"/>
              <a:t>Convert</a:t>
            </a:r>
            <a:r>
              <a:rPr lang="en-US" dirty="0"/>
              <a:t> all rules to CNF rule format, </a:t>
            </a:r>
            <a:r>
              <a:rPr lang="en-US" altLang="en-US" sz="1800" b="1" dirty="0">
                <a:latin typeface="Courier New" panose="02070309020205020404" pitchFamily="49" charset="0"/>
                <a:cs typeface="Courier New" panose="02070309020205020404" pitchFamily="49" charset="0"/>
              </a:rPr>
              <a:t>V</a:t>
            </a:r>
            <a:r>
              <a:rPr lang="en-US" altLang="en-US" sz="1800" b="1" baseline="-25000" dirty="0">
                <a:latin typeface="Courier New" panose="02070309020205020404" pitchFamily="49" charset="0"/>
                <a:cs typeface="Courier New" panose="02070309020205020404" pitchFamily="49" charset="0"/>
              </a:rPr>
              <a:t>1</a:t>
            </a:r>
            <a:r>
              <a:rPr lang="en-US" altLang="en-US" sz="1800" b="1" dirty="0">
                <a:latin typeface="Courier New" panose="02070309020205020404" pitchFamily="49" charset="0"/>
                <a:cs typeface="Courier New" panose="02070309020205020404" pitchFamily="49" charset="0"/>
              </a:rPr>
              <a:t>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2</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3</a:t>
            </a:r>
            <a:r>
              <a:rPr lang="en-US" dirty="0"/>
              <a:t>,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 t</a:t>
            </a:r>
            <a:r>
              <a:rPr lang="en-US" dirty="0"/>
              <a:t>.</a:t>
            </a:r>
          </a:p>
          <a:p>
            <a:pPr marL="517525" lvl="1" indent="-228600">
              <a:buFont typeface="+mj-lt"/>
              <a:buAutoNum type="romanLcPeriod"/>
            </a:pPr>
            <a:r>
              <a:rPr lang="en-US" dirty="0"/>
              <a:t>Introduce new rules with new variables to convert the existing non-CNF rules to CNF rules.</a:t>
            </a:r>
          </a:p>
          <a:p>
            <a:pPr marL="517525" lvl="1" indent="-228600">
              <a:buFont typeface="+mj-lt"/>
              <a:buAutoNum type="romanLcPeriod"/>
            </a:pPr>
            <a:r>
              <a:rPr lang="en-US" dirty="0"/>
              <a:t>Try to have these new rules in the CNF format.</a:t>
            </a:r>
          </a:p>
        </p:txBody>
      </p:sp>
      <p:sp>
        <p:nvSpPr>
          <p:cNvPr id="12" name="TextBox 11">
            <a:extLst>
              <a:ext uri="{FF2B5EF4-FFF2-40B4-BE49-F238E27FC236}">
                <a16:creationId xmlns:a16="http://schemas.microsoft.com/office/drawing/2014/main" id="{DDE2388A-6928-4CCA-97D0-7A90D458D6A6}"/>
              </a:ext>
            </a:extLst>
          </p:cNvPr>
          <p:cNvSpPr txBox="1"/>
          <p:nvPr/>
        </p:nvSpPr>
        <p:spPr>
          <a:xfrm>
            <a:off x="31790" y="4647805"/>
            <a:ext cx="1951968" cy="369332"/>
          </a:xfrm>
          <a:prstGeom prst="rect">
            <a:avLst/>
          </a:prstGeom>
          <a:noFill/>
        </p:spPr>
        <p:txBody>
          <a:bodyPr wrap="square" rtlCol="0">
            <a:spAutoFit/>
          </a:bodyPr>
          <a:lstStyle/>
          <a:p>
            <a:pPr>
              <a:lnSpc>
                <a:spcPct val="90000"/>
              </a:lnSpc>
              <a:buFontTx/>
              <a:buNone/>
            </a:pPr>
            <a:r>
              <a:rPr lang="en-US" altLang="en-US" sz="2000" b="1" u="sng" dirty="0"/>
              <a:t>CNF Conversion:</a:t>
            </a:r>
          </a:p>
        </p:txBody>
      </p:sp>
      <p:sp>
        <p:nvSpPr>
          <p:cNvPr id="18" name="TextBox 17">
            <a:extLst>
              <a:ext uri="{FF2B5EF4-FFF2-40B4-BE49-F238E27FC236}">
                <a16:creationId xmlns:a16="http://schemas.microsoft.com/office/drawing/2014/main" id="{C66FF913-6FD9-464F-BC9D-E68ED3F6AEC8}"/>
              </a:ext>
            </a:extLst>
          </p:cNvPr>
          <p:cNvSpPr txBox="1"/>
          <p:nvPr/>
        </p:nvSpPr>
        <p:spPr>
          <a:xfrm>
            <a:off x="-26193" y="5017137"/>
            <a:ext cx="1951968" cy="369332"/>
          </a:xfrm>
          <a:prstGeom prst="rect">
            <a:avLst/>
          </a:prstGeom>
          <a:noFill/>
        </p:spPr>
        <p:txBody>
          <a:bodyPr wrap="square" rtlCol="0">
            <a:spAutoFit/>
          </a:bodyPr>
          <a:lstStyle/>
          <a:p>
            <a:pPr algn="r">
              <a:lnSpc>
                <a:spcPct val="90000"/>
              </a:lnSpc>
              <a:buFontTx/>
              <a:buNone/>
            </a:pPr>
            <a:r>
              <a:rPr lang="en-US" altLang="en-US" sz="2000" b="1" u="sng" dirty="0"/>
              <a:t>Step 3:</a:t>
            </a:r>
          </a:p>
        </p:txBody>
      </p:sp>
      <p:sp>
        <p:nvSpPr>
          <p:cNvPr id="35" name="TextBox 34">
            <a:extLst>
              <a:ext uri="{FF2B5EF4-FFF2-40B4-BE49-F238E27FC236}">
                <a16:creationId xmlns:a16="http://schemas.microsoft.com/office/drawing/2014/main" id="{CB9828FB-A844-40AD-85F1-6A0D5ADE14A4}"/>
              </a:ext>
            </a:extLst>
          </p:cNvPr>
          <p:cNvSpPr txBox="1"/>
          <p:nvPr/>
        </p:nvSpPr>
        <p:spPr>
          <a:xfrm>
            <a:off x="0" y="5394960"/>
            <a:ext cx="1951968" cy="369332"/>
          </a:xfrm>
          <a:prstGeom prst="rect">
            <a:avLst/>
          </a:prstGeom>
          <a:noFill/>
        </p:spPr>
        <p:txBody>
          <a:bodyPr wrap="square" rtlCol="0">
            <a:spAutoFit/>
          </a:bodyPr>
          <a:lstStyle/>
          <a:p>
            <a:pPr algn="r">
              <a:lnSpc>
                <a:spcPct val="90000"/>
              </a:lnSpc>
              <a:buFontTx/>
              <a:buNone/>
            </a:pPr>
            <a:r>
              <a:rPr lang="en-US" altLang="en-US" sz="2000" b="1" dirty="0">
                <a:solidFill>
                  <a:srgbClr val="FF0000"/>
                </a:solidFill>
              </a:rPr>
              <a:t>Remove S </a:t>
            </a:r>
            <a:r>
              <a:rPr lang="en-US" altLang="en-US" sz="2000" b="1" dirty="0">
                <a:solidFill>
                  <a:srgbClr val="FF0000"/>
                </a:solidFill>
                <a:sym typeface="Wingdings" panose="05000000000000000000" pitchFamily="2" charset="2"/>
              </a:rPr>
              <a:t> S</a:t>
            </a:r>
            <a:r>
              <a:rPr lang="en-US" altLang="en-US" sz="2000" b="1" dirty="0">
                <a:solidFill>
                  <a:srgbClr val="FF0000"/>
                </a:solidFill>
              </a:rPr>
              <a:t> </a:t>
            </a:r>
          </a:p>
        </p:txBody>
      </p:sp>
      <p:sp>
        <p:nvSpPr>
          <p:cNvPr id="36" name="TextBox 35">
            <a:extLst>
              <a:ext uri="{FF2B5EF4-FFF2-40B4-BE49-F238E27FC236}">
                <a16:creationId xmlns:a16="http://schemas.microsoft.com/office/drawing/2014/main" id="{0C1849A9-5016-4692-80BB-DCFD5D9C90E6}"/>
              </a:ext>
            </a:extLst>
          </p:cNvPr>
          <p:cNvSpPr txBox="1"/>
          <p:nvPr/>
        </p:nvSpPr>
        <p:spPr>
          <a:xfrm>
            <a:off x="0" y="5394960"/>
            <a:ext cx="1951968" cy="369332"/>
          </a:xfrm>
          <a:prstGeom prst="rect">
            <a:avLst/>
          </a:prstGeom>
          <a:noFill/>
        </p:spPr>
        <p:txBody>
          <a:bodyPr wrap="square" rtlCol="0">
            <a:spAutoFit/>
          </a:bodyPr>
          <a:lstStyle/>
          <a:p>
            <a:pPr algn="r">
              <a:lnSpc>
                <a:spcPct val="90000"/>
              </a:lnSpc>
              <a:buFontTx/>
              <a:buNone/>
            </a:pPr>
            <a:r>
              <a:rPr lang="en-US" altLang="en-US" sz="2000" b="1" dirty="0">
                <a:solidFill>
                  <a:srgbClr val="FF0000"/>
                </a:solidFill>
              </a:rPr>
              <a:t>Remove S</a:t>
            </a:r>
            <a:r>
              <a:rPr lang="en-US" altLang="en-US" sz="2000" b="1" baseline="-25000" dirty="0">
                <a:solidFill>
                  <a:srgbClr val="FF0000"/>
                </a:solidFill>
              </a:rPr>
              <a:t>0</a:t>
            </a:r>
            <a:r>
              <a:rPr lang="en-US" altLang="en-US" sz="2000" b="1" dirty="0">
                <a:solidFill>
                  <a:srgbClr val="FF0000"/>
                </a:solidFill>
              </a:rPr>
              <a:t> </a:t>
            </a:r>
            <a:r>
              <a:rPr lang="en-US" altLang="en-US" sz="2000" b="1" dirty="0">
                <a:solidFill>
                  <a:srgbClr val="FF0000"/>
                </a:solidFill>
                <a:sym typeface="Wingdings" panose="05000000000000000000" pitchFamily="2" charset="2"/>
              </a:rPr>
              <a:t> S</a:t>
            </a:r>
            <a:r>
              <a:rPr lang="en-US" altLang="en-US" sz="2000" b="1" dirty="0">
                <a:solidFill>
                  <a:srgbClr val="FF0000"/>
                </a:solidFill>
              </a:rPr>
              <a:t> </a:t>
            </a:r>
          </a:p>
        </p:txBody>
      </p:sp>
      <p:sp>
        <p:nvSpPr>
          <p:cNvPr id="37" name="TextBox 36">
            <a:extLst>
              <a:ext uri="{FF2B5EF4-FFF2-40B4-BE49-F238E27FC236}">
                <a16:creationId xmlns:a16="http://schemas.microsoft.com/office/drawing/2014/main" id="{2CCEC257-0114-42F2-BD7D-D7F4CFD61570}"/>
              </a:ext>
            </a:extLst>
          </p:cNvPr>
          <p:cNvSpPr txBox="1"/>
          <p:nvPr/>
        </p:nvSpPr>
        <p:spPr>
          <a:xfrm>
            <a:off x="0" y="5394960"/>
            <a:ext cx="1951968" cy="369332"/>
          </a:xfrm>
          <a:prstGeom prst="rect">
            <a:avLst/>
          </a:prstGeom>
          <a:noFill/>
        </p:spPr>
        <p:txBody>
          <a:bodyPr wrap="square" rtlCol="0">
            <a:spAutoFit/>
          </a:bodyPr>
          <a:lstStyle/>
          <a:p>
            <a:pPr algn="r">
              <a:lnSpc>
                <a:spcPct val="90000"/>
              </a:lnSpc>
              <a:buFontTx/>
              <a:buNone/>
            </a:pPr>
            <a:r>
              <a:rPr lang="en-US" altLang="en-US" sz="2000" b="1" dirty="0">
                <a:solidFill>
                  <a:srgbClr val="FF0000"/>
                </a:solidFill>
              </a:rPr>
              <a:t>Remove A </a:t>
            </a:r>
            <a:r>
              <a:rPr lang="en-US" altLang="en-US" sz="2000" b="1" dirty="0">
                <a:solidFill>
                  <a:srgbClr val="FF0000"/>
                </a:solidFill>
                <a:sym typeface="Wingdings" panose="05000000000000000000" pitchFamily="2" charset="2"/>
              </a:rPr>
              <a:t> B</a:t>
            </a:r>
            <a:r>
              <a:rPr lang="en-US" altLang="en-US" sz="2000" b="1" dirty="0">
                <a:solidFill>
                  <a:srgbClr val="FF0000"/>
                </a:solidFill>
              </a:rPr>
              <a:t> </a:t>
            </a:r>
          </a:p>
        </p:txBody>
      </p:sp>
      <p:sp>
        <p:nvSpPr>
          <p:cNvPr id="38" name="TextBox 37">
            <a:extLst>
              <a:ext uri="{FF2B5EF4-FFF2-40B4-BE49-F238E27FC236}">
                <a16:creationId xmlns:a16="http://schemas.microsoft.com/office/drawing/2014/main" id="{DFF9BD38-D655-4A0A-B222-AC88527238D1}"/>
              </a:ext>
            </a:extLst>
          </p:cNvPr>
          <p:cNvSpPr txBox="1"/>
          <p:nvPr/>
        </p:nvSpPr>
        <p:spPr>
          <a:xfrm>
            <a:off x="184190" y="5394960"/>
            <a:ext cx="1951968" cy="369332"/>
          </a:xfrm>
          <a:prstGeom prst="rect">
            <a:avLst/>
          </a:prstGeom>
          <a:noFill/>
        </p:spPr>
        <p:txBody>
          <a:bodyPr wrap="square" rtlCol="0">
            <a:spAutoFit/>
          </a:bodyPr>
          <a:lstStyle/>
          <a:p>
            <a:pPr algn="r">
              <a:lnSpc>
                <a:spcPct val="90000"/>
              </a:lnSpc>
              <a:buFontTx/>
              <a:buNone/>
            </a:pPr>
            <a:r>
              <a:rPr lang="en-US" altLang="en-US" sz="2000" b="1" dirty="0">
                <a:solidFill>
                  <a:srgbClr val="FF0000"/>
                </a:solidFill>
              </a:rPr>
              <a:t>Remove A </a:t>
            </a:r>
            <a:r>
              <a:rPr lang="en-US" altLang="en-US" sz="2000" b="1" dirty="0">
                <a:solidFill>
                  <a:srgbClr val="FF0000"/>
                </a:solidFill>
                <a:sym typeface="Wingdings" panose="05000000000000000000" pitchFamily="2" charset="2"/>
              </a:rPr>
              <a:t> S</a:t>
            </a:r>
            <a:r>
              <a:rPr lang="en-US" altLang="en-US" sz="2000" b="1" dirty="0">
                <a:solidFill>
                  <a:srgbClr val="FF0000"/>
                </a:solidFill>
              </a:rPr>
              <a:t> </a:t>
            </a:r>
          </a:p>
        </p:txBody>
      </p:sp>
      <p:sp>
        <p:nvSpPr>
          <p:cNvPr id="39" name="TextBox 38">
            <a:extLst>
              <a:ext uri="{FF2B5EF4-FFF2-40B4-BE49-F238E27FC236}">
                <a16:creationId xmlns:a16="http://schemas.microsoft.com/office/drawing/2014/main" id="{3ED69019-0B5F-4C01-9375-84CAF0E385CC}"/>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S</a:t>
            </a:r>
            <a:endParaRPr lang="en-US" altLang="en-US" sz="1800" dirty="0">
              <a:latin typeface="Courier New" panose="02070309020205020404" pitchFamily="49" charset="0"/>
              <a:cs typeface="Courier New" panose="02070309020205020404" pitchFamily="49" charset="0"/>
            </a:endParaRPr>
          </a:p>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rPr>
              <a:t>S</a:t>
            </a:r>
            <a:r>
              <a:rPr lang="en-US" altLang="en-US" sz="1800" dirty="0">
                <a:latin typeface="Courier New" panose="02070309020205020404" pitchFamily="49" charset="0"/>
                <a:cs typeface="Courier New" panose="02070309020205020404" pitchFamily="49" charset="0"/>
              </a:rPr>
              <a:t> </a:t>
            </a:r>
            <a:r>
              <a:rPr lang="en-US" altLang="en-US" sz="1800"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 </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strike="dblStrike" dirty="0">
              <a:latin typeface="Courier New" panose="02070309020205020404" pitchFamily="49" charset="0"/>
              <a:cs typeface="Courier New" panose="02070309020205020404" pitchFamily="49" charset="0"/>
              <a:sym typeface="Symbol" panose="05050102010706020507" pitchFamily="18" charset="2"/>
            </a:endParaRPr>
          </a:p>
        </p:txBody>
      </p:sp>
      <p:sp>
        <p:nvSpPr>
          <p:cNvPr id="40" name="TextBox 39">
            <a:extLst>
              <a:ext uri="{FF2B5EF4-FFF2-40B4-BE49-F238E27FC236}">
                <a16:creationId xmlns:a16="http://schemas.microsoft.com/office/drawing/2014/main" id="{D20A9D84-DF0F-405A-B298-4347F332A4FE}"/>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S</a:t>
            </a:r>
            <a:endParaRPr lang="en-US" altLang="en-US" sz="1800" dirty="0">
              <a:latin typeface="Courier New" panose="02070309020205020404" pitchFamily="49" charset="0"/>
              <a:cs typeface="Courier New" panose="02070309020205020404" pitchFamily="49" charset="0"/>
            </a:endParaRPr>
          </a:p>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rPr>
              <a:t>S</a:t>
            </a:r>
            <a:r>
              <a:rPr lang="en-US" altLang="en-US" sz="1800" dirty="0">
                <a:latin typeface="Courier New" panose="02070309020205020404" pitchFamily="49" charset="0"/>
                <a:cs typeface="Courier New" panose="02070309020205020404" pitchFamily="49" charset="0"/>
              </a:rPr>
              <a:t> </a:t>
            </a:r>
            <a:r>
              <a:rPr lang="en-US" altLang="en-US" sz="1800"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a:t>
            </a:r>
            <a:endPar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strike="dblStrike" dirty="0">
              <a:latin typeface="Courier New" panose="02070309020205020404" pitchFamily="49" charset="0"/>
              <a:cs typeface="Courier New" panose="02070309020205020404" pitchFamily="49" charset="0"/>
              <a:sym typeface="Symbol" panose="05050102010706020507" pitchFamily="18" charset="2"/>
            </a:endParaRPr>
          </a:p>
        </p:txBody>
      </p:sp>
      <p:sp>
        <p:nvSpPr>
          <p:cNvPr id="41" name="TextBox 40">
            <a:extLst>
              <a:ext uri="{FF2B5EF4-FFF2-40B4-BE49-F238E27FC236}">
                <a16:creationId xmlns:a16="http://schemas.microsoft.com/office/drawing/2014/main" id="{685A3780-1D30-4D09-A83A-8A8E45BBEEBB}"/>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rPr>
              <a:t>S</a:t>
            </a:r>
            <a:r>
              <a:rPr lang="en-US" altLang="en-US" sz="1800" b="1" baseline="-25000" dirty="0">
                <a:solidFill>
                  <a:srgbClr val="FF0000"/>
                </a:solidFill>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S</a:t>
            </a:r>
            <a:endParaRPr lang="en-US" altLang="en-US" sz="1800" b="1" dirty="0">
              <a:solidFill>
                <a:srgbClr val="FF0000"/>
              </a:solidFill>
              <a:latin typeface="Courier New" panose="02070309020205020404" pitchFamily="49" charset="0"/>
              <a:cs typeface="Courier New" panose="02070309020205020404" pitchFamily="49" charset="0"/>
            </a:endParaRPr>
          </a:p>
          <a:p>
            <a:pPr>
              <a:lnSpc>
                <a:spcPct val="90000"/>
              </a:lnSpc>
              <a:buFontTx/>
              <a:buNone/>
            </a:pPr>
            <a:r>
              <a:rPr lang="en-US" altLang="en-US" sz="1800" b="1" dirty="0">
                <a:solidFill>
                  <a:srgbClr val="0070C0"/>
                </a:solidFill>
                <a:latin typeface="Courier New" panose="02070309020205020404" pitchFamily="49" charset="0"/>
                <a:cs typeface="Courier New" panose="02070309020205020404" pitchFamily="49" charset="0"/>
              </a:rPr>
              <a:t>S</a:t>
            </a:r>
            <a:r>
              <a:rPr lang="en-US" altLang="en-US" sz="1800" dirty="0">
                <a:latin typeface="Courier New" panose="02070309020205020404" pitchFamily="49" charset="0"/>
                <a:cs typeface="Courier New" panose="02070309020205020404" pitchFamily="49" charset="0"/>
              </a:rPr>
              <a:t> </a:t>
            </a:r>
            <a:r>
              <a:rPr lang="en-US" altLang="en-US" sz="1800"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ASA | </a:t>
            </a:r>
            <a:r>
              <a:rPr lang="en-US" altLang="en-US" sz="1800" b="1" dirty="0" err="1">
                <a:solidFill>
                  <a:srgbClr val="0070C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sz="1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strike="dblStrike" dirty="0">
              <a:latin typeface="Courier New" panose="02070309020205020404" pitchFamily="49" charset="0"/>
              <a:cs typeface="Courier New" panose="02070309020205020404" pitchFamily="49" charset="0"/>
              <a:sym typeface="Symbol" panose="05050102010706020507" pitchFamily="18" charset="2"/>
            </a:endParaRPr>
          </a:p>
        </p:txBody>
      </p:sp>
      <p:sp>
        <p:nvSpPr>
          <p:cNvPr id="42" name="TextBox 41">
            <a:extLst>
              <a:ext uri="{FF2B5EF4-FFF2-40B4-BE49-F238E27FC236}">
                <a16:creationId xmlns:a16="http://schemas.microsoft.com/office/drawing/2014/main" id="{5DA8D122-E82C-4875-9A7D-6DA47A389752}"/>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rPr>
              <a:t>S</a:t>
            </a:r>
            <a:r>
              <a:rPr lang="en-US" altLang="en-US" sz="1800" b="1" baseline="-25000" dirty="0">
                <a:solidFill>
                  <a:srgbClr val="FF0000"/>
                </a:solidFill>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ASA | </a:t>
            </a:r>
            <a:r>
              <a:rPr lang="en-US" altLang="en-US" b="1" dirty="0" err="1">
                <a:solidFill>
                  <a:srgbClr val="FF000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b="1" dirty="0">
                <a:solidFill>
                  <a:srgbClr val="0070C0"/>
                </a:solidFill>
                <a:latin typeface="Courier New" panose="02070309020205020404" pitchFamily="49" charset="0"/>
                <a:cs typeface="Courier New" panose="02070309020205020404" pitchFamily="49" charset="0"/>
              </a:rPr>
              <a:t>S</a:t>
            </a:r>
            <a:r>
              <a:rPr lang="en-US" altLang="en-US" sz="1800" dirty="0">
                <a:latin typeface="Courier New" panose="02070309020205020404" pitchFamily="49" charset="0"/>
                <a:cs typeface="Courier New" panose="02070309020205020404" pitchFamily="49" charset="0"/>
              </a:rPr>
              <a:t> </a:t>
            </a:r>
            <a:r>
              <a:rPr lang="en-US" altLang="en-US" sz="1800"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ASA | </a:t>
            </a:r>
            <a:r>
              <a:rPr lang="en-US" altLang="en-US" sz="1800" b="1" dirty="0" err="1">
                <a:solidFill>
                  <a:srgbClr val="0070C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sz="1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strike="dblStrike" dirty="0">
              <a:latin typeface="Courier New" panose="02070309020205020404" pitchFamily="49" charset="0"/>
              <a:cs typeface="Courier New" panose="02070309020205020404" pitchFamily="49" charset="0"/>
              <a:sym typeface="Symbol" panose="05050102010706020507" pitchFamily="18" charset="2"/>
            </a:endParaRPr>
          </a:p>
        </p:txBody>
      </p:sp>
      <p:sp>
        <p:nvSpPr>
          <p:cNvPr id="43" name="TextBox 42">
            <a:extLst>
              <a:ext uri="{FF2B5EF4-FFF2-40B4-BE49-F238E27FC236}">
                <a16:creationId xmlns:a16="http://schemas.microsoft.com/office/drawing/2014/main" id="{94BCBB4B-B363-4A56-9237-FBC301CD65EF}"/>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dirty="0">
                <a:latin typeface="Courier New" panose="02070309020205020404" pitchFamily="49" charset="0"/>
                <a:cs typeface="Courier New" panose="02070309020205020404" pitchFamily="49" charset="0"/>
                <a:sym typeface="Wingdings" panose="05000000000000000000" pitchFamily="2" charset="2"/>
              </a:rPr>
              <a:t>ASA | </a:t>
            </a:r>
            <a:r>
              <a:rPr lang="en-US" altLang="en-US"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a:t>
            </a:r>
            <a:r>
              <a:rPr lang="en-US" altLang="en-US"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 </a:t>
            </a: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a:t>
            </a:r>
            <a:endPar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S</a:t>
            </a:r>
          </a:p>
          <a:p>
            <a:pPr>
              <a:lnSpc>
                <a:spcPct val="90000"/>
              </a:lnSpc>
              <a:buFontTx/>
              <a:buNone/>
            </a:pPr>
            <a:r>
              <a:rPr lang="en-US" altLang="en-US" sz="1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b</a:t>
            </a:r>
            <a:endParaRPr lang="en-US" altLang="en-US" sz="1800" b="1" strike="dblStrike" dirty="0">
              <a:solidFill>
                <a:srgbClr val="0070C0"/>
              </a:solidFill>
              <a:latin typeface="Courier New" panose="02070309020205020404" pitchFamily="49" charset="0"/>
              <a:cs typeface="Courier New" panose="02070309020205020404" pitchFamily="49" charset="0"/>
              <a:sym typeface="Symbol" panose="05050102010706020507" pitchFamily="18" charset="2"/>
            </a:endParaRPr>
          </a:p>
        </p:txBody>
      </p:sp>
      <p:sp>
        <p:nvSpPr>
          <p:cNvPr id="44" name="TextBox 43">
            <a:extLst>
              <a:ext uri="{FF2B5EF4-FFF2-40B4-BE49-F238E27FC236}">
                <a16:creationId xmlns:a16="http://schemas.microsoft.com/office/drawing/2014/main" id="{C1A0CD24-823F-4A90-9482-0713120F3820}"/>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dirty="0">
                <a:latin typeface="Courier New" panose="02070309020205020404" pitchFamily="49" charset="0"/>
                <a:cs typeface="Courier New" panose="02070309020205020404" pitchFamily="49" charset="0"/>
                <a:sym typeface="Wingdings" panose="05000000000000000000" pitchFamily="2" charset="2"/>
              </a:rPr>
              <a:t>ASA | </a:t>
            </a:r>
            <a:r>
              <a:rPr lang="en-US" altLang="en-US"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a:t>
            </a:r>
            <a:r>
              <a:rPr lang="en-US" altLang="en-US"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 </a:t>
            </a: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a:t>
            </a:r>
            <a:endPar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S</a:t>
            </a:r>
          </a:p>
          <a:p>
            <a:pPr>
              <a:lnSpc>
                <a:spcPct val="90000"/>
              </a:lnSpc>
              <a:buFontTx/>
              <a:buNone/>
            </a:pPr>
            <a:r>
              <a:rPr lang="en-US" altLang="en-US" sz="1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b</a:t>
            </a:r>
            <a:endParaRPr lang="en-US" altLang="en-US" sz="1800" b="1" strike="dblStrike" dirty="0">
              <a:solidFill>
                <a:srgbClr val="0070C0"/>
              </a:solidFill>
              <a:latin typeface="Courier New" panose="02070309020205020404" pitchFamily="49" charset="0"/>
              <a:cs typeface="Courier New" panose="02070309020205020404" pitchFamily="49" charset="0"/>
              <a:sym typeface="Symbol" panose="05050102010706020507" pitchFamily="18" charset="2"/>
            </a:endParaRPr>
          </a:p>
        </p:txBody>
      </p:sp>
      <p:sp>
        <p:nvSpPr>
          <p:cNvPr id="45" name="TextBox 44">
            <a:extLst>
              <a:ext uri="{FF2B5EF4-FFF2-40B4-BE49-F238E27FC236}">
                <a16:creationId xmlns:a16="http://schemas.microsoft.com/office/drawing/2014/main" id="{00FC05EE-D882-400B-9470-38D1A7FA1875}"/>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dirty="0">
                <a:latin typeface="Courier New" panose="02070309020205020404" pitchFamily="49" charset="0"/>
                <a:cs typeface="Courier New" panose="02070309020205020404" pitchFamily="49" charset="0"/>
                <a:sym typeface="Wingdings" panose="05000000000000000000" pitchFamily="2" charset="2"/>
              </a:rPr>
              <a:t>ASA | </a:t>
            </a:r>
            <a:r>
              <a:rPr lang="en-US" altLang="en-US"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b="1" dirty="0">
                <a:solidFill>
                  <a:srgbClr val="0070C0"/>
                </a:solidFill>
                <a:latin typeface="Courier New" panose="02070309020205020404" pitchFamily="49" charset="0"/>
                <a:cs typeface="Courier New" panose="02070309020205020404" pitchFamily="49" charset="0"/>
              </a:rPr>
              <a:t>S</a:t>
            </a:r>
            <a:r>
              <a:rPr lang="en-US" altLang="en-US" sz="1800" dirty="0">
                <a:latin typeface="Courier New" panose="02070309020205020404" pitchFamily="49" charset="0"/>
                <a:cs typeface="Courier New" panose="02070309020205020404" pitchFamily="49" charset="0"/>
              </a:rPr>
              <a:t> </a:t>
            </a:r>
            <a:r>
              <a:rPr lang="en-US" altLang="en-US" sz="1800"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ASA | </a:t>
            </a:r>
            <a:r>
              <a:rPr lang="en-US" altLang="en-US" sz="1800" b="1" dirty="0" err="1">
                <a:solidFill>
                  <a:srgbClr val="0070C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sz="1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b | </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strike="dblStrike" dirty="0">
              <a:latin typeface="Courier New" panose="02070309020205020404" pitchFamily="49" charset="0"/>
              <a:cs typeface="Courier New" panose="02070309020205020404" pitchFamily="49" charset="0"/>
              <a:sym typeface="Symbol" panose="05050102010706020507" pitchFamily="18" charset="2"/>
            </a:endParaRPr>
          </a:p>
        </p:txBody>
      </p:sp>
      <p:sp>
        <p:nvSpPr>
          <p:cNvPr id="46" name="TextBox 45">
            <a:extLst>
              <a:ext uri="{FF2B5EF4-FFF2-40B4-BE49-F238E27FC236}">
                <a16:creationId xmlns:a16="http://schemas.microsoft.com/office/drawing/2014/main" id="{847FB719-18BD-49AD-99C0-A1F44701128E}"/>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dirty="0">
                <a:latin typeface="Courier New" panose="02070309020205020404" pitchFamily="49" charset="0"/>
                <a:cs typeface="Courier New" panose="02070309020205020404" pitchFamily="49" charset="0"/>
                <a:sym typeface="Wingdings" panose="05000000000000000000" pitchFamily="2" charset="2"/>
              </a:rPr>
              <a:t>ASA | </a:t>
            </a:r>
            <a:r>
              <a:rPr lang="en-US" altLang="en-US"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b="1" dirty="0">
                <a:solidFill>
                  <a:srgbClr val="0070C0"/>
                </a:solidFill>
                <a:latin typeface="Courier New" panose="02070309020205020404" pitchFamily="49" charset="0"/>
                <a:cs typeface="Courier New" panose="02070309020205020404" pitchFamily="49" charset="0"/>
              </a:rPr>
              <a:t>S</a:t>
            </a:r>
            <a:r>
              <a:rPr lang="en-US" altLang="en-US" sz="1800" dirty="0">
                <a:latin typeface="Courier New" panose="02070309020205020404" pitchFamily="49" charset="0"/>
                <a:cs typeface="Courier New" panose="02070309020205020404" pitchFamily="49" charset="0"/>
              </a:rPr>
              <a:t> </a:t>
            </a:r>
            <a:r>
              <a:rPr lang="en-US" altLang="en-US" sz="1800"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ASA | </a:t>
            </a:r>
            <a:r>
              <a:rPr lang="en-US" altLang="en-US" sz="1800" b="1" dirty="0" err="1">
                <a:solidFill>
                  <a:srgbClr val="0070C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sz="1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b | </a:t>
            </a:r>
            <a:r>
              <a:rPr lang="en-US" altLang="en-US"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ASA | </a:t>
            </a:r>
            <a:r>
              <a:rPr lang="en-US" altLang="en-US" b="1" dirty="0" err="1">
                <a:solidFill>
                  <a:srgbClr val="FF000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 | a | SA | AS </a:t>
            </a:r>
            <a:endPar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strike="dblStrike" dirty="0">
              <a:latin typeface="Courier New" panose="02070309020205020404" pitchFamily="49" charset="0"/>
              <a:cs typeface="Courier New" panose="02070309020205020404" pitchFamily="49" charset="0"/>
              <a:sym typeface="Symbol" panose="05050102010706020507" pitchFamily="18" charset="2"/>
            </a:endParaRPr>
          </a:p>
        </p:txBody>
      </p:sp>
      <p:sp>
        <p:nvSpPr>
          <p:cNvPr id="47" name="TextBox 46">
            <a:extLst>
              <a:ext uri="{FF2B5EF4-FFF2-40B4-BE49-F238E27FC236}">
                <a16:creationId xmlns:a16="http://schemas.microsoft.com/office/drawing/2014/main" id="{29D78C01-C45C-4B3F-A91D-1F4811042F16}"/>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dirty="0">
                <a:latin typeface="Courier New" panose="02070309020205020404" pitchFamily="49" charset="0"/>
                <a:cs typeface="Courier New" panose="02070309020205020404" pitchFamily="49" charset="0"/>
                <a:sym typeface="Wingdings" panose="05000000000000000000" pitchFamily="2" charset="2"/>
              </a:rPr>
              <a:t>ASA | </a:t>
            </a:r>
            <a:r>
              <a:rPr lang="en-US" altLang="en-US"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a:t>
            </a:r>
            <a:r>
              <a:rPr lang="en-US" altLang="en-US" dirty="0">
                <a:latin typeface="Courier New" panose="02070309020205020404" pitchFamily="49" charset="0"/>
                <a:cs typeface="Courier New" panose="02070309020205020404" pitchFamily="49" charset="0"/>
                <a:sym typeface="Wingdings" panose="05000000000000000000" pitchFamily="2" charset="2"/>
              </a:rPr>
              <a:t>ASA | </a:t>
            </a:r>
            <a:r>
              <a:rPr lang="en-US" altLang="en-US"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endParaRPr lang="en-US" altLang="en-US" sz="1800" dirty="0">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strike="dblStrike" dirty="0">
              <a:latin typeface="Courier New" panose="02070309020205020404" pitchFamily="49" charset="0"/>
              <a:cs typeface="Courier New" panose="02070309020205020404" pitchFamily="49" charset="0"/>
              <a:sym typeface="Symbol" panose="05050102010706020507" pitchFamily="18" charset="2"/>
            </a:endParaRPr>
          </a:p>
        </p:txBody>
      </p:sp>
      <p:sp>
        <p:nvSpPr>
          <p:cNvPr id="48" name="TextBox 47">
            <a:extLst>
              <a:ext uri="{FF2B5EF4-FFF2-40B4-BE49-F238E27FC236}">
                <a16:creationId xmlns:a16="http://schemas.microsoft.com/office/drawing/2014/main" id="{8131B275-9D2E-44D3-A729-795270D3965E}"/>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S</a:t>
            </a:r>
            <a:endParaRPr lang="en-US" altLang="en-US" sz="1800" dirty="0">
              <a:latin typeface="Courier New" panose="02070309020205020404" pitchFamily="49" charset="0"/>
              <a:cs typeface="Courier New" panose="02070309020205020404" pitchFamily="49" charset="0"/>
            </a:endParaRPr>
          </a:p>
          <a:p>
            <a:pPr>
              <a:lnSpc>
                <a:spcPct val="90000"/>
              </a:lnSpc>
              <a:buFontTx/>
              <a:buNone/>
            </a:pPr>
            <a:r>
              <a:rPr lang="en-US" altLang="en-US" sz="1800" b="1" dirty="0">
                <a:latin typeface="Courier New" panose="02070309020205020404" pitchFamily="49" charset="0"/>
                <a:cs typeface="Courier New" panose="02070309020205020404" pitchFamily="49" charset="0"/>
              </a:rPr>
              <a:t>S</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strike="dblStrike" dirty="0">
              <a:latin typeface="Courier New" panose="02070309020205020404" pitchFamily="49" charset="0"/>
              <a:cs typeface="Courier New" panose="02070309020205020404" pitchFamily="49" charset="0"/>
              <a:sym typeface="Symbol" panose="05050102010706020507" pitchFamily="18" charset="2"/>
            </a:endParaRPr>
          </a:p>
        </p:txBody>
      </p:sp>
      <p:sp>
        <p:nvSpPr>
          <p:cNvPr id="49" name="TextBox 48">
            <a:extLst>
              <a:ext uri="{FF2B5EF4-FFF2-40B4-BE49-F238E27FC236}">
                <a16:creationId xmlns:a16="http://schemas.microsoft.com/office/drawing/2014/main" id="{FDF78607-F03D-4E68-B4D2-AA7B877A623D}"/>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S</a:t>
            </a:r>
            <a:endParaRPr lang="en-US" altLang="en-US" sz="1800" dirty="0">
              <a:latin typeface="Courier New" panose="02070309020205020404" pitchFamily="49" charset="0"/>
              <a:cs typeface="Courier New" panose="02070309020205020404" pitchFamily="49" charset="0"/>
            </a:endParaRP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a:t>
            </a:r>
            <a:endPar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strike="dblStrike" dirty="0">
              <a:latin typeface="Courier New" panose="02070309020205020404" pitchFamily="49" charset="0"/>
              <a:cs typeface="Courier New" panose="02070309020205020404" pitchFamily="49" charset="0"/>
              <a:sym typeface="Symbol" panose="05050102010706020507" pitchFamily="18" charset="2"/>
            </a:endParaRPr>
          </a:p>
        </p:txBody>
      </p:sp>
      <p:sp>
        <p:nvSpPr>
          <p:cNvPr id="50" name="TextBox 49">
            <a:extLst>
              <a:ext uri="{FF2B5EF4-FFF2-40B4-BE49-F238E27FC236}">
                <a16:creationId xmlns:a16="http://schemas.microsoft.com/office/drawing/2014/main" id="{A6E5ACA5-FDD3-46CA-9924-A45818AF9CEF}"/>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dirty="0">
                <a:latin typeface="Courier New" panose="02070309020205020404" pitchFamily="49" charset="0"/>
                <a:cs typeface="Courier New" panose="02070309020205020404" pitchFamily="49" charset="0"/>
                <a:sym typeface="Wingdings" panose="05000000000000000000" pitchFamily="2" charset="2"/>
              </a:rPr>
              <a:t>ASA | </a:t>
            </a:r>
            <a:r>
              <a:rPr lang="en-US" altLang="en-US"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strike="dblStrike" dirty="0">
              <a:latin typeface="Courier New" panose="02070309020205020404" pitchFamily="49" charset="0"/>
              <a:cs typeface="Courier New" panose="02070309020205020404" pitchFamily="49" charset="0"/>
              <a:sym typeface="Symbol" panose="05050102010706020507" pitchFamily="18" charset="2"/>
            </a:endParaRPr>
          </a:p>
        </p:txBody>
      </p:sp>
      <p:sp>
        <p:nvSpPr>
          <p:cNvPr id="51" name="TextBox 50">
            <a:extLst>
              <a:ext uri="{FF2B5EF4-FFF2-40B4-BE49-F238E27FC236}">
                <a16:creationId xmlns:a16="http://schemas.microsoft.com/office/drawing/2014/main" id="{FF51ECBF-41D6-4A17-8BBF-E7796A0AD1A3}"/>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dirty="0">
                <a:latin typeface="Courier New" panose="02070309020205020404" pitchFamily="49" charset="0"/>
                <a:cs typeface="Courier New" panose="02070309020205020404" pitchFamily="49" charset="0"/>
                <a:sym typeface="Wingdings" panose="05000000000000000000" pitchFamily="2" charset="2"/>
              </a:rPr>
              <a:t>ASA | </a:t>
            </a:r>
            <a:r>
              <a:rPr lang="en-US" altLang="en-US"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strike="dblStrike" dirty="0">
              <a:latin typeface="Courier New" panose="02070309020205020404" pitchFamily="49" charset="0"/>
              <a:cs typeface="Courier New" panose="02070309020205020404" pitchFamily="49" charset="0"/>
              <a:sym typeface="Symbol" panose="05050102010706020507" pitchFamily="18" charset="2"/>
            </a:endParaRPr>
          </a:p>
        </p:txBody>
      </p:sp>
    </p:spTree>
    <p:extLst>
      <p:ext uri="{BB962C8B-B14F-4D97-AF65-F5344CB8AC3E}">
        <p14:creationId xmlns:p14="http://schemas.microsoft.com/office/powerpoint/2010/main" val="586733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1" nodeType="withEffect">
                                  <p:stCondLst>
                                    <p:cond delay="0"/>
                                  </p:stCondLst>
                                  <p:childTnLst>
                                    <p:set>
                                      <p:cBhvr override="childStyle">
                                        <p:cTn id="6" dur="indefinite"/>
                                        <p:tgtEl>
                                          <p:spTgt spid="8">
                                            <p:txEl>
                                              <p:pRg st="2" end="2"/>
                                            </p:txEl>
                                          </p:spTgt>
                                        </p:tgtEl>
                                        <p:attrNameLst>
                                          <p:attrName>style.color</p:attrName>
                                        </p:attrNameLst>
                                      </p:cBhvr>
                                      <p:to>
                                        <p:clrVal>
                                          <a:srgbClr val="D8D8D8"/>
                                        </p:clrVal>
                                      </p:to>
                                    </p:set>
                                  </p:childTnLst>
                                </p:cTn>
                              </p:par>
                              <p:par>
                                <p:cTn id="7" presetID="3" presetClass="emph" presetSubtype="1" nodeType="withEffect">
                                  <p:stCondLst>
                                    <p:cond delay="0"/>
                                  </p:stCondLst>
                                  <p:childTnLst>
                                    <p:set>
                                      <p:cBhvr override="childStyle">
                                        <p:cTn id="8" dur="indefinite"/>
                                        <p:tgtEl>
                                          <p:spTgt spid="8">
                                            <p:txEl>
                                              <p:pRg st="3" end="3"/>
                                            </p:txEl>
                                          </p:spTgt>
                                        </p:tgtEl>
                                        <p:attrNameLst>
                                          <p:attrName>style.color</p:attrName>
                                        </p:attrNameLst>
                                      </p:cBhvr>
                                      <p:to>
                                        <p:clrVal>
                                          <a:srgbClr val="D8D8D8"/>
                                        </p:clrVal>
                                      </p:to>
                                    </p:set>
                                  </p:childTnLst>
                                </p:cTn>
                              </p:par>
                              <p:par>
                                <p:cTn id="9" presetID="3" presetClass="emph" presetSubtype="1" nodeType="withEffect">
                                  <p:stCondLst>
                                    <p:cond delay="0"/>
                                  </p:stCondLst>
                                  <p:childTnLst>
                                    <p:set>
                                      <p:cBhvr override="childStyle">
                                        <p:cTn id="10" dur="indefinite"/>
                                        <p:tgtEl>
                                          <p:spTgt spid="8">
                                            <p:txEl>
                                              <p:pRg st="4" end="4"/>
                                            </p:txEl>
                                          </p:spTgt>
                                        </p:tgtEl>
                                        <p:attrNameLst>
                                          <p:attrName>style.color</p:attrName>
                                        </p:attrNameLst>
                                      </p:cBhvr>
                                      <p:to>
                                        <p:clrVal>
                                          <a:srgbClr val="D8D8D8"/>
                                        </p:clrVal>
                                      </p:to>
                                    </p:set>
                                  </p:childTnLst>
                                </p:cTn>
                              </p:par>
                              <p:par>
                                <p:cTn id="11" presetID="3" presetClass="emph" presetSubtype="1" nodeType="withEffect">
                                  <p:stCondLst>
                                    <p:cond delay="0"/>
                                  </p:stCondLst>
                                  <p:childTnLst>
                                    <p:set>
                                      <p:cBhvr override="childStyle">
                                        <p:cTn id="12" dur="indefinite"/>
                                        <p:tgtEl>
                                          <p:spTgt spid="8">
                                            <p:txEl>
                                              <p:pRg st="8" end="8"/>
                                            </p:txEl>
                                          </p:spTgt>
                                        </p:tgtEl>
                                        <p:attrNameLst>
                                          <p:attrName>style.color</p:attrName>
                                        </p:attrNameLst>
                                      </p:cBhvr>
                                      <p:to>
                                        <p:clrVal>
                                          <a:srgbClr val="D8D8D8"/>
                                        </p:clrVal>
                                      </p:to>
                                    </p:set>
                                  </p:childTnLst>
                                </p:cTn>
                              </p:par>
                              <p:par>
                                <p:cTn id="13" presetID="3" presetClass="emph" presetSubtype="1" nodeType="withEffect">
                                  <p:stCondLst>
                                    <p:cond delay="0"/>
                                  </p:stCondLst>
                                  <p:childTnLst>
                                    <p:set>
                                      <p:cBhvr override="childStyle">
                                        <p:cTn id="14" dur="indefinite"/>
                                        <p:tgtEl>
                                          <p:spTgt spid="8">
                                            <p:txEl>
                                              <p:pRg st="9" end="9"/>
                                            </p:txEl>
                                          </p:spTgt>
                                        </p:tgtEl>
                                        <p:attrNameLst>
                                          <p:attrName>style.color</p:attrName>
                                        </p:attrNameLst>
                                      </p:cBhvr>
                                      <p:to>
                                        <p:clrVal>
                                          <a:srgbClr val="D8D8D8"/>
                                        </p:clrVal>
                                      </p:to>
                                    </p:set>
                                  </p:childTnLst>
                                </p:cTn>
                              </p:par>
                              <p:par>
                                <p:cTn id="15" presetID="3" presetClass="emph" presetSubtype="1" nodeType="withEffect">
                                  <p:stCondLst>
                                    <p:cond delay="0"/>
                                  </p:stCondLst>
                                  <p:childTnLst>
                                    <p:set>
                                      <p:cBhvr override="childStyle">
                                        <p:cTn id="16" dur="indefinite"/>
                                        <p:tgtEl>
                                          <p:spTgt spid="8">
                                            <p:txEl>
                                              <p:pRg st="10" end="10"/>
                                            </p:txEl>
                                          </p:spTgt>
                                        </p:tgtEl>
                                        <p:attrNameLst>
                                          <p:attrName>style.color</p:attrName>
                                        </p:attrNameLst>
                                      </p:cBhvr>
                                      <p:to>
                                        <p:clrVal>
                                          <a:srgbClr val="D8D8D8"/>
                                        </p:clrVal>
                                      </p:to>
                                    </p:set>
                                  </p:childTnLst>
                                </p:cTn>
                              </p:par>
                              <p:par>
                                <p:cTn id="17" presetID="3" presetClass="emph" presetSubtype="1" nodeType="withEffect">
                                  <p:stCondLst>
                                    <p:cond delay="0"/>
                                  </p:stCondLst>
                                  <p:childTnLst>
                                    <p:set>
                                      <p:cBhvr override="childStyle">
                                        <p:cTn id="18" dur="indefinite"/>
                                        <p:tgtEl>
                                          <p:spTgt spid="8">
                                            <p:txEl>
                                              <p:pRg st="1" end="1"/>
                                            </p:txEl>
                                          </p:spTgt>
                                        </p:tgtEl>
                                        <p:attrNameLst>
                                          <p:attrName>style.color</p:attrName>
                                        </p:attrNameLst>
                                      </p:cBhvr>
                                      <p:to>
                                        <p:clrVal>
                                          <a:srgbClr val="D8D8D8"/>
                                        </p:clrVal>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par>
                                <p:cTn id="31" presetID="1" presetClass="exit" presetSubtype="0" fill="hold" grpId="1" nodeType="withEffect">
                                  <p:stCondLst>
                                    <p:cond delay="0"/>
                                  </p:stCondLst>
                                  <p:childTnLst>
                                    <p:set>
                                      <p:cBhvr>
                                        <p:cTn id="32" dur="1" fill="hold">
                                          <p:stCondLst>
                                            <p:cond delay="0"/>
                                          </p:stCondLst>
                                        </p:cTn>
                                        <p:tgtEl>
                                          <p:spTgt spid="48"/>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par>
                                <p:cTn id="37" presetID="1" presetClass="exit" presetSubtype="0" fill="hold" grpId="1" nodeType="withEffect">
                                  <p:stCondLst>
                                    <p:cond delay="0"/>
                                  </p:stCondLst>
                                  <p:childTnLst>
                                    <p:set>
                                      <p:cBhvr>
                                        <p:cTn id="38" dur="1" fill="hold">
                                          <p:stCondLst>
                                            <p:cond delay="0"/>
                                          </p:stCondLst>
                                        </p:cTn>
                                        <p:tgtEl>
                                          <p:spTgt spid="39"/>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par>
                                <p:cTn id="43" presetID="1" presetClass="exit" presetSubtype="0" fill="hold" grpId="1" nodeType="withEffect">
                                  <p:stCondLst>
                                    <p:cond delay="0"/>
                                  </p:stCondLst>
                                  <p:childTnLst>
                                    <p:set>
                                      <p:cBhvr>
                                        <p:cTn id="44" dur="1" fill="hold">
                                          <p:stCondLst>
                                            <p:cond delay="0"/>
                                          </p:stCondLst>
                                        </p:cTn>
                                        <p:tgtEl>
                                          <p:spTgt spid="40"/>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6"/>
                                        </p:tgtEl>
                                        <p:attrNameLst>
                                          <p:attrName>style.visibility</p:attrName>
                                        </p:attrNameLst>
                                      </p:cBhvr>
                                      <p:to>
                                        <p:strVal val="visible"/>
                                      </p:to>
                                    </p:set>
                                  </p:childTnLst>
                                </p:cTn>
                              </p:par>
                              <p:par>
                                <p:cTn id="49" presetID="1" presetClass="exit" presetSubtype="0" fill="hold" grpId="1" nodeType="withEffect">
                                  <p:stCondLst>
                                    <p:cond delay="0"/>
                                  </p:stCondLst>
                                  <p:childTnLst>
                                    <p:set>
                                      <p:cBhvr>
                                        <p:cTn id="50" dur="1" fill="hold">
                                          <p:stCondLst>
                                            <p:cond delay="0"/>
                                          </p:stCondLst>
                                        </p:cTn>
                                        <p:tgtEl>
                                          <p:spTgt spid="35"/>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1"/>
                                        </p:tgtEl>
                                        <p:attrNameLst>
                                          <p:attrName>style.visibility</p:attrName>
                                        </p:attrNameLst>
                                      </p:cBhvr>
                                      <p:to>
                                        <p:strVal val="visible"/>
                                      </p:to>
                                    </p:set>
                                  </p:childTnLst>
                                </p:cTn>
                              </p:par>
                              <p:par>
                                <p:cTn id="55" presetID="1" presetClass="exit" presetSubtype="0" fill="hold" grpId="1" nodeType="withEffect">
                                  <p:stCondLst>
                                    <p:cond delay="0"/>
                                  </p:stCondLst>
                                  <p:childTnLst>
                                    <p:set>
                                      <p:cBhvr>
                                        <p:cTn id="56" dur="1" fill="hold">
                                          <p:stCondLst>
                                            <p:cond delay="0"/>
                                          </p:stCondLst>
                                        </p:cTn>
                                        <p:tgtEl>
                                          <p:spTgt spid="49"/>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2"/>
                                        </p:tgtEl>
                                        <p:attrNameLst>
                                          <p:attrName>style.visibility</p:attrName>
                                        </p:attrNameLst>
                                      </p:cBhvr>
                                      <p:to>
                                        <p:strVal val="visible"/>
                                      </p:to>
                                    </p:set>
                                  </p:childTnLst>
                                </p:cTn>
                              </p:par>
                              <p:par>
                                <p:cTn id="61" presetID="1" presetClass="exit" presetSubtype="0" fill="hold" grpId="1" nodeType="withEffect">
                                  <p:stCondLst>
                                    <p:cond delay="0"/>
                                  </p:stCondLst>
                                  <p:childTnLst>
                                    <p:set>
                                      <p:cBhvr>
                                        <p:cTn id="62" dur="1" fill="hold">
                                          <p:stCondLst>
                                            <p:cond delay="0"/>
                                          </p:stCondLst>
                                        </p:cTn>
                                        <p:tgtEl>
                                          <p:spTgt spid="41"/>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0"/>
                                        </p:tgtEl>
                                        <p:attrNameLst>
                                          <p:attrName>style.visibility</p:attrName>
                                        </p:attrNameLst>
                                      </p:cBhvr>
                                      <p:to>
                                        <p:strVal val="visible"/>
                                      </p:to>
                                    </p:set>
                                  </p:childTnLst>
                                </p:cTn>
                              </p:par>
                              <p:par>
                                <p:cTn id="67" presetID="1" presetClass="exit" presetSubtype="0" fill="hold" grpId="1" nodeType="withEffect">
                                  <p:stCondLst>
                                    <p:cond delay="0"/>
                                  </p:stCondLst>
                                  <p:childTnLst>
                                    <p:set>
                                      <p:cBhvr>
                                        <p:cTn id="68" dur="1" fill="hold">
                                          <p:stCondLst>
                                            <p:cond delay="0"/>
                                          </p:stCondLst>
                                        </p:cTn>
                                        <p:tgtEl>
                                          <p:spTgt spid="42"/>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7"/>
                                        </p:tgtEl>
                                        <p:attrNameLst>
                                          <p:attrName>style.visibility</p:attrName>
                                        </p:attrNameLst>
                                      </p:cBhvr>
                                      <p:to>
                                        <p:strVal val="visible"/>
                                      </p:to>
                                    </p:set>
                                  </p:childTnLst>
                                </p:cTn>
                              </p:par>
                              <p:par>
                                <p:cTn id="73" presetID="1" presetClass="exit" presetSubtype="0" fill="hold" grpId="1" nodeType="withEffect">
                                  <p:stCondLst>
                                    <p:cond delay="0"/>
                                  </p:stCondLst>
                                  <p:childTnLst>
                                    <p:set>
                                      <p:cBhvr>
                                        <p:cTn id="74" dur="1" fill="hold">
                                          <p:stCondLst>
                                            <p:cond delay="0"/>
                                          </p:stCondLst>
                                        </p:cTn>
                                        <p:tgtEl>
                                          <p:spTgt spid="36"/>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3"/>
                                        </p:tgtEl>
                                        <p:attrNameLst>
                                          <p:attrName>style.visibility</p:attrName>
                                        </p:attrNameLst>
                                      </p:cBhvr>
                                      <p:to>
                                        <p:strVal val="visible"/>
                                      </p:to>
                                    </p:set>
                                  </p:childTnLst>
                                </p:cTn>
                              </p:par>
                              <p:par>
                                <p:cTn id="79" presetID="1" presetClass="exit" presetSubtype="0" fill="hold" grpId="1" nodeType="withEffect">
                                  <p:stCondLst>
                                    <p:cond delay="0"/>
                                  </p:stCondLst>
                                  <p:childTnLst>
                                    <p:set>
                                      <p:cBhvr>
                                        <p:cTn id="80" dur="1" fill="hold">
                                          <p:stCondLst>
                                            <p:cond delay="0"/>
                                          </p:stCondLst>
                                        </p:cTn>
                                        <p:tgtEl>
                                          <p:spTgt spid="50"/>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44"/>
                                        </p:tgtEl>
                                        <p:attrNameLst>
                                          <p:attrName>style.visibility</p:attrName>
                                        </p:attrNameLst>
                                      </p:cBhvr>
                                      <p:to>
                                        <p:strVal val="visible"/>
                                      </p:to>
                                    </p:set>
                                  </p:childTnLst>
                                </p:cTn>
                              </p:par>
                              <p:par>
                                <p:cTn id="85" presetID="1" presetClass="exit" presetSubtype="0" fill="hold" grpId="1" nodeType="withEffect">
                                  <p:stCondLst>
                                    <p:cond delay="0"/>
                                  </p:stCondLst>
                                  <p:childTnLst>
                                    <p:set>
                                      <p:cBhvr>
                                        <p:cTn id="86" dur="1" fill="hold">
                                          <p:stCondLst>
                                            <p:cond delay="0"/>
                                          </p:stCondLst>
                                        </p:cTn>
                                        <p:tgtEl>
                                          <p:spTgt spid="43"/>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51"/>
                                        </p:tgtEl>
                                        <p:attrNameLst>
                                          <p:attrName>style.visibility</p:attrName>
                                        </p:attrNameLst>
                                      </p:cBhvr>
                                      <p:to>
                                        <p:strVal val="visible"/>
                                      </p:to>
                                    </p:set>
                                  </p:childTnLst>
                                </p:cTn>
                              </p:par>
                              <p:par>
                                <p:cTn id="91" presetID="1" presetClass="exit" presetSubtype="0" fill="hold" grpId="1" nodeType="withEffect">
                                  <p:stCondLst>
                                    <p:cond delay="0"/>
                                  </p:stCondLst>
                                  <p:childTnLst>
                                    <p:set>
                                      <p:cBhvr>
                                        <p:cTn id="92" dur="1" fill="hold">
                                          <p:stCondLst>
                                            <p:cond delay="0"/>
                                          </p:stCondLst>
                                        </p:cTn>
                                        <p:tgtEl>
                                          <p:spTgt spid="44"/>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38"/>
                                        </p:tgtEl>
                                        <p:attrNameLst>
                                          <p:attrName>style.visibility</p:attrName>
                                        </p:attrNameLst>
                                      </p:cBhvr>
                                      <p:to>
                                        <p:strVal val="visible"/>
                                      </p:to>
                                    </p:set>
                                  </p:childTnLst>
                                </p:cTn>
                              </p:par>
                              <p:par>
                                <p:cTn id="97" presetID="1" presetClass="exit" presetSubtype="0" fill="hold" grpId="1" nodeType="withEffect">
                                  <p:stCondLst>
                                    <p:cond delay="0"/>
                                  </p:stCondLst>
                                  <p:childTnLst>
                                    <p:set>
                                      <p:cBhvr>
                                        <p:cTn id="98" dur="1" fill="hold">
                                          <p:stCondLst>
                                            <p:cond delay="0"/>
                                          </p:stCondLst>
                                        </p:cTn>
                                        <p:tgtEl>
                                          <p:spTgt spid="37"/>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45"/>
                                        </p:tgtEl>
                                        <p:attrNameLst>
                                          <p:attrName>style.visibility</p:attrName>
                                        </p:attrNameLst>
                                      </p:cBhvr>
                                      <p:to>
                                        <p:strVal val="visible"/>
                                      </p:to>
                                    </p:set>
                                  </p:childTnLst>
                                </p:cTn>
                              </p:par>
                              <p:par>
                                <p:cTn id="103" presetID="1" presetClass="exit" presetSubtype="0" fill="hold" grpId="1" nodeType="withEffect">
                                  <p:stCondLst>
                                    <p:cond delay="0"/>
                                  </p:stCondLst>
                                  <p:childTnLst>
                                    <p:set>
                                      <p:cBhvr>
                                        <p:cTn id="104" dur="1" fill="hold">
                                          <p:stCondLst>
                                            <p:cond delay="0"/>
                                          </p:stCondLst>
                                        </p:cTn>
                                        <p:tgtEl>
                                          <p:spTgt spid="51"/>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46"/>
                                        </p:tgtEl>
                                        <p:attrNameLst>
                                          <p:attrName>style.visibility</p:attrName>
                                        </p:attrNameLst>
                                      </p:cBhvr>
                                      <p:to>
                                        <p:strVal val="visible"/>
                                      </p:to>
                                    </p:set>
                                  </p:childTnLst>
                                </p:cTn>
                              </p:par>
                              <p:par>
                                <p:cTn id="109" presetID="1" presetClass="exit" presetSubtype="0" fill="hold" grpId="1" nodeType="withEffect">
                                  <p:stCondLst>
                                    <p:cond delay="0"/>
                                  </p:stCondLst>
                                  <p:childTnLst>
                                    <p:set>
                                      <p:cBhvr>
                                        <p:cTn id="110" dur="1" fill="hold">
                                          <p:stCondLst>
                                            <p:cond delay="0"/>
                                          </p:stCondLst>
                                        </p:cTn>
                                        <p:tgtEl>
                                          <p:spTgt spid="45"/>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47"/>
                                        </p:tgtEl>
                                        <p:attrNameLst>
                                          <p:attrName>style.visibility</p:attrName>
                                        </p:attrNameLst>
                                      </p:cBhvr>
                                      <p:to>
                                        <p:strVal val="visible"/>
                                      </p:to>
                                    </p:set>
                                  </p:childTnLst>
                                </p:cTn>
                              </p:par>
                              <p:par>
                                <p:cTn id="115" presetID="1" presetClass="exit" presetSubtype="0" fill="hold" grpId="1" nodeType="withEffect">
                                  <p:stCondLst>
                                    <p:cond delay="0"/>
                                  </p:stCondLst>
                                  <p:childTnLst>
                                    <p:set>
                                      <p:cBhvr>
                                        <p:cTn id="116" dur="1" fill="hold">
                                          <p:stCondLst>
                                            <p:cond delay="0"/>
                                          </p:stCondLst>
                                        </p:cTn>
                                        <p:tgtEl>
                                          <p:spTgt spid="46"/>
                                        </p:tgtEl>
                                        <p:attrNameLst>
                                          <p:attrName>style.visibility</p:attrName>
                                        </p:attrNameLst>
                                      </p:cBhvr>
                                      <p:to>
                                        <p:strVal val="hidden"/>
                                      </p:to>
                                    </p:set>
                                  </p:childTnLst>
                                </p:cTn>
                              </p:par>
                            </p:childTnLst>
                          </p:cTn>
                        </p:par>
                      </p:childTnLst>
                    </p:cTn>
                  </p:par>
                  <p:par>
                    <p:cTn id="117" fill="hold">
                      <p:stCondLst>
                        <p:cond delay="indefinite"/>
                      </p:stCondLst>
                      <p:childTnLst>
                        <p:par>
                          <p:cTn id="118" fill="hold">
                            <p:stCondLst>
                              <p:cond delay="0"/>
                            </p:stCondLst>
                            <p:childTnLst>
                              <p:par>
                                <p:cTn id="119" presetID="1" presetClass="exit" presetSubtype="0" fill="hold" grpId="1" nodeType="clickEffect">
                                  <p:stCondLst>
                                    <p:cond delay="0"/>
                                  </p:stCondLst>
                                  <p:childTnLst>
                                    <p:set>
                                      <p:cBhvr>
                                        <p:cTn id="120" dur="1" fill="hold">
                                          <p:stCondLst>
                                            <p:cond delay="0"/>
                                          </p:stCondLst>
                                        </p:cTn>
                                        <p:tgtEl>
                                          <p:spTgt spid="3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5" grpId="0"/>
      <p:bldP spid="35" grpId="1"/>
      <p:bldP spid="36" grpId="0"/>
      <p:bldP spid="36" grpId="1"/>
      <p:bldP spid="37" grpId="0"/>
      <p:bldP spid="37" grpId="1"/>
      <p:bldP spid="38" grpId="0"/>
      <p:bldP spid="38" grpId="1"/>
      <p:bldP spid="39" grpId="0"/>
      <p:bldP spid="39" grpId="1"/>
      <p:bldP spid="40" grpId="0"/>
      <p:bldP spid="40" grpId="1"/>
      <p:bldP spid="41" grpId="0"/>
      <p:bldP spid="41" grpId="1"/>
      <p:bldP spid="42" grpId="0"/>
      <p:bldP spid="42" grpId="1"/>
      <p:bldP spid="43" grpId="0"/>
      <p:bldP spid="43" grpId="1"/>
      <p:bldP spid="44" grpId="0"/>
      <p:bldP spid="44" grpId="1"/>
      <p:bldP spid="45" grpId="0"/>
      <p:bldP spid="45" grpId="1"/>
      <p:bldP spid="46" grpId="0"/>
      <p:bldP spid="46" grpId="1"/>
      <p:bldP spid="47" grpId="0"/>
      <p:bldP spid="48" grpId="0"/>
      <p:bldP spid="48" grpId="1"/>
      <p:bldP spid="49" grpId="0"/>
      <p:bldP spid="49" grpId="1"/>
      <p:bldP spid="50" grpId="0"/>
      <p:bldP spid="50" grpId="1"/>
      <p:bldP spid="51" grpId="0"/>
      <p:bldP spid="51"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6CD5714-014E-424B-8F26-095B00D0E264}"/>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519A6030-3D1B-4256-98FE-AA1239023F5C}"/>
              </a:ext>
            </a:extLst>
          </p:cNvPr>
          <p:cNvSpPr>
            <a:spLocks noGrp="1"/>
          </p:cNvSpPr>
          <p:nvPr>
            <p:ph type="body" sz="quarter" idx="12"/>
          </p:nvPr>
        </p:nvSpPr>
        <p:spPr/>
        <p:txBody>
          <a:bodyPr/>
          <a:lstStyle/>
          <a:p>
            <a:r>
              <a:rPr lang="en-US" dirty="0"/>
              <a:t>Example: Converting to CNF</a:t>
            </a:r>
          </a:p>
        </p:txBody>
      </p:sp>
      <p:sp>
        <p:nvSpPr>
          <p:cNvPr id="5" name="TextBox 4">
            <a:extLst>
              <a:ext uri="{FF2B5EF4-FFF2-40B4-BE49-F238E27FC236}">
                <a16:creationId xmlns:a16="http://schemas.microsoft.com/office/drawing/2014/main" id="{BA0A0FD8-3745-480F-B5B5-F64C7A450A38}"/>
              </a:ext>
            </a:extLst>
          </p:cNvPr>
          <p:cNvSpPr txBox="1"/>
          <p:nvPr/>
        </p:nvSpPr>
        <p:spPr>
          <a:xfrm>
            <a:off x="6400800" y="3592043"/>
            <a:ext cx="2723613" cy="1122551"/>
          </a:xfrm>
          <a:prstGeom prst="rect">
            <a:avLst/>
          </a:prstGeom>
          <a:solidFill>
            <a:schemeClr val="bg2"/>
          </a:solidFill>
        </p:spPr>
        <p:txBody>
          <a:bodyPr wrap="square" rtlCol="0">
            <a:spAutoFit/>
          </a:bodyPr>
          <a:lstStyle/>
          <a:p>
            <a:pPr>
              <a:lnSpc>
                <a:spcPct val="90000"/>
              </a:lnSpc>
              <a:buFontTx/>
              <a:buNone/>
            </a:pPr>
            <a:r>
              <a:rPr lang="en-US" altLang="en-US" sz="2000" b="1" u="sng" dirty="0"/>
              <a:t>Original Grammar</a:t>
            </a: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endParaRPr lang="en-US" altLang="en-US" sz="1800" dirty="0">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 | </a:t>
            </a:r>
            <a:r>
              <a:rPr lang="en-US" altLang="en-US" sz="1800" dirty="0">
                <a:latin typeface="Courier New" panose="02070309020205020404" pitchFamily="49" charset="0"/>
                <a:cs typeface="Courier New" panose="02070309020205020404" pitchFamily="49" charset="0"/>
                <a:sym typeface="Symbol" panose="05050102010706020507" pitchFamily="18" charset="2"/>
              </a:rPr>
              <a:t></a:t>
            </a:r>
          </a:p>
        </p:txBody>
      </p:sp>
      <p:sp>
        <p:nvSpPr>
          <p:cNvPr id="7" name="TextBox 6">
            <a:extLst>
              <a:ext uri="{FF2B5EF4-FFF2-40B4-BE49-F238E27FC236}">
                <a16:creationId xmlns:a16="http://schemas.microsoft.com/office/drawing/2014/main" id="{0C42323F-C5DD-4682-ADD8-EC1695335ED8}"/>
              </a:ext>
            </a:extLst>
          </p:cNvPr>
          <p:cNvSpPr txBox="1"/>
          <p:nvPr/>
        </p:nvSpPr>
        <p:spPr>
          <a:xfrm>
            <a:off x="6400800" y="773440"/>
            <a:ext cx="2723613" cy="2867645"/>
          </a:xfrm>
          <a:prstGeom prst="rect">
            <a:avLst/>
          </a:prstGeom>
          <a:noFill/>
        </p:spPr>
        <p:txBody>
          <a:bodyPr wrap="square" rtlCol="0">
            <a:spAutoFit/>
          </a:bodyPr>
          <a:lstStyle/>
          <a:p>
            <a:pPr algn="ctr">
              <a:lnSpc>
                <a:spcPct val="90000"/>
              </a:lnSpc>
              <a:buFontTx/>
              <a:buNone/>
            </a:pPr>
            <a:r>
              <a:rPr lang="en-US" altLang="en-US" sz="2000" b="1" u="sng" dirty="0"/>
              <a:t>CNF: Rules Format</a:t>
            </a:r>
          </a:p>
          <a:p>
            <a:pPr marL="342900" indent="-342900">
              <a:lnSpc>
                <a:spcPct val="90000"/>
              </a:lnSpc>
              <a:buFont typeface="+mj-lt"/>
              <a:buAutoNum type="arabicPeriod"/>
            </a:pPr>
            <a:r>
              <a:rPr lang="en-US" altLang="en-US" dirty="0"/>
              <a:t>A variable substitute by two variables</a:t>
            </a:r>
            <a:br>
              <a:rPr lang="en-US" altLang="en-US" dirty="0"/>
            </a:br>
            <a:r>
              <a:rPr lang="en-US" altLang="en-US" sz="1800" b="1" dirty="0">
                <a:latin typeface="Courier New" panose="02070309020205020404" pitchFamily="49" charset="0"/>
                <a:cs typeface="Courier New" panose="02070309020205020404" pitchFamily="49" charset="0"/>
              </a:rPr>
              <a:t>V</a:t>
            </a:r>
            <a:r>
              <a:rPr lang="en-US" altLang="en-US" sz="1800" b="1" baseline="-25000" dirty="0">
                <a:latin typeface="Courier New" panose="02070309020205020404" pitchFamily="49" charset="0"/>
                <a:cs typeface="Courier New" panose="02070309020205020404" pitchFamily="49" charset="0"/>
              </a:rPr>
              <a:t>1</a:t>
            </a:r>
            <a:r>
              <a:rPr lang="en-US" altLang="en-US" sz="1800" b="1" dirty="0">
                <a:latin typeface="Courier New" panose="02070309020205020404" pitchFamily="49" charset="0"/>
                <a:cs typeface="Courier New" panose="02070309020205020404" pitchFamily="49" charset="0"/>
              </a:rPr>
              <a:t>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2</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3</a:t>
            </a:r>
          </a:p>
          <a:p>
            <a:pPr marL="342900" indent="-342900">
              <a:lnSpc>
                <a:spcPct val="90000"/>
              </a:lnSpc>
              <a:buFont typeface="+mj-lt"/>
              <a:buAutoNum type="arabicPeriod"/>
            </a:pPr>
            <a:r>
              <a:rPr lang="en-US" altLang="en-US" sz="1800" dirty="0">
                <a:cs typeface="Courier New" panose="02070309020205020404" pitchFamily="49" charset="0"/>
                <a:sym typeface="Wingdings" panose="05000000000000000000" pitchFamily="2" charset="2"/>
              </a:rPr>
              <a:t>A variable substitute by a single terminal</a:t>
            </a:r>
            <a:br>
              <a:rPr lang="en-US" altLang="en-US" sz="1800" dirty="0">
                <a:latin typeface="Courier New" panose="02070309020205020404" pitchFamily="49" charset="0"/>
                <a:cs typeface="Courier New" panose="02070309020205020404" pitchFamily="49" charset="0"/>
                <a:sym typeface="Wingdings" panose="05000000000000000000" pitchFamily="2" charset="2"/>
              </a:rPr>
            </a:b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 t</a:t>
            </a:r>
          </a:p>
          <a:p>
            <a:pPr marL="342900" indent="-342900">
              <a:lnSpc>
                <a:spcPct val="90000"/>
              </a:lnSpc>
              <a:buFont typeface="+mj-lt"/>
              <a:buAutoNum type="arabicPeriod"/>
            </a:pPr>
            <a:r>
              <a:rPr lang="en-US" altLang="en-US" sz="1800" dirty="0">
                <a:cs typeface="Courier New" panose="02070309020205020404" pitchFamily="49" charset="0"/>
                <a:sym typeface="Wingdings" panose="05000000000000000000" pitchFamily="2" charset="2"/>
              </a:rPr>
              <a:t>Exception: the start variable may have an epsilon rule</a:t>
            </a:r>
            <a:br>
              <a:rPr lang="en-US" altLang="en-US" sz="1800" dirty="0">
                <a:latin typeface="Courier New" panose="02070309020205020404" pitchFamily="49" charset="0"/>
                <a:cs typeface="Courier New" panose="02070309020205020404" pitchFamily="49" charset="0"/>
                <a:sym typeface="Wingdings" panose="05000000000000000000" pitchFamily="2" charset="2"/>
              </a:rPr>
            </a:br>
            <a:r>
              <a:rPr lang="en-US" altLang="en-US" sz="1800" b="1" dirty="0">
                <a:latin typeface="Courier New" panose="02070309020205020404" pitchFamily="49" charset="0"/>
                <a:cs typeface="Courier New" panose="02070309020205020404" pitchFamily="49" charset="0"/>
                <a:sym typeface="Wingdings" panose="05000000000000000000" pitchFamily="2" charset="2"/>
              </a:rPr>
              <a:t>S</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0</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 </a:t>
            </a:r>
            <a:r>
              <a:rPr lang="en-US" altLang="en-US" sz="1800" b="1" dirty="0">
                <a:latin typeface="Courier New" panose="02070309020205020404" pitchFamily="49" charset="0"/>
                <a:cs typeface="Courier New" panose="02070309020205020404" pitchFamily="49" charset="0"/>
                <a:sym typeface="Symbol" panose="05050102010706020507" pitchFamily="18" charset="2"/>
              </a:rPr>
              <a:t></a:t>
            </a:r>
          </a:p>
        </p:txBody>
      </p:sp>
      <p:sp>
        <p:nvSpPr>
          <p:cNvPr id="8" name="TextBox 7">
            <a:extLst>
              <a:ext uri="{FF2B5EF4-FFF2-40B4-BE49-F238E27FC236}">
                <a16:creationId xmlns:a16="http://schemas.microsoft.com/office/drawing/2014/main" id="{0A9F70C7-08C6-4401-8E75-CCC6AF530FDF}"/>
              </a:ext>
            </a:extLst>
          </p:cNvPr>
          <p:cNvSpPr txBox="1"/>
          <p:nvPr/>
        </p:nvSpPr>
        <p:spPr>
          <a:xfrm>
            <a:off x="0" y="853440"/>
            <a:ext cx="6400800" cy="3724096"/>
          </a:xfrm>
          <a:prstGeom prst="rect">
            <a:avLst/>
          </a:prstGeom>
          <a:noFill/>
        </p:spPr>
        <p:txBody>
          <a:bodyPr wrap="square" rtlCol="0">
            <a:spAutoFit/>
          </a:bodyPr>
          <a:lstStyle/>
          <a:p>
            <a:pPr algn="ctr"/>
            <a:r>
              <a:rPr lang="en-US" sz="2000" b="1" u="sng" dirty="0"/>
              <a:t>Conversion Steps:</a:t>
            </a:r>
          </a:p>
          <a:p>
            <a:pPr marL="342900" indent="-342900">
              <a:buFont typeface="+mj-lt"/>
              <a:buAutoNum type="arabicPeriod"/>
            </a:pPr>
            <a:r>
              <a:rPr lang="en-US" b="1" dirty="0"/>
              <a:t>Add</a:t>
            </a:r>
            <a:r>
              <a:rPr lang="en-US" dirty="0"/>
              <a:t> a new start variable (substitute by old start variable).</a:t>
            </a:r>
          </a:p>
          <a:p>
            <a:pPr marL="342900" indent="-342900">
              <a:buFont typeface="+mj-lt"/>
              <a:buAutoNum type="arabicPeriod"/>
            </a:pPr>
            <a:r>
              <a:rPr lang="en-US" b="1" dirty="0"/>
              <a:t>Remove</a:t>
            </a:r>
            <a:r>
              <a:rPr lang="en-US" dirty="0"/>
              <a:t> all epsilon rules of the form,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 </a:t>
            </a:r>
            <a:r>
              <a:rPr lang="en-US" altLang="en-US" sz="1800" b="1" dirty="0">
                <a:latin typeface="Courier New" panose="02070309020205020404" pitchFamily="49" charset="0"/>
                <a:cs typeface="Courier New" panose="02070309020205020404" pitchFamily="49" charset="0"/>
                <a:sym typeface="Symbol" panose="05050102010706020507" pitchFamily="18" charset="2"/>
              </a:rPr>
              <a:t></a:t>
            </a:r>
            <a:r>
              <a:rPr lang="en-US" dirty="0"/>
              <a:t>.</a:t>
            </a:r>
          </a:p>
          <a:p>
            <a:pPr marL="517525" lvl="1" indent="-228600">
              <a:buFont typeface="+mj-lt"/>
              <a:buAutoNum type="romanLcPeriod"/>
            </a:pPr>
            <a:r>
              <a:rPr lang="en-US" dirty="0"/>
              <a:t>Look for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dirty="0"/>
              <a:t> on right side of the arrow of all the rules.</a:t>
            </a:r>
          </a:p>
          <a:p>
            <a:pPr marL="517525" lvl="1" indent="-228600">
              <a:buFont typeface="+mj-lt"/>
              <a:buAutoNum type="romanLcPeriod"/>
            </a:pPr>
            <a:r>
              <a:rPr lang="en-US" dirty="0"/>
              <a:t>Replace these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dirty="0"/>
              <a:t> by </a:t>
            </a:r>
            <a:r>
              <a:rPr lang="en-US" altLang="en-US" sz="1800" b="1" dirty="0">
                <a:latin typeface="Courier New" panose="02070309020205020404" pitchFamily="49" charset="0"/>
                <a:cs typeface="Courier New" panose="02070309020205020404" pitchFamily="49" charset="0"/>
                <a:sym typeface="Symbol" panose="05050102010706020507" pitchFamily="18" charset="2"/>
              </a:rPr>
              <a:t></a:t>
            </a:r>
            <a:r>
              <a:rPr lang="en-US" dirty="0"/>
              <a:t> in all possible way, whatever string comes as a result, add them to the same rule using </a:t>
            </a:r>
            <a:r>
              <a:rPr lang="en-US" b="1" dirty="0"/>
              <a:t>OR</a:t>
            </a:r>
            <a:r>
              <a:rPr lang="en-US" dirty="0"/>
              <a:t> “</a:t>
            </a:r>
            <a:r>
              <a:rPr lang="en-US" b="1" dirty="0"/>
              <a:t>|</a:t>
            </a:r>
            <a:r>
              <a:rPr lang="en-US" dirty="0"/>
              <a:t>”.</a:t>
            </a:r>
          </a:p>
          <a:p>
            <a:pPr marL="342900" indent="-342900">
              <a:buFont typeface="+mj-lt"/>
              <a:buAutoNum type="arabicPeriod"/>
            </a:pPr>
            <a:r>
              <a:rPr lang="en-US" b="1" dirty="0"/>
              <a:t>Remove</a:t>
            </a:r>
            <a:r>
              <a:rPr lang="en-US" dirty="0"/>
              <a:t> all unit rules of the form,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 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2</a:t>
            </a:r>
            <a:r>
              <a:rPr lang="en-US" dirty="0"/>
              <a:t>.</a:t>
            </a:r>
          </a:p>
          <a:p>
            <a:pPr marL="517525" lvl="1" indent="-228600">
              <a:buFont typeface="+mj-lt"/>
              <a:buAutoNum type="romanLcPeriod"/>
            </a:pPr>
            <a:r>
              <a:rPr lang="en-US" dirty="0"/>
              <a:t>Look for the rule </a:t>
            </a:r>
            <a:r>
              <a:rPr lang="en-US" b="1" dirty="0"/>
              <a:t>R</a:t>
            </a:r>
            <a:r>
              <a:rPr lang="en-US" dirty="0"/>
              <a:t> for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2</a:t>
            </a:r>
            <a:r>
              <a:rPr lang="en-US" dirty="0"/>
              <a:t>.</a:t>
            </a:r>
          </a:p>
          <a:p>
            <a:pPr marL="517525" lvl="1" indent="-228600">
              <a:buFont typeface="+mj-lt"/>
              <a:buAutoNum type="romanLcPeriod"/>
            </a:pPr>
            <a:r>
              <a:rPr lang="en-US" dirty="0"/>
              <a:t>Replace the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2</a:t>
            </a:r>
            <a:r>
              <a:rPr lang="en-US" dirty="0"/>
              <a:t> of the unit rule by right side of the arrow of </a:t>
            </a:r>
            <a:r>
              <a:rPr lang="en-US" b="1" dirty="0"/>
              <a:t>R</a:t>
            </a:r>
            <a:r>
              <a:rPr lang="en-US" dirty="0"/>
              <a:t>.</a:t>
            </a:r>
          </a:p>
          <a:p>
            <a:pPr marL="342900" indent="-342900">
              <a:buFont typeface="+mj-lt"/>
              <a:buAutoNum type="arabicPeriod"/>
            </a:pPr>
            <a:r>
              <a:rPr lang="en-US" b="1" dirty="0"/>
              <a:t>Convert</a:t>
            </a:r>
            <a:r>
              <a:rPr lang="en-US" dirty="0"/>
              <a:t> all rules to CNF rule format, </a:t>
            </a:r>
            <a:r>
              <a:rPr lang="en-US" altLang="en-US" sz="1800" b="1" dirty="0">
                <a:latin typeface="Courier New" panose="02070309020205020404" pitchFamily="49" charset="0"/>
                <a:cs typeface="Courier New" panose="02070309020205020404" pitchFamily="49" charset="0"/>
              </a:rPr>
              <a:t>V</a:t>
            </a:r>
            <a:r>
              <a:rPr lang="en-US" altLang="en-US" sz="1800" b="1" baseline="-25000" dirty="0">
                <a:latin typeface="Courier New" panose="02070309020205020404" pitchFamily="49" charset="0"/>
                <a:cs typeface="Courier New" panose="02070309020205020404" pitchFamily="49" charset="0"/>
              </a:rPr>
              <a:t>1</a:t>
            </a:r>
            <a:r>
              <a:rPr lang="en-US" altLang="en-US" sz="1800" b="1" dirty="0">
                <a:latin typeface="Courier New" panose="02070309020205020404" pitchFamily="49" charset="0"/>
                <a:cs typeface="Courier New" panose="02070309020205020404" pitchFamily="49" charset="0"/>
              </a:rPr>
              <a:t>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2</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3</a:t>
            </a:r>
            <a:r>
              <a:rPr lang="en-US" dirty="0"/>
              <a:t>,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 t</a:t>
            </a:r>
            <a:r>
              <a:rPr lang="en-US" dirty="0"/>
              <a:t>.</a:t>
            </a:r>
          </a:p>
          <a:p>
            <a:pPr marL="517525" lvl="1" indent="-228600">
              <a:buFont typeface="+mj-lt"/>
              <a:buAutoNum type="romanLcPeriod"/>
            </a:pPr>
            <a:r>
              <a:rPr lang="en-US" dirty="0"/>
              <a:t>Introduce new rules with new variables to convert the existing non-CNF rules to CNF rules.</a:t>
            </a:r>
          </a:p>
          <a:p>
            <a:pPr marL="517525" lvl="1" indent="-228600">
              <a:buFont typeface="+mj-lt"/>
              <a:buAutoNum type="romanLcPeriod"/>
            </a:pPr>
            <a:r>
              <a:rPr lang="en-US" dirty="0"/>
              <a:t>Try to have these new rules in the CNF format.</a:t>
            </a:r>
          </a:p>
        </p:txBody>
      </p:sp>
      <p:sp>
        <p:nvSpPr>
          <p:cNvPr id="12" name="TextBox 11">
            <a:extLst>
              <a:ext uri="{FF2B5EF4-FFF2-40B4-BE49-F238E27FC236}">
                <a16:creationId xmlns:a16="http://schemas.microsoft.com/office/drawing/2014/main" id="{DDE2388A-6928-4CCA-97D0-7A90D458D6A6}"/>
              </a:ext>
            </a:extLst>
          </p:cNvPr>
          <p:cNvSpPr txBox="1"/>
          <p:nvPr/>
        </p:nvSpPr>
        <p:spPr>
          <a:xfrm>
            <a:off x="31790" y="4647805"/>
            <a:ext cx="1951968" cy="369332"/>
          </a:xfrm>
          <a:prstGeom prst="rect">
            <a:avLst/>
          </a:prstGeom>
          <a:noFill/>
        </p:spPr>
        <p:txBody>
          <a:bodyPr wrap="square" rtlCol="0">
            <a:spAutoFit/>
          </a:bodyPr>
          <a:lstStyle/>
          <a:p>
            <a:pPr>
              <a:lnSpc>
                <a:spcPct val="90000"/>
              </a:lnSpc>
              <a:buFontTx/>
              <a:buNone/>
            </a:pPr>
            <a:r>
              <a:rPr lang="en-US" altLang="en-US" sz="2000" b="1" u="sng" dirty="0"/>
              <a:t>CNF Conversion:</a:t>
            </a:r>
          </a:p>
        </p:txBody>
      </p:sp>
      <p:sp>
        <p:nvSpPr>
          <p:cNvPr id="18" name="TextBox 17">
            <a:extLst>
              <a:ext uri="{FF2B5EF4-FFF2-40B4-BE49-F238E27FC236}">
                <a16:creationId xmlns:a16="http://schemas.microsoft.com/office/drawing/2014/main" id="{C66FF913-6FD9-464F-BC9D-E68ED3F6AEC8}"/>
              </a:ext>
            </a:extLst>
          </p:cNvPr>
          <p:cNvSpPr txBox="1"/>
          <p:nvPr/>
        </p:nvSpPr>
        <p:spPr>
          <a:xfrm>
            <a:off x="-26193" y="5017137"/>
            <a:ext cx="1951968" cy="369332"/>
          </a:xfrm>
          <a:prstGeom prst="rect">
            <a:avLst/>
          </a:prstGeom>
          <a:noFill/>
        </p:spPr>
        <p:txBody>
          <a:bodyPr wrap="square" rtlCol="0">
            <a:spAutoFit/>
          </a:bodyPr>
          <a:lstStyle/>
          <a:p>
            <a:pPr algn="r">
              <a:lnSpc>
                <a:spcPct val="90000"/>
              </a:lnSpc>
              <a:buFontTx/>
              <a:buNone/>
            </a:pPr>
            <a:r>
              <a:rPr lang="en-US" altLang="en-US" sz="2000" b="1" u="sng" dirty="0"/>
              <a:t>Step 4:</a:t>
            </a:r>
          </a:p>
        </p:txBody>
      </p:sp>
      <p:sp>
        <p:nvSpPr>
          <p:cNvPr id="35" name="TextBox 34">
            <a:extLst>
              <a:ext uri="{FF2B5EF4-FFF2-40B4-BE49-F238E27FC236}">
                <a16:creationId xmlns:a16="http://schemas.microsoft.com/office/drawing/2014/main" id="{CB9828FB-A844-40AD-85F1-6A0D5ADE14A4}"/>
              </a:ext>
            </a:extLst>
          </p:cNvPr>
          <p:cNvSpPr txBox="1"/>
          <p:nvPr/>
        </p:nvSpPr>
        <p:spPr>
          <a:xfrm>
            <a:off x="0" y="5394960"/>
            <a:ext cx="1951968" cy="369332"/>
          </a:xfrm>
          <a:prstGeom prst="rect">
            <a:avLst/>
          </a:prstGeom>
          <a:noFill/>
        </p:spPr>
        <p:txBody>
          <a:bodyPr wrap="square" rtlCol="0">
            <a:spAutoFit/>
          </a:bodyPr>
          <a:lstStyle/>
          <a:p>
            <a:pPr algn="r">
              <a:lnSpc>
                <a:spcPct val="90000"/>
              </a:lnSpc>
              <a:buFontTx/>
              <a:buNone/>
            </a:pPr>
            <a:r>
              <a:rPr lang="en-US" altLang="en-US" sz="2000" b="1" dirty="0">
                <a:solidFill>
                  <a:srgbClr val="FF0000"/>
                </a:solidFill>
              </a:rPr>
              <a:t>Add rule C </a:t>
            </a:r>
            <a:r>
              <a:rPr lang="en-US" altLang="en-US" sz="2000" b="1" dirty="0">
                <a:solidFill>
                  <a:srgbClr val="FF0000"/>
                </a:solidFill>
                <a:sym typeface="Wingdings" panose="05000000000000000000" pitchFamily="2" charset="2"/>
              </a:rPr>
              <a:t> SA</a:t>
            </a:r>
            <a:r>
              <a:rPr lang="en-US" altLang="en-US" sz="2000" b="1" dirty="0">
                <a:solidFill>
                  <a:srgbClr val="FF0000"/>
                </a:solidFill>
              </a:rPr>
              <a:t> </a:t>
            </a:r>
          </a:p>
        </p:txBody>
      </p:sp>
      <p:sp>
        <p:nvSpPr>
          <p:cNvPr id="11" name="TextBox 10">
            <a:extLst>
              <a:ext uri="{FF2B5EF4-FFF2-40B4-BE49-F238E27FC236}">
                <a16:creationId xmlns:a16="http://schemas.microsoft.com/office/drawing/2014/main" id="{4FF83AC1-8144-4B82-9EE0-4267336D3169}"/>
              </a:ext>
            </a:extLst>
          </p:cNvPr>
          <p:cNvSpPr txBox="1"/>
          <p:nvPr/>
        </p:nvSpPr>
        <p:spPr>
          <a:xfrm>
            <a:off x="0" y="5394960"/>
            <a:ext cx="1951968" cy="369332"/>
          </a:xfrm>
          <a:prstGeom prst="rect">
            <a:avLst/>
          </a:prstGeom>
          <a:noFill/>
        </p:spPr>
        <p:txBody>
          <a:bodyPr wrap="square" rtlCol="0">
            <a:spAutoFit/>
          </a:bodyPr>
          <a:lstStyle/>
          <a:p>
            <a:pPr algn="r">
              <a:lnSpc>
                <a:spcPct val="90000"/>
              </a:lnSpc>
              <a:buFontTx/>
              <a:buNone/>
            </a:pPr>
            <a:r>
              <a:rPr lang="en-US" altLang="en-US" sz="2000" b="1" dirty="0">
                <a:solidFill>
                  <a:srgbClr val="FF0000"/>
                </a:solidFill>
              </a:rPr>
              <a:t>Add rule D </a:t>
            </a:r>
            <a:r>
              <a:rPr lang="en-US" altLang="en-US" sz="2000" b="1" dirty="0">
                <a:solidFill>
                  <a:srgbClr val="FF0000"/>
                </a:solidFill>
                <a:sym typeface="Wingdings" panose="05000000000000000000" pitchFamily="2" charset="2"/>
              </a:rPr>
              <a:t> a</a:t>
            </a:r>
            <a:r>
              <a:rPr lang="en-US" altLang="en-US" sz="2000" b="1" dirty="0">
                <a:solidFill>
                  <a:srgbClr val="FF0000"/>
                </a:solidFill>
              </a:rPr>
              <a:t> </a:t>
            </a:r>
          </a:p>
        </p:txBody>
      </p:sp>
      <p:sp>
        <p:nvSpPr>
          <p:cNvPr id="13" name="TextBox 12">
            <a:extLst>
              <a:ext uri="{FF2B5EF4-FFF2-40B4-BE49-F238E27FC236}">
                <a16:creationId xmlns:a16="http://schemas.microsoft.com/office/drawing/2014/main" id="{738019CA-0180-463C-93DA-0DFF1F02788E}"/>
              </a:ext>
            </a:extLst>
          </p:cNvPr>
          <p:cNvSpPr txBox="1"/>
          <p:nvPr/>
        </p:nvSpPr>
        <p:spPr>
          <a:xfrm>
            <a:off x="0" y="5394960"/>
            <a:ext cx="2177751" cy="369332"/>
          </a:xfrm>
          <a:prstGeom prst="rect">
            <a:avLst/>
          </a:prstGeom>
          <a:noFill/>
        </p:spPr>
        <p:txBody>
          <a:bodyPr wrap="square" rtlCol="0">
            <a:spAutoFit/>
          </a:bodyPr>
          <a:lstStyle/>
          <a:p>
            <a:pPr algn="r">
              <a:lnSpc>
                <a:spcPct val="90000"/>
              </a:lnSpc>
              <a:buFontTx/>
              <a:buNone/>
            </a:pPr>
            <a:r>
              <a:rPr lang="en-US" altLang="en-US" sz="2000" b="1" dirty="0">
                <a:solidFill>
                  <a:srgbClr val="FF0000"/>
                </a:solidFill>
              </a:rPr>
              <a:t>Find non-CNF rules </a:t>
            </a:r>
          </a:p>
        </p:txBody>
      </p:sp>
      <p:sp>
        <p:nvSpPr>
          <p:cNvPr id="14" name="TextBox 13">
            <a:extLst>
              <a:ext uri="{FF2B5EF4-FFF2-40B4-BE49-F238E27FC236}">
                <a16:creationId xmlns:a16="http://schemas.microsoft.com/office/drawing/2014/main" id="{49078478-FB31-44A5-95A0-3433B8CAFA19}"/>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ASA</a:t>
            </a:r>
            <a:r>
              <a:rPr lang="en-US" altLang="en-US" dirty="0">
                <a:latin typeface="Courier New" panose="02070309020205020404" pitchFamily="49" charset="0"/>
                <a:cs typeface="Courier New" panose="02070309020205020404" pitchFamily="49" charset="0"/>
                <a:sym typeface="Wingdings" panose="05000000000000000000" pitchFamily="2" charset="2"/>
              </a:rPr>
              <a:t> | </a:t>
            </a:r>
            <a:r>
              <a:rPr lang="en-US" altLang="en-US" b="1" dirty="0" err="1">
                <a:solidFill>
                  <a:srgbClr val="7030A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ASA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t>
            </a:r>
            <a:r>
              <a:rPr lang="en-US" altLang="en-US" sz="1800" b="1" dirty="0" err="1">
                <a:solidFill>
                  <a:srgbClr val="7030A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a:t>
            </a:r>
            <a:r>
              <a:rPr lang="en-US" altLang="en-US"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ASA</a:t>
            </a:r>
            <a:r>
              <a:rPr lang="en-US" altLang="en-US" dirty="0">
                <a:latin typeface="Courier New" panose="02070309020205020404" pitchFamily="49" charset="0"/>
                <a:cs typeface="Courier New" panose="02070309020205020404" pitchFamily="49" charset="0"/>
                <a:sym typeface="Wingdings" panose="05000000000000000000" pitchFamily="2" charset="2"/>
              </a:rPr>
              <a:t> | </a:t>
            </a:r>
            <a:r>
              <a:rPr lang="en-US" altLang="en-US" b="1" dirty="0" err="1">
                <a:solidFill>
                  <a:srgbClr val="7030A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endParaRPr lang="en-US" altLang="en-US" sz="1800" dirty="0">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strike="dblStrike" dirty="0">
              <a:latin typeface="Courier New" panose="02070309020205020404" pitchFamily="49" charset="0"/>
              <a:cs typeface="Courier New" panose="02070309020205020404" pitchFamily="49" charset="0"/>
              <a:sym typeface="Symbol" panose="05050102010706020507" pitchFamily="18" charset="2"/>
            </a:endParaRPr>
          </a:p>
        </p:txBody>
      </p:sp>
      <p:sp>
        <p:nvSpPr>
          <p:cNvPr id="15" name="TextBox 14">
            <a:extLst>
              <a:ext uri="{FF2B5EF4-FFF2-40B4-BE49-F238E27FC236}">
                <a16:creationId xmlns:a16="http://schemas.microsoft.com/office/drawing/2014/main" id="{771F53D3-7C0F-45CD-8430-D865B6175F1A}"/>
              </a:ext>
            </a:extLst>
          </p:cNvPr>
          <p:cNvSpPr txBox="1"/>
          <p:nvPr/>
        </p:nvSpPr>
        <p:spPr>
          <a:xfrm>
            <a:off x="2286000" y="4754880"/>
            <a:ext cx="6887170" cy="1345753"/>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a:t>
            </a:r>
            <a:r>
              <a:rPr lang="en-US" altLang="en-US"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SA</a:t>
            </a:r>
            <a:r>
              <a:rPr lang="en-US" altLang="en-US" dirty="0">
                <a:latin typeface="Courier New" panose="02070309020205020404" pitchFamily="49" charset="0"/>
                <a:cs typeface="Courier New" panose="02070309020205020404" pitchFamily="49" charset="0"/>
                <a:sym typeface="Wingdings" panose="05000000000000000000" pitchFamily="2" charset="2"/>
              </a:rPr>
              <a:t> | </a:t>
            </a:r>
            <a:r>
              <a:rPr lang="en-US" altLang="en-US" b="1" dirty="0" err="1">
                <a:solidFill>
                  <a:srgbClr val="7030A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SA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t>
            </a:r>
            <a:r>
              <a:rPr lang="en-US" altLang="en-US" sz="1800" b="1" dirty="0" err="1">
                <a:solidFill>
                  <a:srgbClr val="7030A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a:t>
            </a:r>
            <a:r>
              <a:rPr lang="en-US" altLang="en-US"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a:t>
            </a:r>
            <a:r>
              <a:rPr lang="en-US" altLang="en-US"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SA</a:t>
            </a:r>
            <a:r>
              <a:rPr lang="en-US" altLang="en-US" dirty="0">
                <a:latin typeface="Courier New" panose="02070309020205020404" pitchFamily="49" charset="0"/>
                <a:cs typeface="Courier New" panose="02070309020205020404" pitchFamily="49" charset="0"/>
                <a:sym typeface="Wingdings" panose="05000000000000000000" pitchFamily="2" charset="2"/>
              </a:rPr>
              <a:t> | </a:t>
            </a:r>
            <a:r>
              <a:rPr lang="en-US" altLang="en-US" b="1" dirty="0" err="1">
                <a:solidFill>
                  <a:srgbClr val="7030A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endParaRPr lang="en-US" altLang="en-US" sz="1800" dirty="0">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p>
          <a:p>
            <a:pPr>
              <a:lnSpc>
                <a:spcPct val="90000"/>
              </a:lnSpc>
              <a:buFontTx/>
              <a:buNone/>
            </a:pPr>
            <a:r>
              <a:rPr lang="en-US" altLang="en-US"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C  SA</a:t>
            </a:r>
            <a:endParaRPr lang="en-US" altLang="en-US" sz="1800" b="1" dirty="0">
              <a:solidFill>
                <a:srgbClr val="FF0000"/>
              </a:solidFill>
              <a:latin typeface="Courier New" panose="02070309020205020404" pitchFamily="49" charset="0"/>
              <a:cs typeface="Courier New" panose="02070309020205020404" pitchFamily="49" charset="0"/>
              <a:sym typeface="Symbol" panose="05050102010706020507" pitchFamily="18" charset="2"/>
            </a:endParaRPr>
          </a:p>
        </p:txBody>
      </p:sp>
      <p:sp>
        <p:nvSpPr>
          <p:cNvPr id="16" name="TextBox 15">
            <a:extLst>
              <a:ext uri="{FF2B5EF4-FFF2-40B4-BE49-F238E27FC236}">
                <a16:creationId xmlns:a16="http://schemas.microsoft.com/office/drawing/2014/main" id="{3B328BDB-D92C-4C46-9A7A-4BF2652FE54F}"/>
              </a:ext>
            </a:extLst>
          </p:cNvPr>
          <p:cNvSpPr txBox="1"/>
          <p:nvPr/>
        </p:nvSpPr>
        <p:spPr>
          <a:xfrm>
            <a:off x="2286000" y="4754880"/>
            <a:ext cx="6887170" cy="1345753"/>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a:t>
            </a:r>
            <a:r>
              <a:rPr lang="en-US" altLang="en-US"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C</a:t>
            </a:r>
            <a:r>
              <a:rPr lang="en-US" altLang="en-US" dirty="0">
                <a:latin typeface="Courier New" panose="02070309020205020404" pitchFamily="49" charset="0"/>
                <a:cs typeface="Courier New" panose="02070309020205020404" pitchFamily="49" charset="0"/>
                <a:sym typeface="Wingdings" panose="05000000000000000000" pitchFamily="2" charset="2"/>
              </a:rPr>
              <a:t> | </a:t>
            </a:r>
            <a:r>
              <a:rPr lang="en-US" altLang="en-US" b="1" dirty="0" err="1">
                <a:solidFill>
                  <a:srgbClr val="7030A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C</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t>
            </a:r>
            <a:r>
              <a:rPr lang="en-US" altLang="en-US" sz="1800" b="1" dirty="0" err="1">
                <a:solidFill>
                  <a:srgbClr val="7030A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a:t>
            </a:r>
            <a:r>
              <a:rPr lang="en-US" altLang="en-US"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a:t>
            </a:r>
            <a:r>
              <a:rPr lang="en-US" altLang="en-US"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C</a:t>
            </a:r>
            <a:r>
              <a:rPr lang="en-US" altLang="en-US" dirty="0">
                <a:latin typeface="Courier New" panose="02070309020205020404" pitchFamily="49" charset="0"/>
                <a:cs typeface="Courier New" panose="02070309020205020404" pitchFamily="49" charset="0"/>
                <a:sym typeface="Wingdings" panose="05000000000000000000" pitchFamily="2" charset="2"/>
              </a:rPr>
              <a:t> | </a:t>
            </a:r>
            <a:r>
              <a:rPr lang="en-US" altLang="en-US" b="1" dirty="0" err="1">
                <a:solidFill>
                  <a:srgbClr val="7030A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endParaRPr lang="en-US" altLang="en-US" sz="1800" dirty="0">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p>
          <a:p>
            <a:pPr>
              <a:lnSpc>
                <a:spcPct val="90000"/>
              </a:lnSpc>
              <a:buFontTx/>
              <a:buNone/>
            </a:pPr>
            <a:r>
              <a:rPr lang="en-US" altLang="en-US"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C  SA</a:t>
            </a:r>
            <a:endParaRPr lang="en-US" altLang="en-US" sz="1800" b="1" dirty="0">
              <a:solidFill>
                <a:srgbClr val="FF0000"/>
              </a:solidFill>
              <a:latin typeface="Courier New" panose="02070309020205020404" pitchFamily="49" charset="0"/>
              <a:cs typeface="Courier New" panose="02070309020205020404" pitchFamily="49" charset="0"/>
              <a:sym typeface="Symbol" panose="05050102010706020507" pitchFamily="18" charset="2"/>
            </a:endParaRPr>
          </a:p>
        </p:txBody>
      </p:sp>
      <p:sp>
        <p:nvSpPr>
          <p:cNvPr id="17" name="TextBox 16">
            <a:extLst>
              <a:ext uri="{FF2B5EF4-FFF2-40B4-BE49-F238E27FC236}">
                <a16:creationId xmlns:a16="http://schemas.microsoft.com/office/drawing/2014/main" id="{BFB82357-A586-46B2-82B6-9B83021D2E18}"/>
              </a:ext>
            </a:extLst>
          </p:cNvPr>
          <p:cNvSpPr txBox="1"/>
          <p:nvPr/>
        </p:nvSpPr>
        <p:spPr>
          <a:xfrm>
            <a:off x="2286000" y="4754880"/>
            <a:ext cx="6887170" cy="1345753"/>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dirty="0">
                <a:latin typeface="Courier New" panose="02070309020205020404" pitchFamily="49" charset="0"/>
                <a:cs typeface="Courier New" panose="02070309020205020404" pitchFamily="49" charset="0"/>
                <a:sym typeface="Wingdings" panose="05000000000000000000" pitchFamily="2" charset="2"/>
              </a:rPr>
              <a:t>AC | </a:t>
            </a:r>
            <a:r>
              <a:rPr lang="en-US" altLang="en-US" b="1" dirty="0" err="1">
                <a:solidFill>
                  <a:srgbClr val="7030A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AC | </a:t>
            </a:r>
            <a:r>
              <a:rPr lang="en-US" altLang="en-US" sz="1800" b="1" dirty="0" err="1">
                <a:solidFill>
                  <a:srgbClr val="7030A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a:t>
            </a:r>
            <a:r>
              <a:rPr lang="en-US" altLang="en-US" dirty="0">
                <a:latin typeface="Courier New" panose="02070309020205020404" pitchFamily="49" charset="0"/>
                <a:cs typeface="Courier New" panose="02070309020205020404" pitchFamily="49" charset="0"/>
                <a:sym typeface="Wingdings" panose="05000000000000000000" pitchFamily="2" charset="2"/>
              </a:rPr>
              <a:t>AC | </a:t>
            </a:r>
            <a:r>
              <a:rPr lang="en-US" altLang="en-US" b="1" dirty="0" err="1">
                <a:solidFill>
                  <a:srgbClr val="7030A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endParaRPr lang="en-US" altLang="en-US" sz="1800" dirty="0">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p>
          <a:p>
            <a:pPr>
              <a:lnSpc>
                <a:spcPct val="90000"/>
              </a:lnSpc>
              <a:buFontTx/>
              <a:buNone/>
            </a:pPr>
            <a:r>
              <a:rPr lang="en-US" altLang="en-US" dirty="0">
                <a:latin typeface="Courier New" panose="02070309020205020404" pitchFamily="49" charset="0"/>
                <a:cs typeface="Courier New" panose="02070309020205020404" pitchFamily="49" charset="0"/>
                <a:sym typeface="Wingdings" panose="05000000000000000000" pitchFamily="2" charset="2"/>
              </a:rPr>
              <a:t>C  SA</a:t>
            </a:r>
            <a:endParaRPr lang="en-US" altLang="en-US" sz="1800" dirty="0">
              <a:latin typeface="Courier New" panose="02070309020205020404" pitchFamily="49" charset="0"/>
              <a:cs typeface="Courier New" panose="02070309020205020404" pitchFamily="49" charset="0"/>
              <a:sym typeface="Symbol" panose="05050102010706020507" pitchFamily="18" charset="2"/>
            </a:endParaRPr>
          </a:p>
        </p:txBody>
      </p:sp>
      <p:sp>
        <p:nvSpPr>
          <p:cNvPr id="19" name="TextBox 18">
            <a:extLst>
              <a:ext uri="{FF2B5EF4-FFF2-40B4-BE49-F238E27FC236}">
                <a16:creationId xmlns:a16="http://schemas.microsoft.com/office/drawing/2014/main" id="{BCA556AC-7D3F-458A-9E2D-A3C5CA02E4F2}"/>
              </a:ext>
            </a:extLst>
          </p:cNvPr>
          <p:cNvSpPr txBox="1"/>
          <p:nvPr/>
        </p:nvSpPr>
        <p:spPr>
          <a:xfrm>
            <a:off x="2286000" y="4754880"/>
            <a:ext cx="6887170" cy="15950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dirty="0">
                <a:latin typeface="Courier New" panose="02070309020205020404" pitchFamily="49" charset="0"/>
                <a:cs typeface="Courier New" panose="02070309020205020404" pitchFamily="49" charset="0"/>
                <a:sym typeface="Wingdings" panose="05000000000000000000" pitchFamily="2" charset="2"/>
              </a:rPr>
              <a:t>AC | </a:t>
            </a:r>
            <a:r>
              <a:rPr lang="en-US" altLang="en-US" b="1" dirty="0" err="1">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b="1" dirty="0" err="1">
                <a:solidFill>
                  <a:srgbClr val="7030A0"/>
                </a:solidFill>
                <a:latin typeface="Courier New" panose="02070309020205020404" pitchFamily="49" charset="0"/>
                <a:cs typeface="Courier New" panose="02070309020205020404" pitchFamily="49" charset="0"/>
                <a:sym typeface="Wingdings" panose="05000000000000000000" pitchFamily="2" charset="2"/>
              </a:rPr>
              <a:t>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AC | </a:t>
            </a:r>
            <a:r>
              <a:rPr lang="en-US" altLang="en-US" sz="1800" b="1" dirty="0" err="1">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b="1" dirty="0" err="1">
                <a:solidFill>
                  <a:srgbClr val="7030A0"/>
                </a:solidFill>
                <a:latin typeface="Courier New" panose="02070309020205020404" pitchFamily="49" charset="0"/>
                <a:cs typeface="Courier New" panose="02070309020205020404" pitchFamily="49" charset="0"/>
                <a:sym typeface="Wingdings" panose="05000000000000000000" pitchFamily="2" charset="2"/>
              </a:rPr>
              <a:t>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a:t>
            </a:r>
            <a:r>
              <a:rPr lang="en-US" altLang="en-US" dirty="0">
                <a:latin typeface="Courier New" panose="02070309020205020404" pitchFamily="49" charset="0"/>
                <a:cs typeface="Courier New" panose="02070309020205020404" pitchFamily="49" charset="0"/>
                <a:sym typeface="Wingdings" panose="05000000000000000000" pitchFamily="2" charset="2"/>
              </a:rPr>
              <a:t>AC | </a:t>
            </a:r>
            <a:r>
              <a:rPr lang="en-US" altLang="en-US" b="1" dirty="0" err="1">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b="1" dirty="0" err="1">
                <a:solidFill>
                  <a:srgbClr val="7030A0"/>
                </a:solidFill>
                <a:latin typeface="Courier New" panose="02070309020205020404" pitchFamily="49" charset="0"/>
                <a:cs typeface="Courier New" panose="02070309020205020404" pitchFamily="49" charset="0"/>
                <a:sym typeface="Wingdings" panose="05000000000000000000" pitchFamily="2" charset="2"/>
              </a:rPr>
              <a:t>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endParaRPr lang="en-US" altLang="en-US" sz="1800" dirty="0">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p>
          <a:p>
            <a:pPr>
              <a:lnSpc>
                <a:spcPct val="90000"/>
              </a:lnSpc>
              <a:buFontTx/>
              <a:buNone/>
            </a:pPr>
            <a:r>
              <a:rPr lang="en-US" altLang="en-US" dirty="0">
                <a:latin typeface="Courier New" panose="02070309020205020404" pitchFamily="49" charset="0"/>
                <a:cs typeface="Courier New" panose="02070309020205020404" pitchFamily="49" charset="0"/>
                <a:sym typeface="Wingdings" panose="05000000000000000000" pitchFamily="2" charset="2"/>
              </a:rPr>
              <a:t>C  SA</a:t>
            </a:r>
          </a:p>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D  a</a:t>
            </a:r>
            <a:endParaRPr lang="en-US" altLang="en-US" sz="1800" b="1" dirty="0">
              <a:solidFill>
                <a:srgbClr val="FF0000"/>
              </a:solidFill>
              <a:latin typeface="Courier New" panose="02070309020205020404" pitchFamily="49" charset="0"/>
              <a:cs typeface="Courier New" panose="02070309020205020404" pitchFamily="49" charset="0"/>
              <a:sym typeface="Symbol" panose="05050102010706020507" pitchFamily="18" charset="2"/>
            </a:endParaRPr>
          </a:p>
        </p:txBody>
      </p:sp>
      <p:sp>
        <p:nvSpPr>
          <p:cNvPr id="21" name="TextBox 20">
            <a:extLst>
              <a:ext uri="{FF2B5EF4-FFF2-40B4-BE49-F238E27FC236}">
                <a16:creationId xmlns:a16="http://schemas.microsoft.com/office/drawing/2014/main" id="{25E49135-EB0B-486E-9713-234CE47F23AD}"/>
              </a:ext>
            </a:extLst>
          </p:cNvPr>
          <p:cNvSpPr txBox="1"/>
          <p:nvPr/>
        </p:nvSpPr>
        <p:spPr>
          <a:xfrm>
            <a:off x="2286000" y="4754880"/>
            <a:ext cx="6887170" cy="15950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dirty="0">
                <a:latin typeface="Courier New" panose="02070309020205020404" pitchFamily="49" charset="0"/>
                <a:cs typeface="Courier New" panose="02070309020205020404" pitchFamily="49" charset="0"/>
                <a:sym typeface="Wingdings" panose="05000000000000000000" pitchFamily="2" charset="2"/>
              </a:rPr>
              <a:t>AC | </a:t>
            </a:r>
            <a:r>
              <a:rPr lang="en-US" altLang="en-US"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D</a:t>
            </a:r>
            <a:r>
              <a:rPr lang="en-US" altLang="en-US" b="1" dirty="0">
                <a:solidFill>
                  <a:srgbClr val="7030A0"/>
                </a:solidFill>
                <a:latin typeface="Courier New" panose="02070309020205020404" pitchFamily="49" charset="0"/>
                <a:cs typeface="Courier New" panose="02070309020205020404" pitchFamily="49" charset="0"/>
                <a:sym typeface="Wingdings" panose="05000000000000000000" pitchFamily="2" charset="2"/>
              </a:rPr>
              <a:t>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AC | </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D</a:t>
            </a:r>
            <a:r>
              <a:rPr lang="en-US" altLang="en-US" sz="1800" b="1" dirty="0">
                <a:solidFill>
                  <a:srgbClr val="7030A0"/>
                </a:solidFill>
                <a:latin typeface="Courier New" panose="02070309020205020404" pitchFamily="49" charset="0"/>
                <a:cs typeface="Courier New" panose="02070309020205020404" pitchFamily="49" charset="0"/>
                <a:sym typeface="Wingdings" panose="05000000000000000000" pitchFamily="2" charset="2"/>
              </a:rPr>
              <a:t>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a:t>
            </a:r>
            <a:r>
              <a:rPr lang="en-US" altLang="en-US" dirty="0">
                <a:latin typeface="Courier New" panose="02070309020205020404" pitchFamily="49" charset="0"/>
                <a:cs typeface="Courier New" panose="02070309020205020404" pitchFamily="49" charset="0"/>
                <a:sym typeface="Wingdings" panose="05000000000000000000" pitchFamily="2" charset="2"/>
              </a:rPr>
              <a:t>AC | </a:t>
            </a:r>
            <a:r>
              <a:rPr lang="en-US" altLang="en-US"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D</a:t>
            </a:r>
            <a:r>
              <a:rPr lang="en-US" altLang="en-US" b="1" dirty="0">
                <a:solidFill>
                  <a:srgbClr val="7030A0"/>
                </a:solidFill>
                <a:latin typeface="Courier New" panose="02070309020205020404" pitchFamily="49" charset="0"/>
                <a:cs typeface="Courier New" panose="02070309020205020404" pitchFamily="49" charset="0"/>
                <a:sym typeface="Wingdings" panose="05000000000000000000" pitchFamily="2" charset="2"/>
              </a:rPr>
              <a:t>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endParaRPr lang="en-US" altLang="en-US" sz="1800" dirty="0">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p>
          <a:p>
            <a:pPr>
              <a:lnSpc>
                <a:spcPct val="90000"/>
              </a:lnSpc>
              <a:buFontTx/>
              <a:buNone/>
            </a:pPr>
            <a:r>
              <a:rPr lang="en-US" altLang="en-US" dirty="0">
                <a:latin typeface="Courier New" panose="02070309020205020404" pitchFamily="49" charset="0"/>
                <a:cs typeface="Courier New" panose="02070309020205020404" pitchFamily="49" charset="0"/>
                <a:sym typeface="Wingdings" panose="05000000000000000000" pitchFamily="2" charset="2"/>
              </a:rPr>
              <a:t>C  SA</a:t>
            </a:r>
          </a:p>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D  a</a:t>
            </a:r>
            <a:endParaRPr lang="en-US" altLang="en-US" sz="1800" b="1" dirty="0">
              <a:solidFill>
                <a:srgbClr val="FF0000"/>
              </a:solidFill>
              <a:latin typeface="Courier New" panose="02070309020205020404" pitchFamily="49" charset="0"/>
              <a:cs typeface="Courier New" panose="02070309020205020404" pitchFamily="49" charset="0"/>
              <a:sym typeface="Symbol" panose="05050102010706020507" pitchFamily="18" charset="2"/>
            </a:endParaRPr>
          </a:p>
        </p:txBody>
      </p:sp>
      <p:sp>
        <p:nvSpPr>
          <p:cNvPr id="22" name="TextBox 21">
            <a:extLst>
              <a:ext uri="{FF2B5EF4-FFF2-40B4-BE49-F238E27FC236}">
                <a16:creationId xmlns:a16="http://schemas.microsoft.com/office/drawing/2014/main" id="{CAF85459-B254-4279-ABA2-2C27A3FEC290}"/>
              </a:ext>
            </a:extLst>
          </p:cNvPr>
          <p:cNvSpPr txBox="1"/>
          <p:nvPr/>
        </p:nvSpPr>
        <p:spPr>
          <a:xfrm>
            <a:off x="2286000" y="4754880"/>
            <a:ext cx="6887170" cy="15950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dirty="0">
                <a:latin typeface="Courier New" panose="02070309020205020404" pitchFamily="49" charset="0"/>
                <a:cs typeface="Courier New" panose="02070309020205020404" pitchFamily="49" charset="0"/>
                <a:sym typeface="Wingdings" panose="05000000000000000000" pitchFamily="2" charset="2"/>
              </a:rPr>
              <a:t>AC | DB | a | SA | AS </a:t>
            </a: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AC | DB | a | SA | AS </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a:t>
            </a:r>
            <a:r>
              <a:rPr lang="en-US" altLang="en-US" dirty="0">
                <a:latin typeface="Courier New" panose="02070309020205020404" pitchFamily="49" charset="0"/>
                <a:cs typeface="Courier New" panose="02070309020205020404" pitchFamily="49" charset="0"/>
                <a:sym typeface="Wingdings" panose="05000000000000000000" pitchFamily="2" charset="2"/>
              </a:rPr>
              <a:t>AC | DB | a | SA | AS </a:t>
            </a:r>
            <a:endParaRPr lang="en-US" altLang="en-US" sz="1800" dirty="0">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p>
          <a:p>
            <a:pPr>
              <a:lnSpc>
                <a:spcPct val="90000"/>
              </a:lnSpc>
              <a:buFontTx/>
              <a:buNone/>
            </a:pPr>
            <a:r>
              <a:rPr lang="en-US" altLang="en-US" dirty="0">
                <a:latin typeface="Courier New" panose="02070309020205020404" pitchFamily="49" charset="0"/>
                <a:cs typeface="Courier New" panose="02070309020205020404" pitchFamily="49" charset="0"/>
                <a:sym typeface="Wingdings" panose="05000000000000000000" pitchFamily="2" charset="2"/>
              </a:rPr>
              <a:t>C  SA</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D  a</a:t>
            </a:r>
            <a:endParaRPr lang="en-US" altLang="en-US" sz="1800" dirty="0">
              <a:latin typeface="Courier New" panose="02070309020205020404" pitchFamily="49" charset="0"/>
              <a:cs typeface="Courier New" panose="02070309020205020404" pitchFamily="49" charset="0"/>
              <a:sym typeface="Symbol" panose="05050102010706020507" pitchFamily="18" charset="2"/>
            </a:endParaRPr>
          </a:p>
        </p:txBody>
      </p:sp>
      <p:sp>
        <p:nvSpPr>
          <p:cNvPr id="23" name="TextBox 22">
            <a:extLst>
              <a:ext uri="{FF2B5EF4-FFF2-40B4-BE49-F238E27FC236}">
                <a16:creationId xmlns:a16="http://schemas.microsoft.com/office/drawing/2014/main" id="{8ADA8F94-BE5C-4261-82A1-2B295FFF48E0}"/>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dirty="0">
                <a:latin typeface="Courier New" panose="02070309020205020404" pitchFamily="49" charset="0"/>
                <a:cs typeface="Courier New" panose="02070309020205020404" pitchFamily="49" charset="0"/>
                <a:sym typeface="Wingdings" panose="05000000000000000000" pitchFamily="2" charset="2"/>
              </a:rPr>
              <a:t>ASA | </a:t>
            </a:r>
            <a:r>
              <a:rPr lang="en-US" altLang="en-US"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a:t>
            </a:r>
            <a:r>
              <a:rPr lang="en-US" altLang="en-US" dirty="0">
                <a:latin typeface="Courier New" panose="02070309020205020404" pitchFamily="49" charset="0"/>
                <a:cs typeface="Courier New" panose="02070309020205020404" pitchFamily="49" charset="0"/>
                <a:sym typeface="Wingdings" panose="05000000000000000000" pitchFamily="2" charset="2"/>
              </a:rPr>
              <a:t>ASA | </a:t>
            </a:r>
            <a:r>
              <a:rPr lang="en-US" altLang="en-US"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endParaRPr lang="en-US" altLang="en-US" sz="1800" dirty="0">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strike="dblStrike" dirty="0">
              <a:latin typeface="Courier New" panose="02070309020205020404" pitchFamily="49" charset="0"/>
              <a:cs typeface="Courier New" panose="02070309020205020404" pitchFamily="49" charset="0"/>
              <a:sym typeface="Symbol" panose="05050102010706020507" pitchFamily="18" charset="2"/>
            </a:endParaRPr>
          </a:p>
        </p:txBody>
      </p:sp>
    </p:spTree>
    <p:extLst>
      <p:ext uri="{BB962C8B-B14F-4D97-AF65-F5344CB8AC3E}">
        <p14:creationId xmlns:p14="http://schemas.microsoft.com/office/powerpoint/2010/main" val="3782200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1" nodeType="withEffect">
                                  <p:stCondLst>
                                    <p:cond delay="0"/>
                                  </p:stCondLst>
                                  <p:childTnLst>
                                    <p:set>
                                      <p:cBhvr override="childStyle">
                                        <p:cTn id="6" dur="indefinite"/>
                                        <p:tgtEl>
                                          <p:spTgt spid="8">
                                            <p:txEl>
                                              <p:pRg st="1" end="1"/>
                                            </p:txEl>
                                          </p:spTgt>
                                        </p:tgtEl>
                                        <p:attrNameLst>
                                          <p:attrName>style.color</p:attrName>
                                        </p:attrNameLst>
                                      </p:cBhvr>
                                      <p:to>
                                        <p:clrVal>
                                          <a:srgbClr val="D8D8D8"/>
                                        </p:clrVal>
                                      </p:to>
                                    </p:set>
                                  </p:childTnLst>
                                </p:cTn>
                              </p:par>
                              <p:par>
                                <p:cTn id="7" presetID="3" presetClass="emph" presetSubtype="1" nodeType="withEffect">
                                  <p:stCondLst>
                                    <p:cond delay="0"/>
                                  </p:stCondLst>
                                  <p:childTnLst>
                                    <p:set>
                                      <p:cBhvr override="childStyle">
                                        <p:cTn id="8" dur="indefinite"/>
                                        <p:tgtEl>
                                          <p:spTgt spid="8">
                                            <p:txEl>
                                              <p:pRg st="2" end="2"/>
                                            </p:txEl>
                                          </p:spTgt>
                                        </p:tgtEl>
                                        <p:attrNameLst>
                                          <p:attrName>style.color</p:attrName>
                                        </p:attrNameLst>
                                      </p:cBhvr>
                                      <p:to>
                                        <p:clrVal>
                                          <a:srgbClr val="D8D8D8"/>
                                        </p:clrVal>
                                      </p:to>
                                    </p:set>
                                  </p:childTnLst>
                                </p:cTn>
                              </p:par>
                              <p:par>
                                <p:cTn id="9" presetID="3" presetClass="emph" presetSubtype="1" nodeType="withEffect">
                                  <p:stCondLst>
                                    <p:cond delay="0"/>
                                  </p:stCondLst>
                                  <p:childTnLst>
                                    <p:set>
                                      <p:cBhvr override="childStyle">
                                        <p:cTn id="10" dur="indefinite"/>
                                        <p:tgtEl>
                                          <p:spTgt spid="8">
                                            <p:txEl>
                                              <p:pRg st="3" end="3"/>
                                            </p:txEl>
                                          </p:spTgt>
                                        </p:tgtEl>
                                        <p:attrNameLst>
                                          <p:attrName>style.color</p:attrName>
                                        </p:attrNameLst>
                                      </p:cBhvr>
                                      <p:to>
                                        <p:clrVal>
                                          <a:srgbClr val="D8D8D8"/>
                                        </p:clrVal>
                                      </p:to>
                                    </p:set>
                                  </p:childTnLst>
                                </p:cTn>
                              </p:par>
                              <p:par>
                                <p:cTn id="11" presetID="3" presetClass="emph" presetSubtype="1" nodeType="withEffect">
                                  <p:stCondLst>
                                    <p:cond delay="0"/>
                                  </p:stCondLst>
                                  <p:childTnLst>
                                    <p:set>
                                      <p:cBhvr override="childStyle">
                                        <p:cTn id="12" dur="indefinite"/>
                                        <p:tgtEl>
                                          <p:spTgt spid="8">
                                            <p:txEl>
                                              <p:pRg st="4" end="4"/>
                                            </p:txEl>
                                          </p:spTgt>
                                        </p:tgtEl>
                                        <p:attrNameLst>
                                          <p:attrName>style.color</p:attrName>
                                        </p:attrNameLst>
                                      </p:cBhvr>
                                      <p:to>
                                        <p:clrVal>
                                          <a:srgbClr val="D8D8D8"/>
                                        </p:clrVal>
                                      </p:to>
                                    </p:set>
                                  </p:childTnLst>
                                </p:cTn>
                              </p:par>
                              <p:par>
                                <p:cTn id="13" presetID="3" presetClass="emph" presetSubtype="1" nodeType="withEffect">
                                  <p:stCondLst>
                                    <p:cond delay="0"/>
                                  </p:stCondLst>
                                  <p:childTnLst>
                                    <p:set>
                                      <p:cBhvr override="childStyle">
                                        <p:cTn id="14" dur="indefinite"/>
                                        <p:tgtEl>
                                          <p:spTgt spid="8">
                                            <p:txEl>
                                              <p:pRg st="5" end="5"/>
                                            </p:txEl>
                                          </p:spTgt>
                                        </p:tgtEl>
                                        <p:attrNameLst>
                                          <p:attrName>style.color</p:attrName>
                                        </p:attrNameLst>
                                      </p:cBhvr>
                                      <p:to>
                                        <p:clrVal>
                                          <a:srgbClr val="D8D8D8"/>
                                        </p:clrVal>
                                      </p:to>
                                    </p:set>
                                  </p:childTnLst>
                                </p:cTn>
                              </p:par>
                              <p:par>
                                <p:cTn id="15" presetID="3" presetClass="emph" presetSubtype="1" nodeType="withEffect">
                                  <p:stCondLst>
                                    <p:cond delay="0"/>
                                  </p:stCondLst>
                                  <p:childTnLst>
                                    <p:set>
                                      <p:cBhvr override="childStyle">
                                        <p:cTn id="16" dur="indefinite"/>
                                        <p:tgtEl>
                                          <p:spTgt spid="8">
                                            <p:txEl>
                                              <p:pRg st="6" end="6"/>
                                            </p:txEl>
                                          </p:spTgt>
                                        </p:tgtEl>
                                        <p:attrNameLst>
                                          <p:attrName>style.color</p:attrName>
                                        </p:attrNameLst>
                                      </p:cBhvr>
                                      <p:to>
                                        <p:clrVal>
                                          <a:srgbClr val="D8D8D8"/>
                                        </p:clrVal>
                                      </p:to>
                                    </p:set>
                                  </p:childTnLst>
                                </p:cTn>
                              </p:par>
                              <p:par>
                                <p:cTn id="17" presetID="3" presetClass="emph" presetSubtype="1" nodeType="withEffect">
                                  <p:stCondLst>
                                    <p:cond delay="0"/>
                                  </p:stCondLst>
                                  <p:childTnLst>
                                    <p:set>
                                      <p:cBhvr override="childStyle">
                                        <p:cTn id="18" dur="indefinite"/>
                                        <p:tgtEl>
                                          <p:spTgt spid="8">
                                            <p:txEl>
                                              <p:pRg st="7" end="7"/>
                                            </p:txEl>
                                          </p:spTgt>
                                        </p:tgtEl>
                                        <p:attrNameLst>
                                          <p:attrName>style.color</p:attrName>
                                        </p:attrNameLst>
                                      </p:cBhvr>
                                      <p:to>
                                        <p:clrVal>
                                          <a:srgbClr val="D8D8D8"/>
                                        </p:clrVal>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xit"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xit" presetSubtype="0" fill="hold" grpId="1" nodeType="withEffect">
                                  <p:stCondLst>
                                    <p:cond delay="0"/>
                                  </p:stCondLst>
                                  <p:childTnLst>
                                    <p:set>
                                      <p:cBhvr>
                                        <p:cTn id="36" dur="1" fill="hold">
                                          <p:stCondLst>
                                            <p:cond delay="0"/>
                                          </p:stCondLst>
                                        </p:cTn>
                                        <p:tgtEl>
                                          <p:spTgt spid="13"/>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xit" presetSubtype="0" fill="hold" grpId="1" nodeType="withEffect">
                                  <p:stCondLst>
                                    <p:cond delay="0"/>
                                  </p:stCondLst>
                                  <p:childTnLst>
                                    <p:set>
                                      <p:cBhvr>
                                        <p:cTn id="42" dur="1" fill="hold">
                                          <p:stCondLst>
                                            <p:cond delay="0"/>
                                          </p:stCondLst>
                                        </p:cTn>
                                        <p:tgtEl>
                                          <p:spTgt spid="14"/>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par>
                                <p:cTn id="47" presetID="1" presetClass="exit" presetSubtype="0" fill="hold" grpId="1" nodeType="withEffect">
                                  <p:stCondLst>
                                    <p:cond delay="0"/>
                                  </p:stCondLst>
                                  <p:childTnLst>
                                    <p:set>
                                      <p:cBhvr>
                                        <p:cTn id="48" dur="1" fill="hold">
                                          <p:stCondLst>
                                            <p:cond delay="0"/>
                                          </p:stCondLst>
                                        </p:cTn>
                                        <p:tgtEl>
                                          <p:spTgt spid="15"/>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35"/>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7"/>
                                        </p:tgtEl>
                                        <p:attrNameLst>
                                          <p:attrName>style.visibility</p:attrName>
                                        </p:attrNameLst>
                                      </p:cBhvr>
                                      <p:to>
                                        <p:strVal val="visible"/>
                                      </p:to>
                                    </p:set>
                                  </p:childTnLst>
                                </p:cTn>
                              </p:par>
                              <p:par>
                                <p:cTn id="57" presetID="1" presetClass="exit" presetSubtype="0" fill="hold" grpId="1" nodeType="withEffect">
                                  <p:stCondLst>
                                    <p:cond delay="0"/>
                                  </p:stCondLst>
                                  <p:childTnLst>
                                    <p:set>
                                      <p:cBhvr>
                                        <p:cTn id="58" dur="1" fill="hold">
                                          <p:stCondLst>
                                            <p:cond delay="0"/>
                                          </p:stCondLst>
                                        </p:cTn>
                                        <p:tgtEl>
                                          <p:spTgt spid="16"/>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9"/>
                                        </p:tgtEl>
                                        <p:attrNameLst>
                                          <p:attrName>style.visibility</p:attrName>
                                        </p:attrNameLst>
                                      </p:cBhvr>
                                      <p:to>
                                        <p:strVal val="visible"/>
                                      </p:to>
                                    </p:set>
                                  </p:childTnLst>
                                </p:cTn>
                              </p:par>
                              <p:par>
                                <p:cTn id="67" presetID="1" presetClass="exit" presetSubtype="0" fill="hold" grpId="1" nodeType="withEffect">
                                  <p:stCondLst>
                                    <p:cond delay="0"/>
                                  </p:stCondLst>
                                  <p:childTnLst>
                                    <p:set>
                                      <p:cBhvr>
                                        <p:cTn id="68" dur="1" fill="hold">
                                          <p:stCondLst>
                                            <p:cond delay="0"/>
                                          </p:stCondLst>
                                        </p:cTn>
                                        <p:tgtEl>
                                          <p:spTgt spid="17"/>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1"/>
                                        </p:tgtEl>
                                        <p:attrNameLst>
                                          <p:attrName>style.visibility</p:attrName>
                                        </p:attrNameLst>
                                      </p:cBhvr>
                                      <p:to>
                                        <p:strVal val="visible"/>
                                      </p:to>
                                    </p:set>
                                  </p:childTnLst>
                                </p:cTn>
                              </p:par>
                              <p:par>
                                <p:cTn id="73" presetID="1" presetClass="exit" presetSubtype="0" fill="hold" grpId="1" nodeType="withEffect">
                                  <p:stCondLst>
                                    <p:cond delay="0"/>
                                  </p:stCondLst>
                                  <p:childTnLst>
                                    <p:set>
                                      <p:cBhvr>
                                        <p:cTn id="74" dur="1" fill="hold">
                                          <p:stCondLst>
                                            <p:cond delay="0"/>
                                          </p:stCondLst>
                                        </p:cTn>
                                        <p:tgtEl>
                                          <p:spTgt spid="19"/>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2"/>
                                        </p:tgtEl>
                                        <p:attrNameLst>
                                          <p:attrName>style.visibility</p:attrName>
                                        </p:attrNameLst>
                                      </p:cBhvr>
                                      <p:to>
                                        <p:strVal val="visible"/>
                                      </p:to>
                                    </p:set>
                                  </p:childTnLst>
                                </p:cTn>
                              </p:par>
                              <p:par>
                                <p:cTn id="79" presetID="1" presetClass="exit" presetSubtype="0" fill="hold" grpId="1" nodeType="withEffect">
                                  <p:stCondLst>
                                    <p:cond delay="0"/>
                                  </p:stCondLst>
                                  <p:childTnLst>
                                    <p:set>
                                      <p:cBhvr>
                                        <p:cTn id="80" dur="1" fill="hold">
                                          <p:stCondLst>
                                            <p:cond delay="0"/>
                                          </p:stCondLst>
                                        </p:cTn>
                                        <p:tgtEl>
                                          <p:spTgt spid="21"/>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grpId="1" nodeType="clickEffect">
                                  <p:stCondLst>
                                    <p:cond delay="0"/>
                                  </p:stCondLst>
                                  <p:childTnLst>
                                    <p:set>
                                      <p:cBhvr>
                                        <p:cTn id="84" dur="1" fill="hold">
                                          <p:stCondLst>
                                            <p:cond delay="0"/>
                                          </p:stCondLst>
                                        </p:cTn>
                                        <p:tgtEl>
                                          <p:spTgt spid="11"/>
                                        </p:tgtEl>
                                        <p:attrNameLst>
                                          <p:attrName>style.visibility</p:attrName>
                                        </p:attrNameLst>
                                      </p:cBhvr>
                                      <p:to>
                                        <p:strVal val="hidden"/>
                                      </p:to>
                                    </p:set>
                                  </p:childTnLst>
                                </p:cTn>
                              </p:par>
                              <p:par>
                                <p:cTn id="85" presetID="1" presetClass="exit" presetSubtype="0" fill="hold" grpId="1" nodeType="withEffect">
                                  <p:stCondLst>
                                    <p:cond delay="0"/>
                                  </p:stCondLst>
                                  <p:childTnLst>
                                    <p:set>
                                      <p:cBhvr>
                                        <p:cTn id="86" dur="1" fill="hold">
                                          <p:stCondLst>
                                            <p:cond delay="0"/>
                                          </p:stCondLst>
                                        </p:cTn>
                                        <p:tgtEl>
                                          <p:spTgt spid="18"/>
                                        </p:tgtEl>
                                        <p:attrNameLst>
                                          <p:attrName>style.visibility</p:attrName>
                                        </p:attrNameLst>
                                      </p:cBhvr>
                                      <p:to>
                                        <p:strVal val="hidden"/>
                                      </p:to>
                                    </p:set>
                                  </p:childTnLst>
                                </p:cTn>
                              </p:par>
                              <p:par>
                                <p:cTn id="87" presetID="3" presetClass="emph" presetSubtype="1" nodeType="withEffect">
                                  <p:stCondLst>
                                    <p:cond delay="0"/>
                                  </p:stCondLst>
                                  <p:childTnLst>
                                    <p:set>
                                      <p:cBhvr override="childStyle">
                                        <p:cTn id="88" dur="indefinite"/>
                                        <p:tgtEl>
                                          <p:spTgt spid="8">
                                            <p:txEl>
                                              <p:pRg st="1" end="1"/>
                                            </p:txEl>
                                          </p:spTgt>
                                        </p:tgtEl>
                                        <p:attrNameLst>
                                          <p:attrName>style.color</p:attrName>
                                        </p:attrNameLst>
                                      </p:cBhvr>
                                      <p:to>
                                        <p:clrVal>
                                          <a:srgbClr val="000000"/>
                                        </p:clrVal>
                                      </p:to>
                                    </p:set>
                                  </p:childTnLst>
                                </p:cTn>
                              </p:par>
                              <p:par>
                                <p:cTn id="89" presetID="3" presetClass="emph" presetSubtype="1" nodeType="withEffect">
                                  <p:stCondLst>
                                    <p:cond delay="0"/>
                                  </p:stCondLst>
                                  <p:childTnLst>
                                    <p:set>
                                      <p:cBhvr override="childStyle">
                                        <p:cTn id="90" dur="indefinite"/>
                                        <p:tgtEl>
                                          <p:spTgt spid="8">
                                            <p:txEl>
                                              <p:pRg st="2" end="2"/>
                                            </p:txEl>
                                          </p:spTgt>
                                        </p:tgtEl>
                                        <p:attrNameLst>
                                          <p:attrName>style.color</p:attrName>
                                        </p:attrNameLst>
                                      </p:cBhvr>
                                      <p:to>
                                        <p:clrVal>
                                          <a:srgbClr val="000000"/>
                                        </p:clrVal>
                                      </p:to>
                                    </p:set>
                                  </p:childTnLst>
                                </p:cTn>
                              </p:par>
                              <p:par>
                                <p:cTn id="91" presetID="3" presetClass="emph" presetSubtype="1" nodeType="withEffect">
                                  <p:stCondLst>
                                    <p:cond delay="0"/>
                                  </p:stCondLst>
                                  <p:childTnLst>
                                    <p:set>
                                      <p:cBhvr override="childStyle">
                                        <p:cTn id="92" dur="indefinite"/>
                                        <p:tgtEl>
                                          <p:spTgt spid="8">
                                            <p:txEl>
                                              <p:pRg st="3" end="3"/>
                                            </p:txEl>
                                          </p:spTgt>
                                        </p:tgtEl>
                                        <p:attrNameLst>
                                          <p:attrName>style.color</p:attrName>
                                        </p:attrNameLst>
                                      </p:cBhvr>
                                      <p:to>
                                        <p:clrVal>
                                          <a:srgbClr val="000000"/>
                                        </p:clrVal>
                                      </p:to>
                                    </p:set>
                                  </p:childTnLst>
                                </p:cTn>
                              </p:par>
                              <p:par>
                                <p:cTn id="93" presetID="3" presetClass="emph" presetSubtype="1" nodeType="withEffect">
                                  <p:stCondLst>
                                    <p:cond delay="0"/>
                                  </p:stCondLst>
                                  <p:childTnLst>
                                    <p:set>
                                      <p:cBhvr override="childStyle">
                                        <p:cTn id="94" dur="indefinite"/>
                                        <p:tgtEl>
                                          <p:spTgt spid="8">
                                            <p:txEl>
                                              <p:pRg st="4" end="4"/>
                                            </p:txEl>
                                          </p:spTgt>
                                        </p:tgtEl>
                                        <p:attrNameLst>
                                          <p:attrName>style.color</p:attrName>
                                        </p:attrNameLst>
                                      </p:cBhvr>
                                      <p:to>
                                        <p:clrVal>
                                          <a:srgbClr val="000000"/>
                                        </p:clrVal>
                                      </p:to>
                                    </p:set>
                                  </p:childTnLst>
                                </p:cTn>
                              </p:par>
                              <p:par>
                                <p:cTn id="95" presetID="3" presetClass="emph" presetSubtype="1" nodeType="withEffect">
                                  <p:stCondLst>
                                    <p:cond delay="0"/>
                                  </p:stCondLst>
                                  <p:childTnLst>
                                    <p:set>
                                      <p:cBhvr override="childStyle">
                                        <p:cTn id="96" dur="indefinite"/>
                                        <p:tgtEl>
                                          <p:spTgt spid="8">
                                            <p:txEl>
                                              <p:pRg st="5" end="5"/>
                                            </p:txEl>
                                          </p:spTgt>
                                        </p:tgtEl>
                                        <p:attrNameLst>
                                          <p:attrName>style.color</p:attrName>
                                        </p:attrNameLst>
                                      </p:cBhvr>
                                      <p:to>
                                        <p:clrVal>
                                          <a:srgbClr val="000000"/>
                                        </p:clrVal>
                                      </p:to>
                                    </p:set>
                                  </p:childTnLst>
                                </p:cTn>
                              </p:par>
                              <p:par>
                                <p:cTn id="97" presetID="3" presetClass="emph" presetSubtype="1" nodeType="withEffect">
                                  <p:stCondLst>
                                    <p:cond delay="0"/>
                                  </p:stCondLst>
                                  <p:childTnLst>
                                    <p:set>
                                      <p:cBhvr override="childStyle">
                                        <p:cTn id="98" dur="indefinite"/>
                                        <p:tgtEl>
                                          <p:spTgt spid="8">
                                            <p:txEl>
                                              <p:pRg st="6" end="6"/>
                                            </p:txEl>
                                          </p:spTgt>
                                        </p:tgtEl>
                                        <p:attrNameLst>
                                          <p:attrName>style.color</p:attrName>
                                        </p:attrNameLst>
                                      </p:cBhvr>
                                      <p:to>
                                        <p:clrVal>
                                          <a:srgbClr val="000000"/>
                                        </p:clrVal>
                                      </p:to>
                                    </p:set>
                                  </p:childTnLst>
                                </p:cTn>
                              </p:par>
                              <p:par>
                                <p:cTn id="99" presetID="3" presetClass="emph" presetSubtype="1" nodeType="withEffect">
                                  <p:stCondLst>
                                    <p:cond delay="0"/>
                                  </p:stCondLst>
                                  <p:childTnLst>
                                    <p:set>
                                      <p:cBhvr override="childStyle">
                                        <p:cTn id="100" dur="indefinite"/>
                                        <p:tgtEl>
                                          <p:spTgt spid="8">
                                            <p:txEl>
                                              <p:pRg st="7" end="7"/>
                                            </p:txEl>
                                          </p:spTgt>
                                        </p:tgtEl>
                                        <p:attrNameLst>
                                          <p:attrName>style.color</p:attrName>
                                        </p:attrNameLst>
                                      </p:cBhvr>
                                      <p:to>
                                        <p:clrVal>
                                          <a:srgbClr val="000000"/>
                                        </p:clrVal>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8" grpId="1"/>
      <p:bldP spid="35" grpId="0"/>
      <p:bldP spid="35" grpId="1"/>
      <p:bldP spid="11" grpId="0"/>
      <p:bldP spid="11" grpId="1"/>
      <p:bldP spid="13" grpId="0"/>
      <p:bldP spid="13" grpId="1"/>
      <p:bldP spid="14" grpId="0"/>
      <p:bldP spid="14" grpId="1"/>
      <p:bldP spid="15" grpId="0"/>
      <p:bldP spid="15" grpId="1"/>
      <p:bldP spid="16" grpId="0"/>
      <p:bldP spid="16" grpId="1"/>
      <p:bldP spid="17" grpId="0"/>
      <p:bldP spid="17" grpId="1"/>
      <p:bldP spid="19" grpId="0"/>
      <p:bldP spid="19" grpId="1"/>
      <p:bldP spid="21" grpId="0"/>
      <p:bldP spid="21" grpId="1"/>
      <p:bldP spid="22" grpId="0"/>
      <p:bldP spid="2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D014993-5514-4B5F-AE00-0A448681754D}"/>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4240B432-CA24-404D-8CDC-4FAD2BC9677E}"/>
              </a:ext>
            </a:extLst>
          </p:cNvPr>
          <p:cNvSpPr>
            <a:spLocks noGrp="1"/>
          </p:cNvSpPr>
          <p:nvPr>
            <p:ph type="body" sz="quarter" idx="12"/>
          </p:nvPr>
        </p:nvSpPr>
        <p:spPr/>
        <p:txBody>
          <a:bodyPr/>
          <a:lstStyle/>
          <a:p>
            <a:r>
              <a:rPr lang="en-US" dirty="0"/>
              <a:t>Example-2</a:t>
            </a:r>
          </a:p>
        </p:txBody>
      </p:sp>
      <p:graphicFrame>
        <p:nvGraphicFramePr>
          <p:cNvPr id="4" name="Table 3">
            <a:extLst>
              <a:ext uri="{FF2B5EF4-FFF2-40B4-BE49-F238E27FC236}">
                <a16:creationId xmlns:a16="http://schemas.microsoft.com/office/drawing/2014/main" id="{F6D83D81-D4FE-4335-B55E-47782CF23E45}"/>
              </a:ext>
            </a:extLst>
          </p:cNvPr>
          <p:cNvGraphicFramePr>
            <a:graphicFrameLocks noGrp="1"/>
          </p:cNvGraphicFramePr>
          <p:nvPr/>
        </p:nvGraphicFramePr>
        <p:xfrm>
          <a:off x="32612" y="822960"/>
          <a:ext cx="9091800" cy="5993055"/>
        </p:xfrm>
        <a:graphic>
          <a:graphicData uri="http://schemas.openxmlformats.org/drawingml/2006/table">
            <a:tbl>
              <a:tblPr firstRow="1" firstCol="1" bandRow="1">
                <a:tableStyleId>{2D5ABB26-0587-4C30-8999-92F81FD0307C}</a:tableStyleId>
              </a:tblPr>
              <a:tblGrid>
                <a:gridCol w="2802028">
                  <a:extLst>
                    <a:ext uri="{9D8B030D-6E8A-4147-A177-3AD203B41FA5}">
                      <a16:colId xmlns:a16="http://schemas.microsoft.com/office/drawing/2014/main" val="2422626471"/>
                    </a:ext>
                  </a:extLst>
                </a:gridCol>
                <a:gridCol w="3259172">
                  <a:extLst>
                    <a:ext uri="{9D8B030D-6E8A-4147-A177-3AD203B41FA5}">
                      <a16:colId xmlns:a16="http://schemas.microsoft.com/office/drawing/2014/main" val="4026900431"/>
                    </a:ext>
                  </a:extLst>
                </a:gridCol>
                <a:gridCol w="3030600">
                  <a:extLst>
                    <a:ext uri="{9D8B030D-6E8A-4147-A177-3AD203B41FA5}">
                      <a16:colId xmlns:a16="http://schemas.microsoft.com/office/drawing/2014/main" val="750570117"/>
                    </a:ext>
                  </a:extLst>
                </a:gridCol>
              </a:tblGrid>
              <a:tr h="1674515">
                <a:tc>
                  <a:txBody>
                    <a:bodyPr/>
                    <a:lstStyle/>
                    <a:p>
                      <a:pPr marL="0" marR="0">
                        <a:lnSpc>
                          <a:spcPct val="100000"/>
                        </a:lnSpc>
                        <a:spcBef>
                          <a:spcPts val="0"/>
                        </a:spcBef>
                        <a:spcAft>
                          <a:spcPts val="0"/>
                        </a:spcAft>
                      </a:pPr>
                      <a:r>
                        <a:rPr lang="en-US" sz="2000" b="1">
                          <a:effectLst/>
                        </a:rPr>
                        <a:t>Original CFG</a:t>
                      </a:r>
                    </a:p>
                    <a:p>
                      <a:pPr marL="0" marR="0">
                        <a:lnSpc>
                          <a:spcPct val="100000"/>
                        </a:lnSpc>
                        <a:spcBef>
                          <a:spcPts val="0"/>
                        </a:spcBef>
                        <a:spcAft>
                          <a:spcPts val="0"/>
                        </a:spcAft>
                      </a:pPr>
                      <a:r>
                        <a:rPr lang="en-US" sz="2000" b="1">
                          <a:effectLst/>
                        </a:rPr>
                        <a:t>S </a:t>
                      </a:r>
                      <a:r>
                        <a:rPr lang="en-US" sz="2000" b="1">
                          <a:effectLst/>
                          <a:sym typeface="Wingdings" panose="05000000000000000000" pitchFamily="2" charset="2"/>
                        </a:rPr>
                        <a:t></a:t>
                      </a:r>
                      <a:r>
                        <a:rPr lang="en-US" sz="2000" b="1">
                          <a:effectLst/>
                        </a:rPr>
                        <a:t> bS | aT | </a:t>
                      </a:r>
                      <a:r>
                        <a:rPr lang="en-US" sz="2000" b="1">
                          <a:effectLst/>
                          <a:sym typeface="Symbol" panose="05050102010706020507" pitchFamily="18" charset="2"/>
                        </a:rPr>
                        <a:t></a:t>
                      </a:r>
                      <a:endParaRPr lang="en-US" sz="2000" b="1">
                        <a:effectLst/>
                      </a:endParaRPr>
                    </a:p>
                    <a:p>
                      <a:pPr marL="0" marR="0">
                        <a:lnSpc>
                          <a:spcPct val="100000"/>
                        </a:lnSpc>
                        <a:spcBef>
                          <a:spcPts val="0"/>
                        </a:spcBef>
                        <a:spcAft>
                          <a:spcPts val="0"/>
                        </a:spcAft>
                      </a:pPr>
                      <a:r>
                        <a:rPr lang="en-US" sz="2000" b="1">
                          <a:effectLst/>
                        </a:rPr>
                        <a:t>T </a:t>
                      </a:r>
                      <a:r>
                        <a:rPr lang="en-US" sz="2000" b="1">
                          <a:effectLst/>
                          <a:sym typeface="Wingdings" panose="05000000000000000000" pitchFamily="2" charset="2"/>
                        </a:rPr>
                        <a:t></a:t>
                      </a:r>
                      <a:r>
                        <a:rPr lang="en-US" sz="2000" b="1">
                          <a:effectLst/>
                        </a:rPr>
                        <a:t> aT | bR | </a:t>
                      </a:r>
                      <a:r>
                        <a:rPr lang="en-US" sz="2000" b="1">
                          <a:effectLst/>
                          <a:sym typeface="Symbol" panose="05050102010706020507" pitchFamily="18" charset="2"/>
                        </a:rPr>
                        <a:t></a:t>
                      </a:r>
                      <a:endParaRPr lang="en-US" sz="2000" b="1">
                        <a:effectLst/>
                      </a:endParaRPr>
                    </a:p>
                    <a:p>
                      <a:pPr marL="0" marR="0">
                        <a:lnSpc>
                          <a:spcPct val="100000"/>
                        </a:lnSpc>
                        <a:spcBef>
                          <a:spcPts val="0"/>
                        </a:spcBef>
                        <a:spcAft>
                          <a:spcPts val="0"/>
                        </a:spcAft>
                      </a:pPr>
                      <a:r>
                        <a:rPr lang="en-US" sz="2000" b="1">
                          <a:effectLst/>
                        </a:rPr>
                        <a:t>R </a:t>
                      </a:r>
                      <a:r>
                        <a:rPr lang="en-US" sz="2000" b="1">
                          <a:effectLst/>
                          <a:sym typeface="Wingdings" panose="05000000000000000000" pitchFamily="2" charset="2"/>
                        </a:rPr>
                        <a:t></a:t>
                      </a:r>
                      <a:r>
                        <a:rPr lang="en-US" sz="2000" b="1">
                          <a:effectLst/>
                        </a:rPr>
                        <a:t> bS | </a:t>
                      </a:r>
                      <a:r>
                        <a:rPr lang="en-US" sz="2000" b="1">
                          <a:effectLst/>
                          <a:sym typeface="Symbol" panose="05050102010706020507" pitchFamily="18" charset="2"/>
                        </a:rPr>
                        <a:t></a:t>
                      </a:r>
                      <a:endParaRPr lang="en-US" sz="20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2000" b="1" dirty="0">
                          <a:effectLst/>
                        </a:rPr>
                        <a:t>Add new Start Variable </a:t>
                      </a:r>
                      <a:r>
                        <a:rPr lang="en-US" sz="2000" b="1" dirty="0">
                          <a:solidFill>
                            <a:srgbClr val="FF0000"/>
                          </a:solidFill>
                          <a:effectLst/>
                        </a:rPr>
                        <a:t>P</a:t>
                      </a:r>
                    </a:p>
                    <a:p>
                      <a:pPr marL="0" marR="0">
                        <a:lnSpc>
                          <a:spcPct val="100000"/>
                        </a:lnSpc>
                        <a:spcBef>
                          <a:spcPts val="0"/>
                        </a:spcBef>
                        <a:spcAft>
                          <a:spcPts val="0"/>
                        </a:spcAft>
                      </a:pPr>
                      <a:r>
                        <a:rPr lang="en-US" sz="2000" b="1" dirty="0">
                          <a:solidFill>
                            <a:srgbClr val="FF0000"/>
                          </a:solidFill>
                          <a:effectLst/>
                        </a:rPr>
                        <a:t>P </a:t>
                      </a:r>
                      <a:r>
                        <a:rPr lang="en-US" sz="2000" b="1" dirty="0">
                          <a:solidFill>
                            <a:srgbClr val="FF0000"/>
                          </a:solidFill>
                          <a:effectLst/>
                          <a:sym typeface="Wingdings" panose="05000000000000000000" pitchFamily="2" charset="2"/>
                        </a:rPr>
                        <a:t></a:t>
                      </a:r>
                      <a:r>
                        <a:rPr lang="en-US" sz="2000" b="1" dirty="0">
                          <a:solidFill>
                            <a:srgbClr val="FF0000"/>
                          </a:solidFill>
                          <a:effectLst/>
                        </a:rPr>
                        <a:t> S</a:t>
                      </a:r>
                    </a:p>
                    <a:p>
                      <a:pPr marL="0" marR="0">
                        <a:lnSpc>
                          <a:spcPct val="100000"/>
                        </a:lnSpc>
                        <a:spcBef>
                          <a:spcPts val="0"/>
                        </a:spcBef>
                        <a:spcAft>
                          <a:spcPts val="0"/>
                        </a:spcAft>
                      </a:pPr>
                      <a:r>
                        <a:rPr lang="en-US" sz="2000" b="1" dirty="0">
                          <a:effectLst/>
                        </a:rPr>
                        <a:t>S </a:t>
                      </a:r>
                      <a:r>
                        <a:rPr lang="en-US" sz="2000" b="1" dirty="0">
                          <a:effectLst/>
                          <a:sym typeface="Wingdings" panose="05000000000000000000" pitchFamily="2" charset="2"/>
                        </a:rPr>
                        <a:t></a:t>
                      </a:r>
                      <a:r>
                        <a:rPr lang="en-US" sz="2000" b="1" dirty="0">
                          <a:effectLst/>
                        </a:rPr>
                        <a:t> </a:t>
                      </a:r>
                      <a:r>
                        <a:rPr lang="en-US" sz="2000" b="1" dirty="0" err="1">
                          <a:effectLst/>
                        </a:rPr>
                        <a:t>bS</a:t>
                      </a:r>
                      <a:r>
                        <a:rPr lang="en-US" sz="2000" b="1" dirty="0">
                          <a:effectLst/>
                        </a:rPr>
                        <a:t> | </a:t>
                      </a:r>
                      <a:r>
                        <a:rPr lang="en-US" sz="2000" b="1" dirty="0" err="1">
                          <a:effectLst/>
                        </a:rPr>
                        <a:t>aT</a:t>
                      </a:r>
                      <a:r>
                        <a:rPr lang="en-US" sz="2000" b="1" dirty="0">
                          <a:effectLst/>
                        </a:rPr>
                        <a:t> | </a:t>
                      </a:r>
                      <a:r>
                        <a:rPr lang="en-US" sz="2000" b="1" dirty="0">
                          <a:effectLst/>
                          <a:sym typeface="Symbol" panose="05050102010706020507" pitchFamily="18" charset="2"/>
                        </a:rPr>
                        <a:t></a:t>
                      </a:r>
                      <a:endParaRPr lang="en-US" sz="2000" b="1" dirty="0">
                        <a:effectLst/>
                      </a:endParaRPr>
                    </a:p>
                    <a:p>
                      <a:pPr marL="0" marR="0">
                        <a:lnSpc>
                          <a:spcPct val="100000"/>
                        </a:lnSpc>
                        <a:spcBef>
                          <a:spcPts val="0"/>
                        </a:spcBef>
                        <a:spcAft>
                          <a:spcPts val="0"/>
                        </a:spcAft>
                      </a:pPr>
                      <a:r>
                        <a:rPr lang="en-US" sz="2000" b="1" dirty="0">
                          <a:effectLst/>
                        </a:rPr>
                        <a:t>T </a:t>
                      </a:r>
                      <a:r>
                        <a:rPr lang="en-US" sz="2000" b="1" dirty="0">
                          <a:effectLst/>
                          <a:sym typeface="Wingdings" panose="05000000000000000000" pitchFamily="2" charset="2"/>
                        </a:rPr>
                        <a:t></a:t>
                      </a:r>
                      <a:r>
                        <a:rPr lang="en-US" sz="2000" b="1" dirty="0">
                          <a:effectLst/>
                        </a:rPr>
                        <a:t> </a:t>
                      </a:r>
                      <a:r>
                        <a:rPr lang="en-US" sz="2000" b="1" dirty="0" err="1">
                          <a:effectLst/>
                        </a:rPr>
                        <a:t>aT</a:t>
                      </a:r>
                      <a:r>
                        <a:rPr lang="en-US" sz="2000" b="1" dirty="0">
                          <a:effectLst/>
                        </a:rPr>
                        <a:t> | </a:t>
                      </a:r>
                      <a:r>
                        <a:rPr lang="en-US" sz="2000" b="1" dirty="0" err="1">
                          <a:effectLst/>
                        </a:rPr>
                        <a:t>bR</a:t>
                      </a:r>
                      <a:r>
                        <a:rPr lang="en-US" sz="2000" b="1" dirty="0">
                          <a:effectLst/>
                        </a:rPr>
                        <a:t> | </a:t>
                      </a:r>
                      <a:r>
                        <a:rPr lang="en-US" sz="2000" b="1" dirty="0">
                          <a:effectLst/>
                          <a:sym typeface="Symbol" panose="05050102010706020507" pitchFamily="18" charset="2"/>
                        </a:rPr>
                        <a:t></a:t>
                      </a:r>
                      <a:endParaRPr lang="en-US" sz="2000" b="1" dirty="0">
                        <a:effectLst/>
                      </a:endParaRPr>
                    </a:p>
                    <a:p>
                      <a:pPr marL="0" marR="0">
                        <a:lnSpc>
                          <a:spcPct val="100000"/>
                        </a:lnSpc>
                        <a:spcBef>
                          <a:spcPts val="0"/>
                        </a:spcBef>
                        <a:spcAft>
                          <a:spcPts val="0"/>
                        </a:spcAft>
                      </a:pPr>
                      <a:r>
                        <a:rPr lang="en-US" sz="2000" b="1" dirty="0">
                          <a:effectLst/>
                        </a:rPr>
                        <a:t>R </a:t>
                      </a:r>
                      <a:r>
                        <a:rPr lang="en-US" sz="2000" b="1" dirty="0">
                          <a:effectLst/>
                          <a:sym typeface="Wingdings" panose="05000000000000000000" pitchFamily="2" charset="2"/>
                        </a:rPr>
                        <a:t></a:t>
                      </a:r>
                      <a:r>
                        <a:rPr lang="en-US" sz="2000" b="1" dirty="0">
                          <a:effectLst/>
                        </a:rPr>
                        <a:t> </a:t>
                      </a:r>
                      <a:r>
                        <a:rPr lang="en-US" sz="2000" b="1" dirty="0" err="1">
                          <a:effectLst/>
                        </a:rPr>
                        <a:t>bS</a:t>
                      </a:r>
                      <a:r>
                        <a:rPr lang="en-US" sz="2000" b="1" dirty="0">
                          <a:effectLst/>
                        </a:rPr>
                        <a:t> | </a:t>
                      </a:r>
                      <a:r>
                        <a:rPr lang="en-US" sz="2000" b="1" dirty="0">
                          <a:effectLst/>
                          <a:sym typeface="Symbol" panose="05050102010706020507" pitchFamily="18" charset="2"/>
                        </a:rPr>
                        <a:t></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2000" b="1" dirty="0">
                          <a:effectLst/>
                        </a:rPr>
                        <a:t>Remove  </a:t>
                      </a:r>
                      <a:r>
                        <a:rPr lang="en-US" sz="2000" b="1" dirty="0">
                          <a:solidFill>
                            <a:srgbClr val="FF0000"/>
                          </a:solidFill>
                          <a:effectLst/>
                        </a:rPr>
                        <a:t>R </a:t>
                      </a:r>
                      <a:r>
                        <a:rPr lang="en-US" sz="2000" b="1" dirty="0">
                          <a:solidFill>
                            <a:srgbClr val="FF0000"/>
                          </a:solidFill>
                          <a:effectLst/>
                          <a:sym typeface="Wingdings" panose="05000000000000000000" pitchFamily="2" charset="2"/>
                        </a:rPr>
                        <a:t></a:t>
                      </a:r>
                      <a:r>
                        <a:rPr lang="en-US" sz="2000" b="1" dirty="0">
                          <a:solidFill>
                            <a:srgbClr val="FF0000"/>
                          </a:solidFill>
                          <a:effectLst/>
                        </a:rPr>
                        <a:t> </a:t>
                      </a:r>
                      <a:r>
                        <a:rPr lang="en-US" sz="2000" b="1" dirty="0">
                          <a:solidFill>
                            <a:srgbClr val="FF0000"/>
                          </a:solidFill>
                          <a:effectLst/>
                          <a:sym typeface="Symbol" panose="05050102010706020507" pitchFamily="18" charset="2"/>
                        </a:rPr>
                        <a:t></a:t>
                      </a:r>
                      <a:endParaRPr lang="en-US" sz="2000" b="1" dirty="0">
                        <a:solidFill>
                          <a:srgbClr val="FF0000"/>
                        </a:solidFill>
                        <a:effectLst/>
                      </a:endParaRPr>
                    </a:p>
                    <a:p>
                      <a:pPr marL="0" marR="0">
                        <a:lnSpc>
                          <a:spcPct val="100000"/>
                        </a:lnSpc>
                        <a:spcBef>
                          <a:spcPts val="0"/>
                        </a:spcBef>
                        <a:spcAft>
                          <a:spcPts val="0"/>
                        </a:spcAft>
                      </a:pPr>
                      <a:r>
                        <a:rPr lang="en-US" sz="2000" b="1" dirty="0">
                          <a:effectLst/>
                        </a:rPr>
                        <a:t>P </a:t>
                      </a:r>
                      <a:r>
                        <a:rPr lang="en-US" sz="2000" b="1" dirty="0">
                          <a:effectLst/>
                          <a:sym typeface="Wingdings" panose="05000000000000000000" pitchFamily="2" charset="2"/>
                        </a:rPr>
                        <a:t></a:t>
                      </a:r>
                      <a:r>
                        <a:rPr lang="en-US" sz="2000" b="1" dirty="0">
                          <a:effectLst/>
                        </a:rPr>
                        <a:t> S</a:t>
                      </a:r>
                    </a:p>
                    <a:p>
                      <a:pPr marL="0" marR="0">
                        <a:lnSpc>
                          <a:spcPct val="100000"/>
                        </a:lnSpc>
                        <a:spcBef>
                          <a:spcPts val="0"/>
                        </a:spcBef>
                        <a:spcAft>
                          <a:spcPts val="0"/>
                        </a:spcAft>
                      </a:pPr>
                      <a:r>
                        <a:rPr lang="en-US" sz="2000" b="1" dirty="0">
                          <a:effectLst/>
                        </a:rPr>
                        <a:t>S </a:t>
                      </a:r>
                      <a:r>
                        <a:rPr lang="en-US" sz="2000" b="1" dirty="0">
                          <a:effectLst/>
                          <a:sym typeface="Wingdings" panose="05000000000000000000" pitchFamily="2" charset="2"/>
                        </a:rPr>
                        <a:t></a:t>
                      </a:r>
                      <a:r>
                        <a:rPr lang="en-US" sz="2000" b="1" dirty="0">
                          <a:effectLst/>
                        </a:rPr>
                        <a:t> </a:t>
                      </a:r>
                      <a:r>
                        <a:rPr lang="en-US" sz="2000" b="1" dirty="0" err="1">
                          <a:effectLst/>
                        </a:rPr>
                        <a:t>bS</a:t>
                      </a:r>
                      <a:r>
                        <a:rPr lang="en-US" sz="2000" b="1" dirty="0">
                          <a:effectLst/>
                        </a:rPr>
                        <a:t> | </a:t>
                      </a:r>
                      <a:r>
                        <a:rPr lang="en-US" sz="2000" b="1" dirty="0" err="1">
                          <a:effectLst/>
                        </a:rPr>
                        <a:t>aT</a:t>
                      </a:r>
                      <a:r>
                        <a:rPr lang="en-US" sz="2000" b="1" dirty="0">
                          <a:effectLst/>
                        </a:rPr>
                        <a:t> | </a:t>
                      </a:r>
                      <a:r>
                        <a:rPr lang="en-US" sz="2000" b="1" dirty="0">
                          <a:effectLst/>
                          <a:sym typeface="Symbol" panose="05050102010706020507" pitchFamily="18" charset="2"/>
                        </a:rPr>
                        <a:t></a:t>
                      </a:r>
                      <a:endParaRPr lang="en-US" sz="2000" b="1" dirty="0">
                        <a:effectLst/>
                      </a:endParaRPr>
                    </a:p>
                    <a:p>
                      <a:pPr marL="0" marR="0">
                        <a:lnSpc>
                          <a:spcPct val="100000"/>
                        </a:lnSpc>
                        <a:spcBef>
                          <a:spcPts val="0"/>
                        </a:spcBef>
                        <a:spcAft>
                          <a:spcPts val="0"/>
                        </a:spcAft>
                      </a:pPr>
                      <a:r>
                        <a:rPr lang="en-US" sz="2000" b="1" dirty="0">
                          <a:effectLst/>
                        </a:rPr>
                        <a:t>T </a:t>
                      </a:r>
                      <a:r>
                        <a:rPr lang="en-US" sz="2000" b="1" dirty="0">
                          <a:effectLst/>
                          <a:sym typeface="Wingdings" panose="05000000000000000000" pitchFamily="2" charset="2"/>
                        </a:rPr>
                        <a:t></a:t>
                      </a:r>
                      <a:r>
                        <a:rPr lang="en-US" sz="2000" b="1" dirty="0">
                          <a:effectLst/>
                        </a:rPr>
                        <a:t> </a:t>
                      </a:r>
                      <a:r>
                        <a:rPr lang="en-US" sz="2000" b="1" dirty="0" err="1">
                          <a:effectLst/>
                        </a:rPr>
                        <a:t>aT</a:t>
                      </a:r>
                      <a:r>
                        <a:rPr lang="en-US" sz="2000" b="1" dirty="0">
                          <a:effectLst/>
                        </a:rPr>
                        <a:t> | </a:t>
                      </a:r>
                      <a:r>
                        <a:rPr lang="en-US" sz="2000" b="1" dirty="0" err="1">
                          <a:effectLst/>
                        </a:rPr>
                        <a:t>bR</a:t>
                      </a:r>
                      <a:r>
                        <a:rPr lang="en-US" sz="2000" b="1" dirty="0">
                          <a:effectLst/>
                        </a:rPr>
                        <a:t> | </a:t>
                      </a:r>
                      <a:r>
                        <a:rPr lang="en-US" sz="2000" b="1" dirty="0">
                          <a:effectLst/>
                          <a:sym typeface="Symbol" panose="05050102010706020507" pitchFamily="18" charset="2"/>
                        </a:rPr>
                        <a:t></a:t>
                      </a:r>
                      <a:r>
                        <a:rPr lang="en-US" sz="2000" b="1" dirty="0">
                          <a:effectLst/>
                        </a:rPr>
                        <a:t> | </a:t>
                      </a:r>
                      <a:r>
                        <a:rPr lang="en-US" sz="2000" b="1" dirty="0">
                          <a:solidFill>
                            <a:srgbClr val="FF0000"/>
                          </a:solidFill>
                          <a:effectLst/>
                        </a:rPr>
                        <a:t>b</a:t>
                      </a:r>
                    </a:p>
                    <a:p>
                      <a:pPr marL="0" marR="0">
                        <a:lnSpc>
                          <a:spcPct val="100000"/>
                        </a:lnSpc>
                        <a:spcBef>
                          <a:spcPts val="0"/>
                        </a:spcBef>
                        <a:spcAft>
                          <a:spcPts val="0"/>
                        </a:spcAft>
                      </a:pPr>
                      <a:r>
                        <a:rPr lang="en-US" sz="2000" b="1" dirty="0">
                          <a:effectLst/>
                        </a:rPr>
                        <a:t>R </a:t>
                      </a:r>
                      <a:r>
                        <a:rPr lang="en-US" sz="2000" b="1" dirty="0">
                          <a:effectLst/>
                          <a:sym typeface="Wingdings" panose="05000000000000000000" pitchFamily="2" charset="2"/>
                        </a:rPr>
                        <a:t></a:t>
                      </a:r>
                      <a:r>
                        <a:rPr lang="en-US" sz="2000" b="1" dirty="0">
                          <a:effectLst/>
                        </a:rPr>
                        <a:t> </a:t>
                      </a:r>
                      <a:r>
                        <a:rPr lang="en-US" sz="2000" b="1" dirty="0" err="1">
                          <a:effectLst/>
                        </a:rPr>
                        <a:t>bS</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2962472"/>
                  </a:ext>
                </a:extLst>
              </a:tr>
              <a:tr h="1674515">
                <a:tc>
                  <a:txBody>
                    <a:bodyPr/>
                    <a:lstStyle/>
                    <a:p>
                      <a:pPr marL="0" marR="0">
                        <a:lnSpc>
                          <a:spcPct val="100000"/>
                        </a:lnSpc>
                        <a:spcBef>
                          <a:spcPts val="0"/>
                        </a:spcBef>
                        <a:spcAft>
                          <a:spcPts val="0"/>
                        </a:spcAft>
                      </a:pPr>
                      <a:r>
                        <a:rPr lang="en-US" sz="2000" b="1" dirty="0">
                          <a:effectLst/>
                        </a:rPr>
                        <a:t>Remove  </a:t>
                      </a:r>
                      <a:r>
                        <a:rPr lang="en-US" sz="2000" b="1" dirty="0">
                          <a:solidFill>
                            <a:srgbClr val="FF0000"/>
                          </a:solidFill>
                          <a:effectLst/>
                        </a:rPr>
                        <a:t>T </a:t>
                      </a:r>
                      <a:r>
                        <a:rPr lang="en-US" sz="2000" b="1" dirty="0">
                          <a:solidFill>
                            <a:srgbClr val="FF0000"/>
                          </a:solidFill>
                          <a:effectLst/>
                          <a:sym typeface="Wingdings" panose="05000000000000000000" pitchFamily="2" charset="2"/>
                        </a:rPr>
                        <a:t></a:t>
                      </a:r>
                      <a:r>
                        <a:rPr lang="en-US" sz="2000" b="1" dirty="0">
                          <a:solidFill>
                            <a:srgbClr val="FF0000"/>
                          </a:solidFill>
                          <a:effectLst/>
                        </a:rPr>
                        <a:t> </a:t>
                      </a:r>
                      <a:r>
                        <a:rPr lang="en-US" sz="2000" b="1" dirty="0">
                          <a:solidFill>
                            <a:srgbClr val="FF0000"/>
                          </a:solidFill>
                          <a:effectLst/>
                          <a:sym typeface="Symbol" panose="05050102010706020507" pitchFamily="18" charset="2"/>
                        </a:rPr>
                        <a:t></a:t>
                      </a:r>
                      <a:endParaRPr lang="en-US" sz="2000" b="1" dirty="0">
                        <a:solidFill>
                          <a:srgbClr val="FF0000"/>
                        </a:solidFill>
                        <a:effectLst/>
                      </a:endParaRPr>
                    </a:p>
                    <a:p>
                      <a:pPr marL="0" marR="0">
                        <a:lnSpc>
                          <a:spcPct val="100000"/>
                        </a:lnSpc>
                        <a:spcBef>
                          <a:spcPts val="0"/>
                        </a:spcBef>
                        <a:spcAft>
                          <a:spcPts val="0"/>
                        </a:spcAft>
                      </a:pPr>
                      <a:r>
                        <a:rPr lang="en-US" sz="2000" b="1" dirty="0">
                          <a:effectLst/>
                        </a:rPr>
                        <a:t>P </a:t>
                      </a:r>
                      <a:r>
                        <a:rPr lang="en-US" sz="2000" b="1" dirty="0">
                          <a:effectLst/>
                          <a:sym typeface="Wingdings" panose="05000000000000000000" pitchFamily="2" charset="2"/>
                        </a:rPr>
                        <a:t></a:t>
                      </a:r>
                      <a:r>
                        <a:rPr lang="en-US" sz="2000" b="1" dirty="0">
                          <a:effectLst/>
                        </a:rPr>
                        <a:t> S</a:t>
                      </a:r>
                    </a:p>
                    <a:p>
                      <a:pPr marL="0" marR="0">
                        <a:lnSpc>
                          <a:spcPct val="100000"/>
                        </a:lnSpc>
                        <a:spcBef>
                          <a:spcPts val="0"/>
                        </a:spcBef>
                        <a:spcAft>
                          <a:spcPts val="0"/>
                        </a:spcAft>
                      </a:pPr>
                      <a:r>
                        <a:rPr lang="en-US" sz="2000" b="1" dirty="0">
                          <a:effectLst/>
                        </a:rPr>
                        <a:t>S </a:t>
                      </a:r>
                      <a:r>
                        <a:rPr lang="en-US" sz="2000" b="1" dirty="0">
                          <a:effectLst/>
                          <a:sym typeface="Wingdings" panose="05000000000000000000" pitchFamily="2" charset="2"/>
                        </a:rPr>
                        <a:t></a:t>
                      </a:r>
                      <a:r>
                        <a:rPr lang="en-US" sz="2000" b="1" dirty="0">
                          <a:effectLst/>
                        </a:rPr>
                        <a:t> </a:t>
                      </a:r>
                      <a:r>
                        <a:rPr lang="en-US" sz="2000" b="1" dirty="0" err="1">
                          <a:effectLst/>
                        </a:rPr>
                        <a:t>bS</a:t>
                      </a:r>
                      <a:r>
                        <a:rPr lang="en-US" sz="2000" b="1" dirty="0">
                          <a:effectLst/>
                        </a:rPr>
                        <a:t> | </a:t>
                      </a:r>
                      <a:r>
                        <a:rPr lang="en-US" sz="2000" b="1" dirty="0" err="1">
                          <a:effectLst/>
                        </a:rPr>
                        <a:t>aT</a:t>
                      </a:r>
                      <a:r>
                        <a:rPr lang="en-US" sz="2000" b="1" dirty="0">
                          <a:effectLst/>
                        </a:rPr>
                        <a:t> | </a:t>
                      </a:r>
                      <a:r>
                        <a:rPr lang="en-US" sz="2000" b="1" dirty="0">
                          <a:effectLst/>
                          <a:sym typeface="Symbol" panose="05050102010706020507" pitchFamily="18" charset="2"/>
                        </a:rPr>
                        <a:t></a:t>
                      </a:r>
                      <a:r>
                        <a:rPr lang="en-US" sz="2000" b="1" dirty="0">
                          <a:effectLst/>
                        </a:rPr>
                        <a:t> | </a:t>
                      </a:r>
                      <a:r>
                        <a:rPr lang="en-US" sz="2000" b="1" dirty="0">
                          <a:solidFill>
                            <a:srgbClr val="FF0000"/>
                          </a:solidFill>
                          <a:effectLst/>
                        </a:rPr>
                        <a:t>a</a:t>
                      </a:r>
                    </a:p>
                    <a:p>
                      <a:pPr marL="0" marR="0">
                        <a:lnSpc>
                          <a:spcPct val="100000"/>
                        </a:lnSpc>
                        <a:spcBef>
                          <a:spcPts val="0"/>
                        </a:spcBef>
                        <a:spcAft>
                          <a:spcPts val="0"/>
                        </a:spcAft>
                      </a:pPr>
                      <a:r>
                        <a:rPr lang="en-US" sz="2000" b="1" dirty="0">
                          <a:effectLst/>
                        </a:rPr>
                        <a:t>T </a:t>
                      </a:r>
                      <a:r>
                        <a:rPr lang="en-US" sz="2000" b="1" dirty="0">
                          <a:effectLst/>
                          <a:sym typeface="Wingdings" panose="05000000000000000000" pitchFamily="2" charset="2"/>
                        </a:rPr>
                        <a:t></a:t>
                      </a:r>
                      <a:r>
                        <a:rPr lang="en-US" sz="2000" b="1" dirty="0">
                          <a:effectLst/>
                        </a:rPr>
                        <a:t> </a:t>
                      </a:r>
                      <a:r>
                        <a:rPr lang="en-US" sz="2000" b="1" dirty="0" err="1">
                          <a:effectLst/>
                        </a:rPr>
                        <a:t>aT</a:t>
                      </a:r>
                      <a:r>
                        <a:rPr lang="en-US" sz="2000" b="1" dirty="0">
                          <a:effectLst/>
                        </a:rPr>
                        <a:t> | </a:t>
                      </a:r>
                      <a:r>
                        <a:rPr lang="en-US" sz="2000" b="1" dirty="0" err="1">
                          <a:effectLst/>
                        </a:rPr>
                        <a:t>bR</a:t>
                      </a:r>
                      <a:r>
                        <a:rPr lang="en-US" sz="2000" b="1" dirty="0">
                          <a:effectLst/>
                        </a:rPr>
                        <a:t> | b |  </a:t>
                      </a:r>
                      <a:r>
                        <a:rPr lang="en-US" sz="2000" b="1" dirty="0">
                          <a:solidFill>
                            <a:srgbClr val="FF0000"/>
                          </a:solidFill>
                          <a:effectLst/>
                        </a:rPr>
                        <a:t>a</a:t>
                      </a:r>
                    </a:p>
                    <a:p>
                      <a:pPr marL="0" marR="0">
                        <a:lnSpc>
                          <a:spcPct val="100000"/>
                        </a:lnSpc>
                        <a:spcBef>
                          <a:spcPts val="0"/>
                        </a:spcBef>
                        <a:spcAft>
                          <a:spcPts val="0"/>
                        </a:spcAft>
                      </a:pPr>
                      <a:r>
                        <a:rPr lang="en-US" sz="2000" b="1" dirty="0">
                          <a:effectLst/>
                        </a:rPr>
                        <a:t>R </a:t>
                      </a:r>
                      <a:r>
                        <a:rPr lang="en-US" sz="2000" b="1" dirty="0">
                          <a:effectLst/>
                          <a:sym typeface="Wingdings" panose="05000000000000000000" pitchFamily="2" charset="2"/>
                        </a:rPr>
                        <a:t></a:t>
                      </a:r>
                      <a:r>
                        <a:rPr lang="en-US" sz="2000" b="1" dirty="0">
                          <a:effectLst/>
                        </a:rPr>
                        <a:t> </a:t>
                      </a:r>
                      <a:r>
                        <a:rPr lang="en-US" sz="2000" b="1" dirty="0" err="1">
                          <a:effectLst/>
                        </a:rPr>
                        <a:t>bS</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2000" b="1" dirty="0">
                          <a:effectLst/>
                        </a:rPr>
                        <a:t>Remove  </a:t>
                      </a:r>
                      <a:r>
                        <a:rPr lang="en-US" sz="2000" b="1" dirty="0">
                          <a:solidFill>
                            <a:srgbClr val="FF0000"/>
                          </a:solidFill>
                          <a:effectLst/>
                        </a:rPr>
                        <a:t>S </a:t>
                      </a:r>
                      <a:r>
                        <a:rPr lang="en-US" sz="2000" b="1" dirty="0">
                          <a:solidFill>
                            <a:srgbClr val="FF0000"/>
                          </a:solidFill>
                          <a:effectLst/>
                          <a:sym typeface="Wingdings" panose="05000000000000000000" pitchFamily="2" charset="2"/>
                        </a:rPr>
                        <a:t></a:t>
                      </a:r>
                      <a:r>
                        <a:rPr lang="en-US" sz="2000" b="1" dirty="0">
                          <a:solidFill>
                            <a:srgbClr val="FF0000"/>
                          </a:solidFill>
                          <a:effectLst/>
                        </a:rPr>
                        <a:t> </a:t>
                      </a:r>
                      <a:r>
                        <a:rPr lang="en-US" sz="2000" b="1" dirty="0">
                          <a:solidFill>
                            <a:srgbClr val="FF0000"/>
                          </a:solidFill>
                          <a:effectLst/>
                          <a:sym typeface="Symbol" panose="05050102010706020507" pitchFamily="18" charset="2"/>
                        </a:rPr>
                        <a:t></a:t>
                      </a:r>
                      <a:endParaRPr lang="en-US" sz="2000" b="1" dirty="0">
                        <a:solidFill>
                          <a:srgbClr val="FF0000"/>
                        </a:solidFill>
                        <a:effectLst/>
                      </a:endParaRPr>
                    </a:p>
                    <a:p>
                      <a:pPr marL="0" marR="0">
                        <a:lnSpc>
                          <a:spcPct val="100000"/>
                        </a:lnSpc>
                        <a:spcBef>
                          <a:spcPts val="0"/>
                        </a:spcBef>
                        <a:spcAft>
                          <a:spcPts val="0"/>
                        </a:spcAft>
                      </a:pPr>
                      <a:r>
                        <a:rPr lang="en-US" sz="2000" b="1" dirty="0">
                          <a:effectLst/>
                        </a:rPr>
                        <a:t>P </a:t>
                      </a:r>
                      <a:r>
                        <a:rPr lang="en-US" sz="2000" b="1" dirty="0">
                          <a:effectLst/>
                          <a:sym typeface="Wingdings" panose="05000000000000000000" pitchFamily="2" charset="2"/>
                        </a:rPr>
                        <a:t></a:t>
                      </a:r>
                      <a:r>
                        <a:rPr lang="en-US" sz="2000" b="1" dirty="0">
                          <a:effectLst/>
                        </a:rPr>
                        <a:t> S | </a:t>
                      </a:r>
                      <a:r>
                        <a:rPr lang="en-US" sz="2000" b="1" dirty="0">
                          <a:solidFill>
                            <a:srgbClr val="FF0000"/>
                          </a:solidFill>
                          <a:effectLst/>
                          <a:sym typeface="Symbol" panose="05050102010706020507" pitchFamily="18" charset="2"/>
                        </a:rPr>
                        <a:t></a:t>
                      </a:r>
                      <a:endParaRPr lang="en-US" sz="2000" b="1" dirty="0">
                        <a:solidFill>
                          <a:srgbClr val="FF0000"/>
                        </a:solidFill>
                        <a:effectLst/>
                      </a:endParaRPr>
                    </a:p>
                    <a:p>
                      <a:pPr marL="0" marR="0">
                        <a:lnSpc>
                          <a:spcPct val="100000"/>
                        </a:lnSpc>
                        <a:spcBef>
                          <a:spcPts val="0"/>
                        </a:spcBef>
                        <a:spcAft>
                          <a:spcPts val="0"/>
                        </a:spcAft>
                      </a:pPr>
                      <a:r>
                        <a:rPr lang="en-US" sz="2000" b="1" dirty="0">
                          <a:effectLst/>
                        </a:rPr>
                        <a:t>S </a:t>
                      </a:r>
                      <a:r>
                        <a:rPr lang="en-US" sz="2000" b="1" dirty="0">
                          <a:effectLst/>
                          <a:sym typeface="Wingdings" panose="05000000000000000000" pitchFamily="2" charset="2"/>
                        </a:rPr>
                        <a:t></a:t>
                      </a:r>
                      <a:r>
                        <a:rPr lang="en-US" sz="2000" b="1" dirty="0">
                          <a:effectLst/>
                        </a:rPr>
                        <a:t> </a:t>
                      </a:r>
                      <a:r>
                        <a:rPr lang="en-US" sz="2000" b="1" dirty="0" err="1">
                          <a:effectLst/>
                        </a:rPr>
                        <a:t>bS</a:t>
                      </a:r>
                      <a:r>
                        <a:rPr lang="en-US" sz="2000" b="1" dirty="0">
                          <a:effectLst/>
                        </a:rPr>
                        <a:t> | </a:t>
                      </a:r>
                      <a:r>
                        <a:rPr lang="en-US" sz="2000" b="1" dirty="0" err="1">
                          <a:effectLst/>
                        </a:rPr>
                        <a:t>aT</a:t>
                      </a:r>
                      <a:r>
                        <a:rPr lang="en-US" sz="2000" b="1" dirty="0">
                          <a:effectLst/>
                        </a:rPr>
                        <a:t>  | a | </a:t>
                      </a:r>
                      <a:r>
                        <a:rPr lang="en-US" sz="2000" b="1" dirty="0">
                          <a:solidFill>
                            <a:srgbClr val="FF0000"/>
                          </a:solidFill>
                          <a:effectLst/>
                        </a:rPr>
                        <a:t>b</a:t>
                      </a:r>
                    </a:p>
                    <a:p>
                      <a:pPr marL="0" marR="0">
                        <a:lnSpc>
                          <a:spcPct val="100000"/>
                        </a:lnSpc>
                        <a:spcBef>
                          <a:spcPts val="0"/>
                        </a:spcBef>
                        <a:spcAft>
                          <a:spcPts val="0"/>
                        </a:spcAft>
                      </a:pPr>
                      <a:r>
                        <a:rPr lang="en-US" sz="2000" b="1" dirty="0">
                          <a:effectLst/>
                        </a:rPr>
                        <a:t>T </a:t>
                      </a:r>
                      <a:r>
                        <a:rPr lang="en-US" sz="2000" b="1" dirty="0">
                          <a:effectLst/>
                          <a:sym typeface="Wingdings" panose="05000000000000000000" pitchFamily="2" charset="2"/>
                        </a:rPr>
                        <a:t></a:t>
                      </a:r>
                      <a:r>
                        <a:rPr lang="en-US" sz="2000" b="1" dirty="0">
                          <a:effectLst/>
                        </a:rPr>
                        <a:t> </a:t>
                      </a:r>
                      <a:r>
                        <a:rPr lang="en-US" sz="2000" b="1" dirty="0" err="1">
                          <a:effectLst/>
                        </a:rPr>
                        <a:t>aT</a:t>
                      </a:r>
                      <a:r>
                        <a:rPr lang="en-US" sz="2000" b="1" dirty="0">
                          <a:effectLst/>
                        </a:rPr>
                        <a:t> | </a:t>
                      </a:r>
                      <a:r>
                        <a:rPr lang="en-US" sz="2000" b="1" dirty="0" err="1">
                          <a:effectLst/>
                        </a:rPr>
                        <a:t>bR</a:t>
                      </a:r>
                      <a:r>
                        <a:rPr lang="en-US" sz="2000" b="1" dirty="0">
                          <a:effectLst/>
                        </a:rPr>
                        <a:t> | b |  a</a:t>
                      </a:r>
                    </a:p>
                    <a:p>
                      <a:pPr marL="0" marR="0">
                        <a:lnSpc>
                          <a:spcPct val="100000"/>
                        </a:lnSpc>
                        <a:spcBef>
                          <a:spcPts val="0"/>
                        </a:spcBef>
                        <a:spcAft>
                          <a:spcPts val="0"/>
                        </a:spcAft>
                      </a:pPr>
                      <a:r>
                        <a:rPr lang="en-US" sz="2000" b="1" dirty="0">
                          <a:effectLst/>
                        </a:rPr>
                        <a:t>R </a:t>
                      </a:r>
                      <a:r>
                        <a:rPr lang="en-US" sz="2000" b="1" dirty="0">
                          <a:effectLst/>
                          <a:sym typeface="Wingdings" panose="05000000000000000000" pitchFamily="2" charset="2"/>
                        </a:rPr>
                        <a:t></a:t>
                      </a:r>
                      <a:r>
                        <a:rPr lang="en-US" sz="2000" b="1" dirty="0">
                          <a:effectLst/>
                        </a:rPr>
                        <a:t> </a:t>
                      </a:r>
                      <a:r>
                        <a:rPr lang="en-US" sz="2000" b="1" dirty="0" err="1">
                          <a:effectLst/>
                        </a:rPr>
                        <a:t>bS</a:t>
                      </a:r>
                      <a:r>
                        <a:rPr lang="en-US" sz="2000" b="1" dirty="0">
                          <a:effectLst/>
                        </a:rPr>
                        <a:t> | </a:t>
                      </a:r>
                      <a:r>
                        <a:rPr lang="en-US" sz="2000" b="1" dirty="0">
                          <a:solidFill>
                            <a:srgbClr val="FF0000"/>
                          </a:solidFill>
                          <a:effectLst/>
                        </a:rPr>
                        <a:t>b</a:t>
                      </a:r>
                      <a:endParaRPr lang="en-US" sz="20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2000" b="1" dirty="0">
                          <a:effectLst/>
                        </a:rPr>
                        <a:t>Remove  </a:t>
                      </a:r>
                      <a:r>
                        <a:rPr lang="en-US" sz="2000" b="1" dirty="0">
                          <a:solidFill>
                            <a:srgbClr val="FF0000"/>
                          </a:solidFill>
                          <a:effectLst/>
                        </a:rPr>
                        <a:t>P </a:t>
                      </a:r>
                      <a:r>
                        <a:rPr lang="en-US" sz="2000" b="1" dirty="0">
                          <a:solidFill>
                            <a:srgbClr val="FF0000"/>
                          </a:solidFill>
                          <a:effectLst/>
                          <a:sym typeface="Wingdings" panose="05000000000000000000" pitchFamily="2" charset="2"/>
                        </a:rPr>
                        <a:t></a:t>
                      </a:r>
                      <a:r>
                        <a:rPr lang="en-US" sz="2000" b="1" dirty="0">
                          <a:solidFill>
                            <a:srgbClr val="FF0000"/>
                          </a:solidFill>
                          <a:effectLst/>
                        </a:rPr>
                        <a:t> S</a:t>
                      </a:r>
                    </a:p>
                    <a:p>
                      <a:pPr marL="0" marR="0">
                        <a:lnSpc>
                          <a:spcPct val="100000"/>
                        </a:lnSpc>
                        <a:spcBef>
                          <a:spcPts val="0"/>
                        </a:spcBef>
                        <a:spcAft>
                          <a:spcPts val="0"/>
                        </a:spcAft>
                      </a:pPr>
                      <a:r>
                        <a:rPr lang="en-US" sz="2000" b="1" dirty="0">
                          <a:effectLst/>
                        </a:rPr>
                        <a:t>P </a:t>
                      </a:r>
                      <a:r>
                        <a:rPr lang="en-US" sz="2000" b="1" dirty="0">
                          <a:effectLst/>
                          <a:sym typeface="Wingdings" panose="05000000000000000000" pitchFamily="2" charset="2"/>
                        </a:rPr>
                        <a:t></a:t>
                      </a:r>
                      <a:r>
                        <a:rPr lang="en-US" sz="2000" b="1" dirty="0">
                          <a:effectLst/>
                        </a:rPr>
                        <a:t> </a:t>
                      </a:r>
                      <a:r>
                        <a:rPr lang="en-US" sz="2000" b="1" dirty="0" err="1">
                          <a:solidFill>
                            <a:srgbClr val="FF0000"/>
                          </a:solidFill>
                          <a:effectLst/>
                        </a:rPr>
                        <a:t>bS</a:t>
                      </a:r>
                      <a:r>
                        <a:rPr lang="en-US" sz="2000" b="1" dirty="0">
                          <a:solidFill>
                            <a:srgbClr val="FF0000"/>
                          </a:solidFill>
                          <a:effectLst/>
                        </a:rPr>
                        <a:t> | </a:t>
                      </a:r>
                      <a:r>
                        <a:rPr lang="en-US" sz="2000" b="1" dirty="0" err="1">
                          <a:solidFill>
                            <a:srgbClr val="FF0000"/>
                          </a:solidFill>
                          <a:effectLst/>
                        </a:rPr>
                        <a:t>aT</a:t>
                      </a:r>
                      <a:r>
                        <a:rPr lang="en-US" sz="2000" b="1" dirty="0">
                          <a:solidFill>
                            <a:srgbClr val="FF0000"/>
                          </a:solidFill>
                          <a:effectLst/>
                        </a:rPr>
                        <a:t>  | a | b | </a:t>
                      </a:r>
                      <a:r>
                        <a:rPr lang="en-US" sz="2000" b="1" dirty="0">
                          <a:effectLst/>
                          <a:sym typeface="Symbol" panose="05050102010706020507" pitchFamily="18" charset="2"/>
                        </a:rPr>
                        <a:t></a:t>
                      </a:r>
                      <a:endParaRPr lang="en-US" sz="2000" b="1" dirty="0">
                        <a:effectLst/>
                      </a:endParaRPr>
                    </a:p>
                    <a:p>
                      <a:pPr marL="0" marR="0">
                        <a:lnSpc>
                          <a:spcPct val="100000"/>
                        </a:lnSpc>
                        <a:spcBef>
                          <a:spcPts val="0"/>
                        </a:spcBef>
                        <a:spcAft>
                          <a:spcPts val="0"/>
                        </a:spcAft>
                      </a:pPr>
                      <a:r>
                        <a:rPr lang="en-US" sz="2000" b="1" dirty="0">
                          <a:effectLst/>
                        </a:rPr>
                        <a:t>S </a:t>
                      </a:r>
                      <a:r>
                        <a:rPr lang="en-US" sz="2000" b="1" dirty="0">
                          <a:effectLst/>
                          <a:sym typeface="Wingdings" panose="05000000000000000000" pitchFamily="2" charset="2"/>
                        </a:rPr>
                        <a:t></a:t>
                      </a:r>
                      <a:r>
                        <a:rPr lang="en-US" sz="2000" b="1" dirty="0">
                          <a:effectLst/>
                        </a:rPr>
                        <a:t> </a:t>
                      </a:r>
                      <a:r>
                        <a:rPr lang="en-US" sz="2000" b="1" dirty="0" err="1">
                          <a:effectLst/>
                        </a:rPr>
                        <a:t>bS</a:t>
                      </a:r>
                      <a:r>
                        <a:rPr lang="en-US" sz="2000" b="1" dirty="0">
                          <a:effectLst/>
                        </a:rPr>
                        <a:t> | </a:t>
                      </a:r>
                      <a:r>
                        <a:rPr lang="en-US" sz="2000" b="1" dirty="0" err="1">
                          <a:effectLst/>
                        </a:rPr>
                        <a:t>aT</a:t>
                      </a:r>
                      <a:r>
                        <a:rPr lang="en-US" sz="2000" b="1" dirty="0">
                          <a:effectLst/>
                        </a:rPr>
                        <a:t>  | a | b</a:t>
                      </a:r>
                    </a:p>
                    <a:p>
                      <a:pPr marL="0" marR="0">
                        <a:lnSpc>
                          <a:spcPct val="100000"/>
                        </a:lnSpc>
                        <a:spcBef>
                          <a:spcPts val="0"/>
                        </a:spcBef>
                        <a:spcAft>
                          <a:spcPts val="0"/>
                        </a:spcAft>
                      </a:pPr>
                      <a:r>
                        <a:rPr lang="en-US" sz="2000" b="1" dirty="0">
                          <a:effectLst/>
                        </a:rPr>
                        <a:t>T </a:t>
                      </a:r>
                      <a:r>
                        <a:rPr lang="en-US" sz="2000" b="1" dirty="0">
                          <a:effectLst/>
                          <a:sym typeface="Wingdings" panose="05000000000000000000" pitchFamily="2" charset="2"/>
                        </a:rPr>
                        <a:t></a:t>
                      </a:r>
                      <a:r>
                        <a:rPr lang="en-US" sz="2000" b="1" dirty="0">
                          <a:effectLst/>
                        </a:rPr>
                        <a:t> </a:t>
                      </a:r>
                      <a:r>
                        <a:rPr lang="en-US" sz="2000" b="1" dirty="0" err="1">
                          <a:effectLst/>
                        </a:rPr>
                        <a:t>aT</a:t>
                      </a:r>
                      <a:r>
                        <a:rPr lang="en-US" sz="2000" b="1" dirty="0">
                          <a:effectLst/>
                        </a:rPr>
                        <a:t> | </a:t>
                      </a:r>
                      <a:r>
                        <a:rPr lang="en-US" sz="2000" b="1" dirty="0" err="1">
                          <a:effectLst/>
                        </a:rPr>
                        <a:t>bR</a:t>
                      </a:r>
                      <a:r>
                        <a:rPr lang="en-US" sz="2000" b="1" dirty="0">
                          <a:effectLst/>
                        </a:rPr>
                        <a:t> | b |  a</a:t>
                      </a:r>
                    </a:p>
                    <a:p>
                      <a:pPr marL="0" marR="0">
                        <a:lnSpc>
                          <a:spcPct val="100000"/>
                        </a:lnSpc>
                        <a:spcBef>
                          <a:spcPts val="0"/>
                        </a:spcBef>
                        <a:spcAft>
                          <a:spcPts val="0"/>
                        </a:spcAft>
                      </a:pPr>
                      <a:r>
                        <a:rPr lang="en-US" sz="2000" b="1" dirty="0">
                          <a:effectLst/>
                        </a:rPr>
                        <a:t>R </a:t>
                      </a:r>
                      <a:r>
                        <a:rPr lang="en-US" sz="2000" b="1" dirty="0">
                          <a:effectLst/>
                          <a:sym typeface="Wingdings" panose="05000000000000000000" pitchFamily="2" charset="2"/>
                        </a:rPr>
                        <a:t></a:t>
                      </a:r>
                      <a:r>
                        <a:rPr lang="en-US" sz="2000" b="1" dirty="0">
                          <a:effectLst/>
                        </a:rPr>
                        <a:t> </a:t>
                      </a:r>
                      <a:r>
                        <a:rPr lang="en-US" sz="2000" b="1" dirty="0" err="1">
                          <a:effectLst/>
                        </a:rPr>
                        <a:t>bS</a:t>
                      </a:r>
                      <a:r>
                        <a:rPr lang="en-US" sz="2000" b="1" dirty="0">
                          <a:effectLst/>
                        </a:rPr>
                        <a:t> | b</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7588246"/>
                  </a:ext>
                </a:extLst>
              </a:tr>
              <a:tr h="2644025">
                <a:tc>
                  <a:txBody>
                    <a:bodyPr/>
                    <a:lstStyle/>
                    <a:p>
                      <a:pPr marL="0" marR="0">
                        <a:lnSpc>
                          <a:spcPct val="100000"/>
                        </a:lnSpc>
                        <a:spcBef>
                          <a:spcPts val="0"/>
                        </a:spcBef>
                        <a:spcAft>
                          <a:spcPts val="0"/>
                        </a:spcAft>
                      </a:pPr>
                      <a:r>
                        <a:rPr lang="en-US" sz="2000" b="1" dirty="0">
                          <a:effectLst/>
                        </a:rPr>
                        <a:t>Find rules not in CNF format</a:t>
                      </a:r>
                    </a:p>
                    <a:p>
                      <a:pPr marL="0" marR="0">
                        <a:lnSpc>
                          <a:spcPct val="100000"/>
                        </a:lnSpc>
                        <a:spcBef>
                          <a:spcPts val="0"/>
                        </a:spcBef>
                        <a:spcAft>
                          <a:spcPts val="0"/>
                        </a:spcAft>
                      </a:pPr>
                      <a:r>
                        <a:rPr lang="en-US" sz="2000" b="1" dirty="0">
                          <a:effectLst/>
                        </a:rPr>
                        <a:t>P </a:t>
                      </a:r>
                      <a:r>
                        <a:rPr lang="en-US" sz="2000" b="1" dirty="0">
                          <a:effectLst/>
                          <a:sym typeface="Wingdings" panose="05000000000000000000" pitchFamily="2" charset="2"/>
                        </a:rPr>
                        <a:t></a:t>
                      </a:r>
                      <a:r>
                        <a:rPr lang="en-US" sz="2000" b="1" dirty="0">
                          <a:effectLst/>
                        </a:rPr>
                        <a:t> </a:t>
                      </a:r>
                      <a:r>
                        <a:rPr lang="en-US" sz="2000" b="1" dirty="0" err="1">
                          <a:solidFill>
                            <a:srgbClr val="FF0000"/>
                          </a:solidFill>
                          <a:effectLst/>
                        </a:rPr>
                        <a:t>bS</a:t>
                      </a:r>
                      <a:r>
                        <a:rPr lang="en-US" sz="2000" b="1" dirty="0">
                          <a:effectLst/>
                        </a:rPr>
                        <a:t> | </a:t>
                      </a:r>
                      <a:r>
                        <a:rPr lang="en-US" sz="2000" b="1" dirty="0" err="1">
                          <a:solidFill>
                            <a:srgbClr val="FF0000"/>
                          </a:solidFill>
                          <a:effectLst/>
                        </a:rPr>
                        <a:t>aT</a:t>
                      </a:r>
                      <a:r>
                        <a:rPr lang="en-US" sz="2000" b="1" dirty="0">
                          <a:effectLst/>
                        </a:rPr>
                        <a:t>  | a | b | </a:t>
                      </a:r>
                      <a:r>
                        <a:rPr lang="en-US" sz="2000" b="1" dirty="0">
                          <a:effectLst/>
                          <a:sym typeface="Symbol" panose="05050102010706020507" pitchFamily="18" charset="2"/>
                        </a:rPr>
                        <a:t></a:t>
                      </a:r>
                      <a:endParaRPr lang="en-US" sz="2000" b="1" dirty="0">
                        <a:effectLst/>
                      </a:endParaRPr>
                    </a:p>
                    <a:p>
                      <a:pPr marL="0" marR="0">
                        <a:lnSpc>
                          <a:spcPct val="100000"/>
                        </a:lnSpc>
                        <a:spcBef>
                          <a:spcPts val="0"/>
                        </a:spcBef>
                        <a:spcAft>
                          <a:spcPts val="0"/>
                        </a:spcAft>
                      </a:pPr>
                      <a:r>
                        <a:rPr lang="en-US" sz="2000" b="1" dirty="0">
                          <a:effectLst/>
                        </a:rPr>
                        <a:t>S </a:t>
                      </a:r>
                      <a:r>
                        <a:rPr lang="en-US" sz="2000" b="1" dirty="0">
                          <a:effectLst/>
                          <a:sym typeface="Wingdings" panose="05000000000000000000" pitchFamily="2" charset="2"/>
                        </a:rPr>
                        <a:t></a:t>
                      </a:r>
                      <a:r>
                        <a:rPr lang="en-US" sz="2000" b="1" dirty="0">
                          <a:effectLst/>
                        </a:rPr>
                        <a:t> </a:t>
                      </a:r>
                      <a:r>
                        <a:rPr lang="en-US" sz="2000" b="1" dirty="0" err="1">
                          <a:solidFill>
                            <a:srgbClr val="FF0000"/>
                          </a:solidFill>
                          <a:effectLst/>
                        </a:rPr>
                        <a:t>bS</a:t>
                      </a:r>
                      <a:r>
                        <a:rPr lang="en-US" sz="2000" b="1" dirty="0">
                          <a:effectLst/>
                        </a:rPr>
                        <a:t> | </a:t>
                      </a:r>
                      <a:r>
                        <a:rPr lang="en-US" sz="2000" b="1" dirty="0" err="1">
                          <a:solidFill>
                            <a:srgbClr val="FF0000"/>
                          </a:solidFill>
                          <a:effectLst/>
                        </a:rPr>
                        <a:t>aT</a:t>
                      </a:r>
                      <a:r>
                        <a:rPr lang="en-US" sz="2000" b="1" dirty="0">
                          <a:effectLst/>
                        </a:rPr>
                        <a:t>  | a | b</a:t>
                      </a:r>
                    </a:p>
                    <a:p>
                      <a:pPr marL="0" marR="0">
                        <a:lnSpc>
                          <a:spcPct val="100000"/>
                        </a:lnSpc>
                        <a:spcBef>
                          <a:spcPts val="0"/>
                        </a:spcBef>
                        <a:spcAft>
                          <a:spcPts val="0"/>
                        </a:spcAft>
                      </a:pPr>
                      <a:r>
                        <a:rPr lang="en-US" sz="2000" b="1" dirty="0">
                          <a:effectLst/>
                        </a:rPr>
                        <a:t>T </a:t>
                      </a:r>
                      <a:r>
                        <a:rPr lang="en-US" sz="2000" b="1" dirty="0">
                          <a:effectLst/>
                          <a:sym typeface="Wingdings" panose="05000000000000000000" pitchFamily="2" charset="2"/>
                        </a:rPr>
                        <a:t></a:t>
                      </a:r>
                      <a:r>
                        <a:rPr lang="en-US" sz="2000" b="1" dirty="0">
                          <a:effectLst/>
                        </a:rPr>
                        <a:t> </a:t>
                      </a:r>
                      <a:r>
                        <a:rPr lang="en-US" sz="2000" b="1" dirty="0" err="1">
                          <a:solidFill>
                            <a:srgbClr val="FF0000"/>
                          </a:solidFill>
                          <a:effectLst/>
                        </a:rPr>
                        <a:t>aT</a:t>
                      </a:r>
                      <a:r>
                        <a:rPr lang="en-US" sz="2000" b="1" dirty="0">
                          <a:effectLst/>
                        </a:rPr>
                        <a:t> | </a:t>
                      </a:r>
                      <a:r>
                        <a:rPr lang="en-US" sz="2000" b="1" dirty="0" err="1">
                          <a:solidFill>
                            <a:srgbClr val="FF0000"/>
                          </a:solidFill>
                          <a:effectLst/>
                        </a:rPr>
                        <a:t>bR</a:t>
                      </a:r>
                      <a:r>
                        <a:rPr lang="en-US" sz="2000" b="1" dirty="0">
                          <a:solidFill>
                            <a:srgbClr val="FF0000"/>
                          </a:solidFill>
                          <a:effectLst/>
                        </a:rPr>
                        <a:t> </a:t>
                      </a:r>
                      <a:r>
                        <a:rPr lang="en-US" sz="2000" b="1" dirty="0">
                          <a:effectLst/>
                        </a:rPr>
                        <a:t>| b |  a</a:t>
                      </a:r>
                    </a:p>
                    <a:p>
                      <a:pPr marL="0" marR="0">
                        <a:lnSpc>
                          <a:spcPct val="100000"/>
                        </a:lnSpc>
                        <a:spcBef>
                          <a:spcPts val="0"/>
                        </a:spcBef>
                        <a:spcAft>
                          <a:spcPts val="0"/>
                        </a:spcAft>
                      </a:pPr>
                      <a:r>
                        <a:rPr lang="en-US" sz="2000" b="1" dirty="0">
                          <a:effectLst/>
                        </a:rPr>
                        <a:t>R </a:t>
                      </a:r>
                      <a:r>
                        <a:rPr lang="en-US" sz="2000" b="1" dirty="0">
                          <a:effectLst/>
                          <a:sym typeface="Wingdings" panose="05000000000000000000" pitchFamily="2" charset="2"/>
                        </a:rPr>
                        <a:t></a:t>
                      </a:r>
                      <a:r>
                        <a:rPr lang="en-US" sz="2000" b="1" dirty="0">
                          <a:solidFill>
                            <a:srgbClr val="FF0000"/>
                          </a:solidFill>
                          <a:effectLst/>
                        </a:rPr>
                        <a:t> </a:t>
                      </a:r>
                      <a:r>
                        <a:rPr lang="en-US" sz="2000" b="1" dirty="0" err="1">
                          <a:solidFill>
                            <a:srgbClr val="FF0000"/>
                          </a:solidFill>
                          <a:effectLst/>
                        </a:rPr>
                        <a:t>bS</a:t>
                      </a:r>
                      <a:r>
                        <a:rPr lang="en-US" sz="2000" b="1" dirty="0">
                          <a:solidFill>
                            <a:srgbClr val="FF0000"/>
                          </a:solidFill>
                          <a:effectLst/>
                        </a:rPr>
                        <a:t> </a:t>
                      </a:r>
                      <a:r>
                        <a:rPr lang="en-US" sz="2000" b="1" dirty="0">
                          <a:effectLst/>
                        </a:rPr>
                        <a:t>| b</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a:lnSpc>
                          <a:spcPct val="100000"/>
                        </a:lnSpc>
                        <a:spcBef>
                          <a:spcPts val="0"/>
                        </a:spcBef>
                        <a:spcAft>
                          <a:spcPts val="0"/>
                        </a:spcAft>
                      </a:pPr>
                      <a:r>
                        <a:rPr lang="en-US" sz="2000" b="1" dirty="0">
                          <a:effectLst/>
                        </a:rPr>
                        <a:t>Add new Rules to convert the rules not in CNF format</a:t>
                      </a:r>
                    </a:p>
                    <a:p>
                      <a:pPr marL="0" marR="0">
                        <a:lnSpc>
                          <a:spcPct val="100000"/>
                        </a:lnSpc>
                        <a:spcBef>
                          <a:spcPts val="0"/>
                        </a:spcBef>
                        <a:spcAft>
                          <a:spcPts val="0"/>
                        </a:spcAft>
                      </a:pPr>
                      <a:r>
                        <a:rPr lang="en-US" sz="2000" b="1" dirty="0">
                          <a:effectLst/>
                        </a:rPr>
                        <a:t>P </a:t>
                      </a:r>
                      <a:r>
                        <a:rPr lang="en-US" sz="2000" b="1" dirty="0">
                          <a:effectLst/>
                          <a:sym typeface="Wingdings" panose="05000000000000000000" pitchFamily="2" charset="2"/>
                        </a:rPr>
                        <a:t></a:t>
                      </a:r>
                      <a:r>
                        <a:rPr lang="en-US" sz="2000" b="1" dirty="0">
                          <a:effectLst/>
                        </a:rPr>
                        <a:t> </a:t>
                      </a:r>
                      <a:r>
                        <a:rPr lang="en-US" sz="2000" b="1" dirty="0">
                          <a:solidFill>
                            <a:srgbClr val="FF0000"/>
                          </a:solidFill>
                          <a:effectLst/>
                        </a:rPr>
                        <a:t>B</a:t>
                      </a:r>
                      <a:r>
                        <a:rPr lang="en-US" sz="2000" b="1" dirty="0">
                          <a:effectLst/>
                        </a:rPr>
                        <a:t>S | </a:t>
                      </a:r>
                      <a:r>
                        <a:rPr lang="en-US" sz="2000" b="1" dirty="0">
                          <a:solidFill>
                            <a:srgbClr val="FF0000"/>
                          </a:solidFill>
                          <a:effectLst/>
                        </a:rPr>
                        <a:t>A</a:t>
                      </a:r>
                      <a:r>
                        <a:rPr lang="en-US" sz="2000" b="1" dirty="0">
                          <a:effectLst/>
                        </a:rPr>
                        <a:t>T  | a | b | </a:t>
                      </a:r>
                      <a:r>
                        <a:rPr lang="en-US" sz="2000" b="1" dirty="0">
                          <a:effectLst/>
                          <a:sym typeface="Symbol" panose="05050102010706020507" pitchFamily="18" charset="2"/>
                        </a:rPr>
                        <a:t></a:t>
                      </a:r>
                      <a:endParaRPr lang="en-US" sz="2000" b="1" dirty="0">
                        <a:effectLst/>
                      </a:endParaRPr>
                    </a:p>
                    <a:p>
                      <a:pPr marL="0" marR="0">
                        <a:lnSpc>
                          <a:spcPct val="100000"/>
                        </a:lnSpc>
                        <a:spcBef>
                          <a:spcPts val="0"/>
                        </a:spcBef>
                        <a:spcAft>
                          <a:spcPts val="0"/>
                        </a:spcAft>
                      </a:pPr>
                      <a:r>
                        <a:rPr lang="en-US" sz="2000" b="1" dirty="0">
                          <a:effectLst/>
                        </a:rPr>
                        <a:t>S </a:t>
                      </a:r>
                      <a:r>
                        <a:rPr lang="en-US" sz="2000" b="1" dirty="0">
                          <a:effectLst/>
                          <a:sym typeface="Wingdings" panose="05000000000000000000" pitchFamily="2" charset="2"/>
                        </a:rPr>
                        <a:t></a:t>
                      </a:r>
                      <a:r>
                        <a:rPr lang="en-US" sz="2000" b="1" dirty="0">
                          <a:effectLst/>
                        </a:rPr>
                        <a:t> </a:t>
                      </a:r>
                      <a:r>
                        <a:rPr lang="en-US" sz="2000" b="1" dirty="0">
                          <a:solidFill>
                            <a:srgbClr val="FF0000"/>
                          </a:solidFill>
                          <a:effectLst/>
                        </a:rPr>
                        <a:t>B</a:t>
                      </a:r>
                      <a:r>
                        <a:rPr lang="en-US" sz="2000" b="1" dirty="0">
                          <a:effectLst/>
                        </a:rPr>
                        <a:t>S | </a:t>
                      </a:r>
                      <a:r>
                        <a:rPr lang="en-US" sz="2000" b="1" dirty="0">
                          <a:solidFill>
                            <a:srgbClr val="FF0000"/>
                          </a:solidFill>
                          <a:effectLst/>
                        </a:rPr>
                        <a:t>A</a:t>
                      </a:r>
                      <a:r>
                        <a:rPr lang="en-US" sz="2000" b="1" dirty="0">
                          <a:effectLst/>
                        </a:rPr>
                        <a:t>T  | a | b</a:t>
                      </a:r>
                    </a:p>
                    <a:p>
                      <a:pPr marL="0" marR="0">
                        <a:lnSpc>
                          <a:spcPct val="100000"/>
                        </a:lnSpc>
                        <a:spcBef>
                          <a:spcPts val="0"/>
                        </a:spcBef>
                        <a:spcAft>
                          <a:spcPts val="0"/>
                        </a:spcAft>
                      </a:pPr>
                      <a:r>
                        <a:rPr lang="en-US" sz="2000" b="1" dirty="0">
                          <a:effectLst/>
                        </a:rPr>
                        <a:t>T </a:t>
                      </a:r>
                      <a:r>
                        <a:rPr lang="en-US" sz="2000" b="1" dirty="0">
                          <a:effectLst/>
                          <a:sym typeface="Wingdings" panose="05000000000000000000" pitchFamily="2" charset="2"/>
                        </a:rPr>
                        <a:t></a:t>
                      </a:r>
                      <a:r>
                        <a:rPr lang="en-US" sz="2000" b="1" dirty="0">
                          <a:effectLst/>
                        </a:rPr>
                        <a:t> </a:t>
                      </a:r>
                      <a:r>
                        <a:rPr lang="en-US" sz="2000" b="1" dirty="0">
                          <a:solidFill>
                            <a:srgbClr val="FF0000"/>
                          </a:solidFill>
                          <a:effectLst/>
                        </a:rPr>
                        <a:t>A</a:t>
                      </a:r>
                      <a:r>
                        <a:rPr lang="en-US" sz="2000" b="1" dirty="0">
                          <a:effectLst/>
                        </a:rPr>
                        <a:t>T | </a:t>
                      </a:r>
                      <a:r>
                        <a:rPr lang="en-US" sz="2000" b="1" dirty="0">
                          <a:solidFill>
                            <a:srgbClr val="FF0000"/>
                          </a:solidFill>
                          <a:effectLst/>
                        </a:rPr>
                        <a:t>B</a:t>
                      </a:r>
                      <a:r>
                        <a:rPr lang="en-US" sz="2000" b="1" dirty="0">
                          <a:effectLst/>
                        </a:rPr>
                        <a:t>R | b |  a</a:t>
                      </a:r>
                    </a:p>
                    <a:p>
                      <a:pPr marL="0" marR="0">
                        <a:lnSpc>
                          <a:spcPct val="100000"/>
                        </a:lnSpc>
                        <a:spcBef>
                          <a:spcPts val="0"/>
                        </a:spcBef>
                        <a:spcAft>
                          <a:spcPts val="0"/>
                        </a:spcAft>
                      </a:pPr>
                      <a:r>
                        <a:rPr lang="en-US" sz="2000" b="1" dirty="0">
                          <a:effectLst/>
                        </a:rPr>
                        <a:t>R </a:t>
                      </a:r>
                      <a:r>
                        <a:rPr lang="en-US" sz="2000" b="1" dirty="0">
                          <a:effectLst/>
                          <a:sym typeface="Wingdings" panose="05000000000000000000" pitchFamily="2" charset="2"/>
                        </a:rPr>
                        <a:t></a:t>
                      </a:r>
                      <a:r>
                        <a:rPr lang="en-US" sz="2000" b="1" dirty="0">
                          <a:effectLst/>
                        </a:rPr>
                        <a:t> </a:t>
                      </a:r>
                      <a:r>
                        <a:rPr lang="en-US" sz="2000" b="1" dirty="0">
                          <a:solidFill>
                            <a:srgbClr val="FF0000"/>
                          </a:solidFill>
                          <a:effectLst/>
                        </a:rPr>
                        <a:t>B</a:t>
                      </a:r>
                      <a:r>
                        <a:rPr lang="en-US" sz="2000" b="1" dirty="0">
                          <a:effectLst/>
                        </a:rPr>
                        <a:t>S | b</a:t>
                      </a:r>
                    </a:p>
                    <a:p>
                      <a:pPr marL="0" marR="0">
                        <a:lnSpc>
                          <a:spcPct val="100000"/>
                        </a:lnSpc>
                        <a:spcBef>
                          <a:spcPts val="0"/>
                        </a:spcBef>
                        <a:spcAft>
                          <a:spcPts val="0"/>
                        </a:spcAft>
                      </a:pPr>
                      <a:r>
                        <a:rPr lang="en-US" sz="2000" b="1" dirty="0">
                          <a:solidFill>
                            <a:srgbClr val="FF0000"/>
                          </a:solidFill>
                          <a:effectLst/>
                        </a:rPr>
                        <a:t>A </a:t>
                      </a:r>
                      <a:r>
                        <a:rPr lang="en-US" sz="2000" b="1" dirty="0">
                          <a:solidFill>
                            <a:srgbClr val="FF0000"/>
                          </a:solidFill>
                          <a:effectLst/>
                          <a:sym typeface="Wingdings" panose="05000000000000000000" pitchFamily="2" charset="2"/>
                        </a:rPr>
                        <a:t></a:t>
                      </a:r>
                      <a:r>
                        <a:rPr lang="en-US" sz="2000" b="1" dirty="0">
                          <a:solidFill>
                            <a:srgbClr val="FF0000"/>
                          </a:solidFill>
                          <a:effectLst/>
                        </a:rPr>
                        <a:t> a</a:t>
                      </a:r>
                    </a:p>
                    <a:p>
                      <a:pPr marL="0" marR="0">
                        <a:lnSpc>
                          <a:spcPct val="100000"/>
                        </a:lnSpc>
                        <a:spcBef>
                          <a:spcPts val="0"/>
                        </a:spcBef>
                        <a:spcAft>
                          <a:spcPts val="0"/>
                        </a:spcAft>
                      </a:pPr>
                      <a:r>
                        <a:rPr lang="en-US" sz="2000" b="1" dirty="0">
                          <a:solidFill>
                            <a:srgbClr val="FF0000"/>
                          </a:solidFill>
                          <a:effectLst/>
                        </a:rPr>
                        <a:t>B </a:t>
                      </a:r>
                      <a:r>
                        <a:rPr lang="en-US" sz="2000" b="1" dirty="0">
                          <a:solidFill>
                            <a:srgbClr val="FF0000"/>
                          </a:solidFill>
                          <a:effectLst/>
                          <a:sym typeface="Wingdings" panose="05000000000000000000" pitchFamily="2" charset="2"/>
                        </a:rPr>
                        <a:t></a:t>
                      </a:r>
                      <a:r>
                        <a:rPr lang="en-US" sz="2000" b="1" dirty="0">
                          <a:solidFill>
                            <a:srgbClr val="FF0000"/>
                          </a:solidFill>
                          <a:effectLst/>
                        </a:rPr>
                        <a:t> b</a:t>
                      </a:r>
                      <a:endParaRPr lang="en-US" sz="20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a:lnSpc>
                          <a:spcPct val="100000"/>
                        </a:lnSpc>
                        <a:spcBef>
                          <a:spcPts val="0"/>
                        </a:spcBef>
                        <a:spcAft>
                          <a:spcPts val="0"/>
                        </a:spcAft>
                      </a:pPr>
                      <a:r>
                        <a:rPr lang="en-US" sz="2000" b="1" dirty="0">
                          <a:effectLst/>
                        </a:rPr>
                        <a:t>Finally, in CNF format</a:t>
                      </a:r>
                    </a:p>
                    <a:p>
                      <a:pPr marL="0" marR="0">
                        <a:lnSpc>
                          <a:spcPct val="100000"/>
                        </a:lnSpc>
                        <a:spcBef>
                          <a:spcPts val="0"/>
                        </a:spcBef>
                        <a:spcAft>
                          <a:spcPts val="0"/>
                        </a:spcAft>
                      </a:pPr>
                      <a:r>
                        <a:rPr lang="en-US" sz="2000" b="1" dirty="0">
                          <a:effectLst/>
                        </a:rPr>
                        <a:t>P </a:t>
                      </a:r>
                      <a:r>
                        <a:rPr lang="en-US" sz="2000" b="1" dirty="0">
                          <a:effectLst/>
                          <a:sym typeface="Wingdings" panose="05000000000000000000" pitchFamily="2" charset="2"/>
                        </a:rPr>
                        <a:t></a:t>
                      </a:r>
                      <a:r>
                        <a:rPr lang="en-US" sz="2000" b="1" dirty="0">
                          <a:effectLst/>
                        </a:rPr>
                        <a:t> BS | AT  | a | b | </a:t>
                      </a:r>
                      <a:r>
                        <a:rPr lang="en-US" sz="2000" b="1" dirty="0">
                          <a:effectLst/>
                          <a:sym typeface="Symbol" panose="05050102010706020507" pitchFamily="18" charset="2"/>
                        </a:rPr>
                        <a:t></a:t>
                      </a:r>
                      <a:endParaRPr lang="en-US" sz="2000" b="1" dirty="0">
                        <a:effectLst/>
                      </a:endParaRPr>
                    </a:p>
                    <a:p>
                      <a:pPr marL="0" marR="0">
                        <a:lnSpc>
                          <a:spcPct val="100000"/>
                        </a:lnSpc>
                        <a:spcBef>
                          <a:spcPts val="0"/>
                        </a:spcBef>
                        <a:spcAft>
                          <a:spcPts val="0"/>
                        </a:spcAft>
                      </a:pPr>
                      <a:r>
                        <a:rPr lang="en-US" sz="2000" b="1" dirty="0">
                          <a:effectLst/>
                        </a:rPr>
                        <a:t>S </a:t>
                      </a:r>
                      <a:r>
                        <a:rPr lang="en-US" sz="2000" b="1" dirty="0">
                          <a:effectLst/>
                          <a:sym typeface="Wingdings" panose="05000000000000000000" pitchFamily="2" charset="2"/>
                        </a:rPr>
                        <a:t></a:t>
                      </a:r>
                      <a:r>
                        <a:rPr lang="en-US" sz="2000" b="1" dirty="0">
                          <a:effectLst/>
                        </a:rPr>
                        <a:t> BS | AT  | a | b</a:t>
                      </a:r>
                    </a:p>
                    <a:p>
                      <a:pPr marL="0" marR="0">
                        <a:lnSpc>
                          <a:spcPct val="100000"/>
                        </a:lnSpc>
                        <a:spcBef>
                          <a:spcPts val="0"/>
                        </a:spcBef>
                        <a:spcAft>
                          <a:spcPts val="0"/>
                        </a:spcAft>
                      </a:pPr>
                      <a:r>
                        <a:rPr lang="en-US" sz="2000" b="1" dirty="0">
                          <a:effectLst/>
                        </a:rPr>
                        <a:t>T </a:t>
                      </a:r>
                      <a:r>
                        <a:rPr lang="en-US" sz="2000" b="1" dirty="0">
                          <a:effectLst/>
                          <a:sym typeface="Wingdings" panose="05000000000000000000" pitchFamily="2" charset="2"/>
                        </a:rPr>
                        <a:t></a:t>
                      </a:r>
                      <a:r>
                        <a:rPr lang="en-US" sz="2000" b="1" dirty="0">
                          <a:effectLst/>
                        </a:rPr>
                        <a:t> AT | BR | a |  b</a:t>
                      </a:r>
                    </a:p>
                    <a:p>
                      <a:pPr marL="0" marR="0">
                        <a:lnSpc>
                          <a:spcPct val="100000"/>
                        </a:lnSpc>
                        <a:spcBef>
                          <a:spcPts val="0"/>
                        </a:spcBef>
                        <a:spcAft>
                          <a:spcPts val="0"/>
                        </a:spcAft>
                      </a:pPr>
                      <a:r>
                        <a:rPr lang="en-US" sz="2000" b="1" dirty="0">
                          <a:effectLst/>
                        </a:rPr>
                        <a:t>R </a:t>
                      </a:r>
                      <a:r>
                        <a:rPr lang="en-US" sz="2000" b="1" dirty="0">
                          <a:effectLst/>
                          <a:sym typeface="Wingdings" panose="05000000000000000000" pitchFamily="2" charset="2"/>
                        </a:rPr>
                        <a:t></a:t>
                      </a:r>
                      <a:r>
                        <a:rPr lang="en-US" sz="2000" b="1" dirty="0">
                          <a:effectLst/>
                        </a:rPr>
                        <a:t> BS | b </a:t>
                      </a:r>
                    </a:p>
                    <a:p>
                      <a:pPr marL="0" marR="0">
                        <a:lnSpc>
                          <a:spcPct val="100000"/>
                        </a:lnSpc>
                        <a:spcBef>
                          <a:spcPts val="0"/>
                        </a:spcBef>
                        <a:spcAft>
                          <a:spcPts val="0"/>
                        </a:spcAft>
                      </a:pPr>
                      <a:r>
                        <a:rPr lang="en-US" sz="2000" b="1" dirty="0">
                          <a:effectLst/>
                        </a:rPr>
                        <a:t>A </a:t>
                      </a:r>
                      <a:r>
                        <a:rPr lang="en-US" sz="2000" b="1" dirty="0">
                          <a:effectLst/>
                          <a:sym typeface="Wingdings" panose="05000000000000000000" pitchFamily="2" charset="2"/>
                        </a:rPr>
                        <a:t></a:t>
                      </a:r>
                      <a:r>
                        <a:rPr lang="en-US" sz="2000" b="1" dirty="0">
                          <a:effectLst/>
                        </a:rPr>
                        <a:t> a</a:t>
                      </a:r>
                    </a:p>
                    <a:p>
                      <a:pPr marL="0" marR="0">
                        <a:lnSpc>
                          <a:spcPct val="100000"/>
                        </a:lnSpc>
                        <a:spcBef>
                          <a:spcPts val="0"/>
                        </a:spcBef>
                        <a:spcAft>
                          <a:spcPts val="0"/>
                        </a:spcAft>
                      </a:pPr>
                      <a:r>
                        <a:rPr lang="en-US" sz="2000" b="1" dirty="0">
                          <a:effectLst/>
                        </a:rPr>
                        <a:t>B </a:t>
                      </a:r>
                      <a:r>
                        <a:rPr lang="en-US" sz="2000" b="1" dirty="0">
                          <a:effectLst/>
                          <a:sym typeface="Wingdings" panose="05000000000000000000" pitchFamily="2" charset="2"/>
                        </a:rPr>
                        <a:t></a:t>
                      </a:r>
                      <a:r>
                        <a:rPr lang="en-US" sz="2000" b="1" dirty="0">
                          <a:effectLst/>
                        </a:rPr>
                        <a:t> b</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602499807"/>
                  </a:ext>
                </a:extLst>
              </a:tr>
            </a:tbl>
          </a:graphicData>
        </a:graphic>
      </p:graphicFrame>
    </p:spTree>
    <p:extLst>
      <p:ext uri="{BB962C8B-B14F-4D97-AF65-F5344CB8AC3E}">
        <p14:creationId xmlns:p14="http://schemas.microsoft.com/office/powerpoint/2010/main" val="1192849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04D592B-82C0-4F14-A853-CDD8DDBB93EB}"/>
              </a:ext>
            </a:extLst>
          </p:cNvPr>
          <p:cNvSpPr>
            <a:spLocks noGrp="1"/>
          </p:cNvSpPr>
          <p:nvPr>
            <p:ph type="ftr" sz="quarter" idx="11"/>
          </p:nvPr>
        </p:nvSpPr>
        <p:spPr/>
        <p:txBody>
          <a:bodyPr/>
          <a:lstStyle/>
          <a:p>
            <a:r>
              <a:rPr lang="en-US"/>
              <a:t>CSC3113: Theory of Computation</a:t>
            </a:r>
          </a:p>
        </p:txBody>
      </p:sp>
      <p:sp>
        <p:nvSpPr>
          <p:cNvPr id="3" name="Subtitle 2">
            <a:extLst>
              <a:ext uri="{FF2B5EF4-FFF2-40B4-BE49-F238E27FC236}">
                <a16:creationId xmlns:a16="http://schemas.microsoft.com/office/drawing/2014/main" id="{EB5F88F6-DDFD-4F4B-A46A-AAA1900C92B3}"/>
              </a:ext>
            </a:extLst>
          </p:cNvPr>
          <p:cNvSpPr>
            <a:spLocks noGrp="1"/>
          </p:cNvSpPr>
          <p:nvPr>
            <p:ph type="subTitle" idx="1"/>
          </p:nvPr>
        </p:nvSpPr>
        <p:spPr/>
        <p:txBody>
          <a:bodyPr/>
          <a:lstStyle/>
          <a:p>
            <a:r>
              <a:rPr lang="en-US" dirty="0"/>
              <a:t>Context Free Language &amp; Grammar</a:t>
            </a:r>
          </a:p>
        </p:txBody>
      </p:sp>
      <p:sp>
        <p:nvSpPr>
          <p:cNvPr id="4" name="Text Placeholder 3">
            <a:extLst>
              <a:ext uri="{FF2B5EF4-FFF2-40B4-BE49-F238E27FC236}">
                <a16:creationId xmlns:a16="http://schemas.microsoft.com/office/drawing/2014/main" id="{A23CB42B-CF30-4382-AE8D-B75B811C5B93}"/>
              </a:ext>
            </a:extLst>
          </p:cNvPr>
          <p:cNvSpPr>
            <a:spLocks noGrp="1"/>
          </p:cNvSpPr>
          <p:nvPr>
            <p:ph type="body" sz="quarter" idx="12"/>
          </p:nvPr>
        </p:nvSpPr>
        <p:spPr/>
        <p:txBody>
          <a:bodyPr/>
          <a:lstStyle/>
          <a:p>
            <a:r>
              <a:rPr lang="en-US" dirty="0"/>
              <a:t>Introduction to Theory of Computation, </a:t>
            </a:r>
            <a:r>
              <a:rPr lang="en-US" dirty="0" err="1"/>
              <a:t>Sipser</a:t>
            </a:r>
            <a:r>
              <a:rPr lang="en-US" dirty="0"/>
              <a:t>, (3</a:t>
            </a:r>
            <a:r>
              <a:rPr lang="en-US" baseline="30000" dirty="0"/>
              <a:t>rd</a:t>
            </a:r>
            <a:r>
              <a:rPr lang="en-US" dirty="0"/>
              <a:t> ed), </a:t>
            </a:r>
            <a:br>
              <a:rPr lang="en-US" dirty="0"/>
            </a:br>
            <a:r>
              <a:rPr lang="en-US" dirty="0">
                <a:hlinkClick r:id="rId2" action="ppaction://hlinkfile"/>
              </a:rPr>
              <a:t>CFL-1</a:t>
            </a:r>
            <a:r>
              <a:rPr lang="en-US" dirty="0"/>
              <a:t>, </a:t>
            </a:r>
            <a:r>
              <a:rPr lang="en-US" dirty="0">
                <a:hlinkClick r:id="rId3" action="ppaction://hlinkfile"/>
              </a:rPr>
              <a:t>CFL-2</a:t>
            </a:r>
            <a:r>
              <a:rPr lang="en-US" dirty="0"/>
              <a:t>, </a:t>
            </a:r>
            <a:r>
              <a:rPr lang="en-US" dirty="0">
                <a:hlinkClick r:id="rId4" action="ppaction://hlinkfile"/>
              </a:rPr>
              <a:t>Exercise</a:t>
            </a:r>
            <a:endParaRPr lang="en-US" dirty="0"/>
          </a:p>
          <a:p>
            <a:r>
              <a:rPr lang="en-US" dirty="0"/>
              <a:t>Elements of the Theory of Computation, Papadimitriou (2</a:t>
            </a:r>
            <a:r>
              <a:rPr lang="en-US" baseline="30000" dirty="0"/>
              <a:t>nd</a:t>
            </a:r>
            <a:r>
              <a:rPr lang="en-US" dirty="0"/>
              <a:t> ed), </a:t>
            </a:r>
            <a:br>
              <a:rPr lang="en-US" dirty="0"/>
            </a:br>
            <a:r>
              <a:rPr lang="en-US" dirty="0">
                <a:hlinkClick r:id="rId5" action="ppaction://hlinkfile"/>
              </a:rPr>
              <a:t>CFL-1</a:t>
            </a:r>
            <a:r>
              <a:rPr lang="en-US" dirty="0"/>
              <a:t>, </a:t>
            </a:r>
            <a:r>
              <a:rPr lang="en-US" dirty="0">
                <a:hlinkClick r:id="rId6" action="ppaction://hlinkfile"/>
              </a:rPr>
              <a:t>CFL-2</a:t>
            </a:r>
            <a:endParaRPr lang="en-US" dirty="0"/>
          </a:p>
          <a:p>
            <a:r>
              <a:rPr lang="en-US" dirty="0"/>
              <a:t>Introduction to Automata Theory, Languages, and Computations, Hopcroft, </a:t>
            </a:r>
            <a:r>
              <a:rPr lang="en-US" dirty="0">
                <a:hlinkClick r:id="rId7" action="ppaction://hlinkfile"/>
              </a:rPr>
              <a:t>CFL-1</a:t>
            </a:r>
            <a:r>
              <a:rPr lang="en-US" dirty="0"/>
              <a:t>, </a:t>
            </a:r>
          </a:p>
          <a:p>
            <a:endParaRPr lang="en-US" dirty="0"/>
          </a:p>
        </p:txBody>
      </p:sp>
    </p:spTree>
    <p:extLst>
      <p:ext uri="{BB962C8B-B14F-4D97-AF65-F5344CB8AC3E}">
        <p14:creationId xmlns:p14="http://schemas.microsoft.com/office/powerpoint/2010/main" val="1894328866"/>
      </p:ext>
    </p:extLst>
  </p:cSld>
  <p:clrMapOvr>
    <a:masterClrMapping/>
  </p:clrMapOvr>
</p:sld>
</file>

<file path=ppt/theme/theme1.xml><?xml version="1.0" encoding="utf-8"?>
<a:theme xmlns:a="http://schemas.openxmlformats.org/drawingml/2006/main" name="AIUB 2020">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tailEnd type="triangle" w="lg" len="lg"/>
        </a:ln>
      </a:spPr>
      <a:bodyPr/>
      <a:lstStyle/>
      <a:style>
        <a:lnRef idx="2">
          <a:schemeClr val="dk1"/>
        </a:lnRef>
        <a:fillRef idx="0">
          <a:schemeClr val="dk1"/>
        </a:fillRef>
        <a:effectRef idx="1">
          <a:schemeClr val="dk1"/>
        </a:effectRef>
        <a:fontRef idx="minor">
          <a:schemeClr val="tx1"/>
        </a:fontRef>
      </a:style>
    </a:lnDef>
  </a:objectDefaults>
  <a:extraClrSchemeLst/>
  <a:extLst>
    <a:ext uri="{05A4C25C-085E-4340-85A3-A5531E510DB2}">
      <thm15:themeFamily xmlns:thm15="http://schemas.microsoft.com/office/thememl/2012/main" name="AIUB 2020" id="{6B78C454-D1CF-492E-B5BA-3A1A569F1B4B}" vid="{2226A40E-D5BE-4EBF-B1D5-CA96A690A3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E34F36449696C4D9A39A602A84CD659" ma:contentTypeVersion="2" ma:contentTypeDescription="Create a new document." ma:contentTypeScope="" ma:versionID="e13de4224e8596c5bbe69247c07125c1">
  <xsd:schema xmlns:xsd="http://www.w3.org/2001/XMLSchema" xmlns:xs="http://www.w3.org/2001/XMLSchema" xmlns:p="http://schemas.microsoft.com/office/2006/metadata/properties" xmlns:ns2="d2759a66-45ac-4dcc-97a7-1d1447a6f8ca" targetNamespace="http://schemas.microsoft.com/office/2006/metadata/properties" ma:root="true" ma:fieldsID="33182f9908a056a3534a0f208b979359" ns2:_="">
    <xsd:import namespace="d2759a66-45ac-4dcc-97a7-1d1447a6f8c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759a66-45ac-4dcc-97a7-1d1447a6f8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5FB3943-B97F-43A2-A649-FB2CCA62A968}">
  <ds:schemaRefs>
    <ds:schemaRef ds:uri="http://schemas.microsoft.com/sharepoint/v3/contenttype/forms"/>
  </ds:schemaRefs>
</ds:datastoreItem>
</file>

<file path=customXml/itemProps2.xml><?xml version="1.0" encoding="utf-8"?>
<ds:datastoreItem xmlns:ds="http://schemas.openxmlformats.org/officeDocument/2006/customXml" ds:itemID="{76D97EAF-6D84-483D-9111-7C3A4348879E}">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AEEC6526-FDF8-4420-9E85-2F0ABBA924B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759a66-45ac-4dcc-97a7-1d1447a6f8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AIUB 2020</Template>
  <TotalTime>1317</TotalTime>
  <Words>3114</Words>
  <Application>Microsoft Office PowerPoint</Application>
  <PresentationFormat>On-screen Show (4:3)</PresentationFormat>
  <Paragraphs>416</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Arial Black</vt:lpstr>
      <vt:lpstr>Calibri</vt:lpstr>
      <vt:lpstr>Cambria Math</vt:lpstr>
      <vt:lpstr>Corbel</vt:lpstr>
      <vt:lpstr>Courier New</vt:lpstr>
      <vt:lpstr>Symbol</vt:lpstr>
      <vt:lpstr>Wingdings</vt:lpstr>
      <vt:lpstr>AIUB 2020</vt:lpstr>
      <vt:lpstr>Context-Free Languages (CFL)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Mashiour Rahman</dc:creator>
  <cp:lastModifiedBy>Sharfuddin Mahmood</cp:lastModifiedBy>
  <cp:revision>289</cp:revision>
  <dcterms:created xsi:type="dcterms:W3CDTF">2020-07-03T15:11:23Z</dcterms:created>
  <dcterms:modified xsi:type="dcterms:W3CDTF">2024-10-30T07:37:13Z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0x010100BE34F36449696C4D9A39A602A84CD659</vt:lpwstr>
  </property>
</Properties>
</file>