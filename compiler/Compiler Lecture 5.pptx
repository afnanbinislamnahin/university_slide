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embeddedFontLst>
    <p:embeddedFont>
      <p:font typeface="Corbel"/>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hSmH9+FzBrVTT/yYK3rfg5gDLb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2AB8A7-7FCA-4CF6-8DD4-41ABCB604A91}">
  <a:tblStyle styleId="{172AB8A7-7FCA-4CF6-8DD4-41ABCB604A91}"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lastCol>
    <a:firstCol>
      <a:tcTxStyle b="on" i="off"/>
    </a:firstCol>
    <a:lastRow>
      <a:tcTxStyle b="on" i="off"/>
      <a:tcStyle>
        <a:tcBdr>
          <a:top>
            <a:ln cap="flat" cmpd="sng" w="25400">
              <a:solidFill>
                <a:schemeClr val="dk1"/>
              </a:solidFill>
              <a:prstDash val="solid"/>
              <a:round/>
              <a:headEnd len="sm" w="sm" type="none"/>
              <a:tailEnd len="sm" w="sm" type="none"/>
            </a:ln>
          </a:top>
        </a:tcBdr>
        <a:fill>
          <a:solidFill>
            <a:srgbClr val="E6E6E6"/>
          </a:solidFill>
        </a:fill>
      </a:tcStyle>
    </a:lastRow>
    <a:seCell>
      <a:tcTxStyle/>
    </a:seCell>
    <a:swCell>
      <a:tcTxStyle/>
    </a:swCell>
    <a:firstRow>
      <a:tcTxStyle b="on" i="off"/>
      <a:tcStyle>
        <a:fill>
          <a:solidFill>
            <a:srgbClr val="E6E6E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orbel-bold.fntdata"/><Relationship Id="rId27" Type="http://schemas.openxmlformats.org/officeDocument/2006/relationships/font" Target="fonts/Corbel-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orbel-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Corbel-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2"/>
          <p:cNvSpPr/>
          <p:nvPr/>
        </p:nvSpPr>
        <p:spPr>
          <a:xfrm>
            <a:off x="284163" y="444728"/>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b="0" i="0" sz="4200" u="none" cap="none" strike="noStrike">
              <a:solidFill>
                <a:schemeClr val="lt1"/>
              </a:solidFill>
              <a:latin typeface="Corbel"/>
              <a:ea typeface="Corbel"/>
              <a:cs typeface="Corbel"/>
              <a:sym typeface="Corbel"/>
            </a:endParaRPr>
          </a:p>
        </p:txBody>
      </p:sp>
      <p:grpSp>
        <p:nvGrpSpPr>
          <p:cNvPr id="16" name="Google Shape;16;p22"/>
          <p:cNvGrpSpPr/>
          <p:nvPr/>
        </p:nvGrpSpPr>
        <p:grpSpPr>
          <a:xfrm>
            <a:off x="284163" y="1906542"/>
            <a:ext cx="8576373" cy="137411"/>
            <a:chOff x="284163" y="1759424"/>
            <a:chExt cx="8576373" cy="137411"/>
          </a:xfrm>
        </p:grpSpPr>
        <p:sp>
          <p:nvSpPr>
            <p:cNvPr id="17" name="Google Shape;17;p22"/>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 name="Google Shape;18;p22"/>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 name="Google Shape;19;p22"/>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0" name="Google Shape;20;p22"/>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sz="4200">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2"/>
          <p:cNvSpPr txBox="1"/>
          <p:nvPr>
            <p:ph idx="1" type="subTitle"/>
          </p:nvPr>
        </p:nvSpPr>
        <p:spPr>
          <a:xfrm>
            <a:off x="476205" y="1532427"/>
            <a:ext cx="7754112" cy="48463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A5A5A5"/>
              </a:buClr>
              <a:buSzPts val="1620"/>
              <a:buFont typeface="Noto Sans Symbols"/>
              <a:buNone/>
              <a:defRPr sz="1800">
                <a:solidFill>
                  <a:schemeClr val="lt1"/>
                </a:solidFill>
                <a:latin typeface="Calibri"/>
                <a:ea typeface="Calibri"/>
                <a:cs typeface="Calibri"/>
                <a:sym typeface="Calibri"/>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p:txBody>
      </p:sp>
      <p:sp>
        <p:nvSpPr>
          <p:cNvPr id="22" name="Google Shape;22;p22"/>
          <p:cNvSpPr/>
          <p:nvPr/>
        </p:nvSpPr>
        <p:spPr>
          <a:xfrm>
            <a:off x="284163" y="6227064"/>
            <a:ext cx="8574087" cy="173736"/>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 result for AIUB logo" id="23" name="Google Shape;23;p22"/>
          <p:cNvPicPr preferRelativeResize="0"/>
          <p:nvPr/>
        </p:nvPicPr>
        <p:blipFill rotWithShape="1">
          <a:blip r:embed="rId2">
            <a:alphaModFix/>
          </a:blip>
          <a:srcRect b="0" l="0" r="0" t="0"/>
          <a:stretch/>
        </p:blipFill>
        <p:spPr>
          <a:xfrm>
            <a:off x="7438596" y="459899"/>
            <a:ext cx="1419654" cy="14285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2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27" name="Google Shape;27;p23"/>
          <p:cNvGrpSpPr/>
          <p:nvPr/>
        </p:nvGrpSpPr>
        <p:grpSpPr>
          <a:xfrm>
            <a:off x="284164" y="452718"/>
            <a:ext cx="7365210" cy="137411"/>
            <a:chOff x="284163" y="1577847"/>
            <a:chExt cx="8576373" cy="137411"/>
          </a:xfrm>
        </p:grpSpPr>
        <p:sp>
          <p:nvSpPr>
            <p:cNvPr id="28" name="Google Shape;28;p23"/>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 name="Google Shape;29;p23"/>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0" name="Google Shape;30;p23"/>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pic>
        <p:nvPicPr>
          <p:cNvPr descr="Image result for AIUB logo" id="31" name="Google Shape;31;p23"/>
          <p:cNvPicPr preferRelativeResize="0"/>
          <p:nvPr/>
        </p:nvPicPr>
        <p:blipFill rotWithShape="1">
          <a:blip r:embed="rId2">
            <a:alphaModFix/>
          </a:blip>
          <a:srcRect b="0" l="0" r="0" t="0"/>
          <a:stretch/>
        </p:blipFill>
        <p:spPr>
          <a:xfrm>
            <a:off x="7649374" y="55844"/>
            <a:ext cx="1279161" cy="128715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24"/>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34" name="Google Shape;34;p24"/>
          <p:cNvGrpSpPr/>
          <p:nvPr/>
        </p:nvGrpSpPr>
        <p:grpSpPr>
          <a:xfrm>
            <a:off x="284163" y="1577847"/>
            <a:ext cx="8576373" cy="137411"/>
            <a:chOff x="284163" y="1577847"/>
            <a:chExt cx="8576373" cy="137411"/>
          </a:xfrm>
        </p:grpSpPr>
        <p:sp>
          <p:nvSpPr>
            <p:cNvPr id="35" name="Google Shape;35;p24"/>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 name="Google Shape;36;p24"/>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 name="Google Shape;37;p24"/>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38" name="Google Shape;38;p24"/>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40" name="Google Shape;40;p2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Picture">
  <p:cSld name="Title Slide with Picture">
    <p:spTree>
      <p:nvGrpSpPr>
        <p:cNvPr id="43" name="Shape 43"/>
        <p:cNvGrpSpPr/>
        <p:nvPr/>
      </p:nvGrpSpPr>
      <p:grpSpPr>
        <a:xfrm>
          <a:off x="0" y="0"/>
          <a:ext cx="0" cy="0"/>
          <a:chOff x="0" y="0"/>
          <a:chExt cx="0" cy="0"/>
        </a:xfrm>
      </p:grpSpPr>
      <p:sp>
        <p:nvSpPr>
          <p:cNvPr id="44" name="Google Shape;44;p25"/>
          <p:cNvSpPr/>
          <p:nvPr/>
        </p:nvSpPr>
        <p:spPr>
          <a:xfrm>
            <a:off x="284163" y="444728"/>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sp>
        <p:nvSpPr>
          <p:cNvPr id="45" name="Google Shape;45;p2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25"/>
          <p:cNvSpPr/>
          <p:nvPr>
            <p:ph idx="2" type="pic"/>
          </p:nvPr>
        </p:nvSpPr>
        <p:spPr>
          <a:xfrm>
            <a:off x="284162" y="2017058"/>
            <a:ext cx="8574087" cy="4377391"/>
          </a:xfrm>
          <a:prstGeom prst="rect">
            <a:avLst/>
          </a:prstGeom>
          <a:noFill/>
          <a:ln>
            <a:noFill/>
          </a:ln>
        </p:spPr>
      </p:sp>
      <p:sp>
        <p:nvSpPr>
          <p:cNvPr id="49" name="Google Shape;49;p25"/>
          <p:cNvSpPr txBox="1"/>
          <p:nvPr>
            <p:ph idx="1" type="subTitle"/>
          </p:nvPr>
        </p:nvSpPr>
        <p:spPr>
          <a:xfrm>
            <a:off x="472420" y="1532965"/>
            <a:ext cx="7754284" cy="484094"/>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620"/>
              <a:buNone/>
              <a:defRPr sz="1800">
                <a:solidFill>
                  <a:schemeClr val="lt1"/>
                </a:solidFill>
              </a:defRPr>
            </a:lvl1pPr>
            <a:lvl2pPr lvl="1" algn="ctr">
              <a:spcBef>
                <a:spcPts val="600"/>
              </a:spcBef>
              <a:spcAft>
                <a:spcPts val="0"/>
              </a:spcAft>
              <a:buSzPts val="1980"/>
              <a:buNone/>
              <a:defRPr>
                <a:solidFill>
                  <a:srgbClr val="888888"/>
                </a:solidFill>
              </a:defRPr>
            </a:lvl2pPr>
            <a:lvl3pPr lvl="2" algn="ctr">
              <a:spcBef>
                <a:spcPts val="600"/>
              </a:spcBef>
              <a:spcAft>
                <a:spcPts val="0"/>
              </a:spcAft>
              <a:buSzPts val="1800"/>
              <a:buNone/>
              <a:defRPr>
                <a:solidFill>
                  <a:srgbClr val="888888"/>
                </a:solidFill>
              </a:defRPr>
            </a:lvl3pPr>
            <a:lvl4pPr lvl="3" algn="ctr">
              <a:spcBef>
                <a:spcPts val="600"/>
              </a:spcBef>
              <a:spcAft>
                <a:spcPts val="0"/>
              </a:spcAft>
              <a:buSzPts val="1620"/>
              <a:buNone/>
              <a:defRPr>
                <a:solidFill>
                  <a:srgbClr val="888888"/>
                </a:solidFill>
              </a:defRPr>
            </a:lvl4pPr>
            <a:lvl5pPr lvl="4" algn="ctr">
              <a:spcBef>
                <a:spcPts val="600"/>
              </a:spcBef>
              <a:spcAft>
                <a:spcPts val="0"/>
              </a:spcAft>
              <a:buSzPts val="1620"/>
              <a:buNone/>
              <a:defRPr>
                <a:solidFill>
                  <a:srgbClr val="888888"/>
                </a:solidFill>
              </a:defRPr>
            </a:lvl5pPr>
            <a:lvl6pPr lvl="5" algn="ctr">
              <a:spcBef>
                <a:spcPts val="600"/>
              </a:spcBef>
              <a:spcAft>
                <a:spcPts val="0"/>
              </a:spcAft>
              <a:buSzPts val="1620"/>
              <a:buNone/>
              <a:defRPr>
                <a:solidFill>
                  <a:srgbClr val="888888"/>
                </a:solidFill>
              </a:defRPr>
            </a:lvl6pPr>
            <a:lvl7pPr lvl="6" algn="ctr">
              <a:spcBef>
                <a:spcPts val="600"/>
              </a:spcBef>
              <a:spcAft>
                <a:spcPts val="0"/>
              </a:spcAft>
              <a:buSzPts val="1620"/>
              <a:buNone/>
              <a:defRPr>
                <a:solidFill>
                  <a:srgbClr val="888888"/>
                </a:solidFill>
              </a:defRPr>
            </a:lvl7pPr>
            <a:lvl8pPr lvl="7" algn="ctr">
              <a:spcBef>
                <a:spcPts val="600"/>
              </a:spcBef>
              <a:spcAft>
                <a:spcPts val="0"/>
              </a:spcAft>
              <a:buSzPts val="1620"/>
              <a:buNone/>
              <a:defRPr>
                <a:solidFill>
                  <a:srgbClr val="888888"/>
                </a:solidFill>
              </a:defRPr>
            </a:lvl8pPr>
            <a:lvl9pPr lvl="8" algn="ctr">
              <a:spcBef>
                <a:spcPts val="600"/>
              </a:spcBef>
              <a:spcAft>
                <a:spcPts val="0"/>
              </a:spcAft>
              <a:buSzPts val="1620"/>
              <a:buNone/>
              <a:defRPr>
                <a:solidFill>
                  <a:srgbClr val="888888"/>
                </a:solidFill>
              </a:defRPr>
            </a:lvl9pPr>
          </a:lstStyle>
          <a:p/>
        </p:txBody>
      </p:sp>
      <p:grpSp>
        <p:nvGrpSpPr>
          <p:cNvPr id="50" name="Google Shape;50;p25"/>
          <p:cNvGrpSpPr/>
          <p:nvPr/>
        </p:nvGrpSpPr>
        <p:grpSpPr>
          <a:xfrm>
            <a:off x="284163" y="1906542"/>
            <a:ext cx="8576373" cy="137411"/>
            <a:chOff x="284163" y="1759424"/>
            <a:chExt cx="8576373" cy="137411"/>
          </a:xfrm>
        </p:grpSpPr>
        <p:sp>
          <p:nvSpPr>
            <p:cNvPr id="51" name="Google Shape;51;p25"/>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 name="Google Shape;52;p25"/>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 name="Google Shape;53;p25"/>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4" name="Google Shape;54;p25"/>
          <p:cNvSpPr txBox="1"/>
          <p:nvPr/>
        </p:nvSpPr>
        <p:spPr>
          <a:xfrm>
            <a:off x="8230889" y="444728"/>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55" name="Google Shape;55;p25"/>
          <p:cNvSpPr txBox="1"/>
          <p:nvPr>
            <p:ph type="ctrTitle"/>
          </p:nvPr>
        </p:nvSpPr>
        <p:spPr>
          <a:xfrm>
            <a:off x="418633" y="444728"/>
            <a:ext cx="7810967" cy="1088237"/>
          </a:xfrm>
          <a:prstGeom prst="rect">
            <a:avLst/>
          </a:prstGeom>
          <a:noFill/>
          <a:ln>
            <a:noFill/>
          </a:ln>
        </p:spPr>
        <p:txBody>
          <a:bodyPr anchorCtr="0" anchor="b" bIns="45700" lIns="91425" spcFirstLastPara="1" rIns="91425" wrap="square" tIns="45700">
            <a:normAutofit/>
          </a:bodyPr>
          <a:lstStyle>
            <a:lvl1pPr lvl="0" algn="l">
              <a:lnSpc>
                <a:spcPct val="109523"/>
              </a:lnSpc>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6" name="Shape 56"/>
        <p:cNvGrpSpPr/>
        <p:nvPr/>
      </p:nvGrpSpPr>
      <p:grpSpPr>
        <a:xfrm>
          <a:off x="0" y="0"/>
          <a:ext cx="0" cy="0"/>
          <a:chOff x="0" y="0"/>
          <a:chExt cx="0" cy="0"/>
        </a:xfrm>
      </p:grpSpPr>
      <p:sp>
        <p:nvSpPr>
          <p:cNvPr id="57" name="Google Shape;57;p26"/>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58" name="Google Shape;58;p26"/>
          <p:cNvGrpSpPr/>
          <p:nvPr/>
        </p:nvGrpSpPr>
        <p:grpSpPr>
          <a:xfrm>
            <a:off x="284163" y="6263389"/>
            <a:ext cx="8576373" cy="137411"/>
            <a:chOff x="284163" y="1759424"/>
            <a:chExt cx="8576373" cy="137411"/>
          </a:xfrm>
        </p:grpSpPr>
        <p:sp>
          <p:nvSpPr>
            <p:cNvPr id="59" name="Google Shape;59;p26"/>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0" name="Google Shape;60;p26"/>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1" name="Google Shape;61;p26"/>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62" name="Google Shape;62;p26"/>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63" name="Google Shape;63;p26"/>
          <p:cNvSpPr txBox="1"/>
          <p:nvPr>
            <p:ph type="title"/>
          </p:nvPr>
        </p:nvSpPr>
        <p:spPr>
          <a:xfrm>
            <a:off x="429768" y="4814125"/>
            <a:ext cx="7772400" cy="10515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200"/>
              <a:buFont typeface="Corbel"/>
              <a:buNone/>
              <a:defRPr b="0" i="0" sz="42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6"/>
          <p:cNvSpPr txBox="1"/>
          <p:nvPr>
            <p:ph idx="1" type="body"/>
          </p:nvPr>
        </p:nvSpPr>
        <p:spPr>
          <a:xfrm>
            <a:off x="475488" y="5861304"/>
            <a:ext cx="7735824" cy="402336"/>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20"/>
              <a:buNone/>
              <a:defRPr sz="1800">
                <a:solidFill>
                  <a:schemeClr val="lt1"/>
                </a:solidFill>
                <a:latin typeface="Calibri"/>
                <a:ea typeface="Calibri"/>
                <a:cs typeface="Calibri"/>
                <a:sym typeface="Calibri"/>
              </a:defRPr>
            </a:lvl1pPr>
            <a:lvl2pPr indent="-228600" lvl="1" marL="914400" algn="l">
              <a:spcBef>
                <a:spcPts val="600"/>
              </a:spcBef>
              <a:spcAft>
                <a:spcPts val="0"/>
              </a:spcAft>
              <a:buSzPts val="1620"/>
              <a:buNone/>
              <a:defRPr sz="1800">
                <a:solidFill>
                  <a:srgbClr val="888888"/>
                </a:solidFill>
              </a:defRPr>
            </a:lvl2pPr>
            <a:lvl3pPr indent="-228600" lvl="2" marL="1371600" algn="l">
              <a:spcBef>
                <a:spcPts val="600"/>
              </a:spcBef>
              <a:spcAft>
                <a:spcPts val="0"/>
              </a:spcAft>
              <a:buSzPts val="1440"/>
              <a:buNone/>
              <a:defRPr sz="1600">
                <a:solidFill>
                  <a:srgbClr val="888888"/>
                </a:solidFill>
              </a:defRPr>
            </a:lvl3pPr>
            <a:lvl4pPr indent="-228600" lvl="3" marL="1828800" algn="l">
              <a:spcBef>
                <a:spcPts val="600"/>
              </a:spcBef>
              <a:spcAft>
                <a:spcPts val="0"/>
              </a:spcAft>
              <a:buSzPts val="1260"/>
              <a:buNone/>
              <a:defRPr sz="1400">
                <a:solidFill>
                  <a:srgbClr val="888888"/>
                </a:solidFill>
              </a:defRPr>
            </a:lvl4pPr>
            <a:lvl5pPr indent="-228600" lvl="4" marL="2286000" algn="l">
              <a:spcBef>
                <a:spcPts val="600"/>
              </a:spcBef>
              <a:spcAft>
                <a:spcPts val="0"/>
              </a:spcAft>
              <a:buSzPts val="1260"/>
              <a:buNone/>
              <a:defRPr sz="1400">
                <a:solidFill>
                  <a:srgbClr val="888888"/>
                </a:solidFill>
              </a:defRPr>
            </a:lvl5pPr>
            <a:lvl6pPr indent="-228600" lvl="5" marL="2743200" algn="l">
              <a:spcBef>
                <a:spcPts val="600"/>
              </a:spcBef>
              <a:spcAft>
                <a:spcPts val="0"/>
              </a:spcAft>
              <a:buSzPts val="1260"/>
              <a:buNone/>
              <a:defRPr sz="1400">
                <a:solidFill>
                  <a:srgbClr val="888888"/>
                </a:solidFill>
              </a:defRPr>
            </a:lvl6pPr>
            <a:lvl7pPr indent="-228600" lvl="6" marL="3200400" algn="l">
              <a:spcBef>
                <a:spcPts val="600"/>
              </a:spcBef>
              <a:spcAft>
                <a:spcPts val="0"/>
              </a:spcAft>
              <a:buSzPts val="1260"/>
              <a:buNone/>
              <a:defRPr sz="1400">
                <a:solidFill>
                  <a:srgbClr val="888888"/>
                </a:solidFill>
              </a:defRPr>
            </a:lvl7pPr>
            <a:lvl8pPr indent="-228600" lvl="7" marL="3657600" algn="l">
              <a:spcBef>
                <a:spcPts val="600"/>
              </a:spcBef>
              <a:spcAft>
                <a:spcPts val="0"/>
              </a:spcAft>
              <a:buSzPts val="1260"/>
              <a:buNone/>
              <a:defRPr sz="1400">
                <a:solidFill>
                  <a:srgbClr val="888888"/>
                </a:solidFill>
              </a:defRPr>
            </a:lvl8pPr>
            <a:lvl9pPr indent="-228600" lvl="8" marL="4114800" algn="l">
              <a:spcBef>
                <a:spcPts val="600"/>
              </a:spcBef>
              <a:spcAft>
                <a:spcPts val="0"/>
              </a:spcAft>
              <a:buSzPts val="1260"/>
              <a:buNone/>
              <a:defRPr sz="1400">
                <a:solidFill>
                  <a:srgbClr val="888888"/>
                </a:solidFill>
              </a:defRPr>
            </a:lvl9pPr>
          </a:lstStyle>
          <a:p/>
        </p:txBody>
      </p:sp>
      <p:sp>
        <p:nvSpPr>
          <p:cNvPr id="65" name="Google Shape;65;p2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with Picture">
  <p:cSld name="Section with Picture">
    <p:spTree>
      <p:nvGrpSpPr>
        <p:cNvPr id="68" name="Shape 68"/>
        <p:cNvGrpSpPr/>
        <p:nvPr/>
      </p:nvGrpSpPr>
      <p:grpSpPr>
        <a:xfrm>
          <a:off x="0" y="0"/>
          <a:ext cx="0" cy="0"/>
          <a:chOff x="0" y="0"/>
          <a:chExt cx="0" cy="0"/>
        </a:xfrm>
      </p:grpSpPr>
      <p:sp>
        <p:nvSpPr>
          <p:cNvPr id="69" name="Google Shape;69;p27"/>
          <p:cNvSpPr/>
          <p:nvPr>
            <p:ph idx="2" type="pic"/>
          </p:nvPr>
        </p:nvSpPr>
        <p:spPr>
          <a:xfrm>
            <a:off x="284162" y="443754"/>
            <a:ext cx="8574087" cy="4370293"/>
          </a:xfrm>
          <a:prstGeom prst="rect">
            <a:avLst/>
          </a:prstGeom>
          <a:noFill/>
          <a:ln>
            <a:noFill/>
          </a:ln>
        </p:spPr>
      </p:sp>
      <p:sp>
        <p:nvSpPr>
          <p:cNvPr id="70" name="Google Shape;70;p2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27"/>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74" name="Google Shape;74;p27"/>
          <p:cNvGrpSpPr/>
          <p:nvPr/>
        </p:nvGrpSpPr>
        <p:grpSpPr>
          <a:xfrm>
            <a:off x="284163" y="6263389"/>
            <a:ext cx="8576373" cy="137411"/>
            <a:chOff x="284163" y="1759424"/>
            <a:chExt cx="8576373" cy="137411"/>
          </a:xfrm>
        </p:grpSpPr>
        <p:sp>
          <p:nvSpPr>
            <p:cNvPr id="75" name="Google Shape;75;p27"/>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27"/>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7" name="Google Shape;77;p27"/>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78" name="Google Shape;78;p27"/>
          <p:cNvSpPr txBox="1"/>
          <p:nvPr/>
        </p:nvSpPr>
        <p:spPr>
          <a:xfrm>
            <a:off x="8230889" y="4801575"/>
            <a:ext cx="5870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lt1"/>
                </a:solidFill>
                <a:latin typeface="Calibri"/>
                <a:ea typeface="Calibri"/>
                <a:cs typeface="Calibri"/>
                <a:sym typeface="Calibri"/>
              </a:rPr>
              <a:t>🡽</a:t>
            </a:r>
            <a:endParaRPr sz="3600">
              <a:solidFill>
                <a:schemeClr val="lt1"/>
              </a:solidFill>
              <a:latin typeface="Calibri"/>
              <a:ea typeface="Calibri"/>
              <a:cs typeface="Calibri"/>
              <a:sym typeface="Calibri"/>
            </a:endParaRPr>
          </a:p>
        </p:txBody>
      </p:sp>
      <p:sp>
        <p:nvSpPr>
          <p:cNvPr id="79" name="Google Shape;79;p27"/>
          <p:cNvSpPr txBox="1"/>
          <p:nvPr>
            <p:ph type="title"/>
          </p:nvPr>
        </p:nvSpPr>
        <p:spPr>
          <a:xfrm>
            <a:off x="430306" y="4814047"/>
            <a:ext cx="7772400" cy="104887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4200"/>
              <a:buFont typeface="Corbel"/>
              <a:buNone/>
              <a:defRPr b="0" i="0" sz="4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a:off x="470647" y="5862918"/>
            <a:ext cx="7732059" cy="40341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620"/>
              <a:buNone/>
              <a:defRPr sz="1800">
                <a:solidFill>
                  <a:schemeClr val="lt1"/>
                </a:solidFill>
              </a:defRPr>
            </a:lvl1pPr>
            <a:lvl2pPr indent="-228600" lvl="1" marL="914400" algn="l">
              <a:spcBef>
                <a:spcPts val="600"/>
              </a:spcBef>
              <a:spcAft>
                <a:spcPts val="0"/>
              </a:spcAft>
              <a:buSzPts val="1620"/>
              <a:buNone/>
              <a:defRPr sz="1800">
                <a:solidFill>
                  <a:srgbClr val="888888"/>
                </a:solidFill>
              </a:defRPr>
            </a:lvl2pPr>
            <a:lvl3pPr indent="-228600" lvl="2" marL="1371600" algn="l">
              <a:spcBef>
                <a:spcPts val="600"/>
              </a:spcBef>
              <a:spcAft>
                <a:spcPts val="0"/>
              </a:spcAft>
              <a:buSzPts val="1440"/>
              <a:buNone/>
              <a:defRPr sz="1600">
                <a:solidFill>
                  <a:srgbClr val="888888"/>
                </a:solidFill>
              </a:defRPr>
            </a:lvl3pPr>
            <a:lvl4pPr indent="-228600" lvl="3" marL="1828800" algn="l">
              <a:spcBef>
                <a:spcPts val="600"/>
              </a:spcBef>
              <a:spcAft>
                <a:spcPts val="0"/>
              </a:spcAft>
              <a:buSzPts val="1260"/>
              <a:buNone/>
              <a:defRPr sz="1400">
                <a:solidFill>
                  <a:srgbClr val="888888"/>
                </a:solidFill>
              </a:defRPr>
            </a:lvl4pPr>
            <a:lvl5pPr indent="-228600" lvl="4" marL="2286000" algn="l">
              <a:spcBef>
                <a:spcPts val="600"/>
              </a:spcBef>
              <a:spcAft>
                <a:spcPts val="0"/>
              </a:spcAft>
              <a:buSzPts val="1260"/>
              <a:buNone/>
              <a:defRPr sz="1400">
                <a:solidFill>
                  <a:srgbClr val="888888"/>
                </a:solidFill>
              </a:defRPr>
            </a:lvl5pPr>
            <a:lvl6pPr indent="-228600" lvl="5" marL="2743200" algn="l">
              <a:spcBef>
                <a:spcPts val="600"/>
              </a:spcBef>
              <a:spcAft>
                <a:spcPts val="0"/>
              </a:spcAft>
              <a:buSzPts val="1260"/>
              <a:buNone/>
              <a:defRPr sz="1400">
                <a:solidFill>
                  <a:srgbClr val="888888"/>
                </a:solidFill>
              </a:defRPr>
            </a:lvl6pPr>
            <a:lvl7pPr indent="-228600" lvl="6" marL="3200400" algn="l">
              <a:spcBef>
                <a:spcPts val="600"/>
              </a:spcBef>
              <a:spcAft>
                <a:spcPts val="0"/>
              </a:spcAft>
              <a:buSzPts val="1260"/>
              <a:buNone/>
              <a:defRPr sz="1400">
                <a:solidFill>
                  <a:srgbClr val="888888"/>
                </a:solidFill>
              </a:defRPr>
            </a:lvl7pPr>
            <a:lvl8pPr indent="-228600" lvl="7" marL="3657600" algn="l">
              <a:spcBef>
                <a:spcPts val="600"/>
              </a:spcBef>
              <a:spcAft>
                <a:spcPts val="0"/>
              </a:spcAft>
              <a:buSzPts val="1260"/>
              <a:buNone/>
              <a:defRPr sz="1400">
                <a:solidFill>
                  <a:srgbClr val="888888"/>
                </a:solidFill>
              </a:defRPr>
            </a:lvl8pPr>
            <a:lvl9pPr indent="-228600" lvl="8" marL="4114800" algn="l">
              <a:spcBef>
                <a:spcPts val="600"/>
              </a:spcBef>
              <a:spcAft>
                <a:spcPts val="0"/>
              </a:spcAft>
              <a:buSzPts val="1260"/>
              <a:buNone/>
              <a:defRPr sz="1400">
                <a:solidFill>
                  <a:srgbClr val="888888"/>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1" name="Shape 81"/>
        <p:cNvGrpSpPr/>
        <p:nvPr/>
      </p:nvGrpSpPr>
      <p:grpSpPr>
        <a:xfrm>
          <a:off x="0" y="0"/>
          <a:ext cx="0" cy="0"/>
          <a:chOff x="0" y="0"/>
          <a:chExt cx="0" cy="0"/>
        </a:xfrm>
      </p:grpSpPr>
      <p:sp>
        <p:nvSpPr>
          <p:cNvPr id="82" name="Google Shape;82;p28"/>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83" name="Google Shape;83;p28"/>
          <p:cNvGrpSpPr/>
          <p:nvPr/>
        </p:nvGrpSpPr>
        <p:grpSpPr>
          <a:xfrm>
            <a:off x="284163" y="1577847"/>
            <a:ext cx="8576373" cy="137411"/>
            <a:chOff x="284163" y="1577847"/>
            <a:chExt cx="8576373" cy="137411"/>
          </a:xfrm>
        </p:grpSpPr>
        <p:sp>
          <p:nvSpPr>
            <p:cNvPr id="84" name="Google Shape;84;p28"/>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28"/>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8"/>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87" name="Google Shape;87;p28"/>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8"/>
          <p:cNvSpPr txBox="1"/>
          <p:nvPr>
            <p:ph idx="1" type="body"/>
          </p:nvPr>
        </p:nvSpPr>
        <p:spPr>
          <a:xfrm>
            <a:off x="403412"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89" name="Google Shape;89;p28"/>
          <p:cNvSpPr txBox="1"/>
          <p:nvPr>
            <p:ph idx="2" type="body"/>
          </p:nvPr>
        </p:nvSpPr>
        <p:spPr>
          <a:xfrm>
            <a:off x="4778188" y="2151063"/>
            <a:ext cx="3931920" cy="3975100"/>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90" name="Google Shape;90;p28"/>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8"/>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8"/>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9"/>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95" name="Google Shape;95;p29"/>
          <p:cNvGrpSpPr/>
          <p:nvPr/>
        </p:nvGrpSpPr>
        <p:grpSpPr>
          <a:xfrm>
            <a:off x="284163" y="1577847"/>
            <a:ext cx="8576373" cy="137411"/>
            <a:chOff x="284163" y="1577847"/>
            <a:chExt cx="8576373" cy="137411"/>
          </a:xfrm>
        </p:grpSpPr>
        <p:sp>
          <p:nvSpPr>
            <p:cNvPr id="96" name="Google Shape;96;p29"/>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 name="Google Shape;97;p29"/>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 name="Google Shape;98;p29"/>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99" name="Google Shape;99;p29"/>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4200"/>
              <a:buFont typeface="Corbe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9"/>
          <p:cNvSpPr txBox="1"/>
          <p:nvPr>
            <p:ph idx="1" type="body"/>
          </p:nvPr>
        </p:nvSpPr>
        <p:spPr>
          <a:xfrm>
            <a:off x="403412"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1"/>
                </a:solidFill>
              </a:defRPr>
            </a:lvl1pPr>
            <a:lvl2pPr indent="-228600" lvl="1" marL="914400" algn="l">
              <a:spcBef>
                <a:spcPts val="600"/>
              </a:spcBef>
              <a:spcAft>
                <a:spcPts val="0"/>
              </a:spcAft>
              <a:buSzPts val="1800"/>
              <a:buNone/>
              <a:defRPr b="1" sz="2000"/>
            </a:lvl2pPr>
            <a:lvl3pPr indent="-228600" lvl="2" marL="1371600" algn="l">
              <a:spcBef>
                <a:spcPts val="600"/>
              </a:spcBef>
              <a:spcAft>
                <a:spcPts val="0"/>
              </a:spcAft>
              <a:buSzPts val="1620"/>
              <a:buNone/>
              <a:defRPr b="1" sz="1800"/>
            </a:lvl3pPr>
            <a:lvl4pPr indent="-228600" lvl="3" marL="1828800" algn="l">
              <a:spcBef>
                <a:spcPts val="600"/>
              </a:spcBef>
              <a:spcAft>
                <a:spcPts val="0"/>
              </a:spcAft>
              <a:buSzPts val="1440"/>
              <a:buNone/>
              <a:defRPr b="1" sz="1600"/>
            </a:lvl4pPr>
            <a:lvl5pPr indent="-228600" lvl="4" marL="2286000" algn="l">
              <a:spcBef>
                <a:spcPts val="600"/>
              </a:spcBef>
              <a:spcAft>
                <a:spcPts val="0"/>
              </a:spcAft>
              <a:buSzPts val="1440"/>
              <a:buNone/>
              <a:defRPr b="1" sz="1600"/>
            </a:lvl5pPr>
            <a:lvl6pPr indent="-228600" lvl="5" marL="2743200" algn="l">
              <a:spcBef>
                <a:spcPts val="600"/>
              </a:spcBef>
              <a:spcAft>
                <a:spcPts val="0"/>
              </a:spcAft>
              <a:buSzPts val="1440"/>
              <a:buNone/>
              <a:defRPr b="1" sz="1600"/>
            </a:lvl6pPr>
            <a:lvl7pPr indent="-228600" lvl="6" marL="3200400" algn="l">
              <a:spcBef>
                <a:spcPts val="600"/>
              </a:spcBef>
              <a:spcAft>
                <a:spcPts val="0"/>
              </a:spcAft>
              <a:buSzPts val="1440"/>
              <a:buNone/>
              <a:defRPr b="1" sz="1600"/>
            </a:lvl7pPr>
            <a:lvl8pPr indent="-228600" lvl="7" marL="3657600" algn="l">
              <a:spcBef>
                <a:spcPts val="600"/>
              </a:spcBef>
              <a:spcAft>
                <a:spcPts val="0"/>
              </a:spcAft>
              <a:buSzPts val="1440"/>
              <a:buNone/>
              <a:defRPr b="1" sz="1600"/>
            </a:lvl8pPr>
            <a:lvl9pPr indent="-228600" lvl="8" marL="4114800" algn="l">
              <a:spcBef>
                <a:spcPts val="600"/>
              </a:spcBef>
              <a:spcAft>
                <a:spcPts val="0"/>
              </a:spcAft>
              <a:buSzPts val="1440"/>
              <a:buNone/>
              <a:defRPr b="1" sz="1600"/>
            </a:lvl9pPr>
          </a:lstStyle>
          <a:p/>
        </p:txBody>
      </p:sp>
      <p:sp>
        <p:nvSpPr>
          <p:cNvPr id="101" name="Google Shape;101;p29"/>
          <p:cNvSpPr txBox="1"/>
          <p:nvPr>
            <p:ph idx="2" type="body"/>
          </p:nvPr>
        </p:nvSpPr>
        <p:spPr>
          <a:xfrm>
            <a:off x="403412"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20039" lvl="5" marL="2743200" algn="l">
              <a:spcBef>
                <a:spcPts val="600"/>
              </a:spcBef>
              <a:spcAft>
                <a:spcPts val="0"/>
              </a:spcAft>
              <a:buSzPts val="1440"/>
              <a:buChar char="🡽"/>
              <a:defRPr sz="1600"/>
            </a:lvl6pPr>
            <a:lvl7pPr indent="-320039" lvl="6" marL="3200400" algn="l">
              <a:spcBef>
                <a:spcPts val="600"/>
              </a:spcBef>
              <a:spcAft>
                <a:spcPts val="0"/>
              </a:spcAft>
              <a:buSzPts val="1440"/>
              <a:buChar char="🡽"/>
              <a:defRPr sz="1600"/>
            </a:lvl7pPr>
            <a:lvl8pPr indent="-320040" lvl="7" marL="3657600" algn="l">
              <a:spcBef>
                <a:spcPts val="600"/>
              </a:spcBef>
              <a:spcAft>
                <a:spcPts val="0"/>
              </a:spcAft>
              <a:buSzPts val="1440"/>
              <a:buChar char="🡽"/>
              <a:defRPr sz="1600"/>
            </a:lvl8pPr>
            <a:lvl9pPr indent="-320040" lvl="8" marL="4114800" algn="l">
              <a:spcBef>
                <a:spcPts val="600"/>
              </a:spcBef>
              <a:spcAft>
                <a:spcPts val="0"/>
              </a:spcAft>
              <a:buSzPts val="1440"/>
              <a:buChar char="🡽"/>
              <a:defRPr sz="1600"/>
            </a:lvl9pPr>
          </a:lstStyle>
          <a:p/>
        </p:txBody>
      </p:sp>
      <p:sp>
        <p:nvSpPr>
          <p:cNvPr id="102" name="Google Shape;102;p29"/>
          <p:cNvSpPr txBox="1"/>
          <p:nvPr>
            <p:ph idx="3" type="body"/>
          </p:nvPr>
        </p:nvSpPr>
        <p:spPr>
          <a:xfrm>
            <a:off x="4779495" y="1735138"/>
            <a:ext cx="3931920" cy="833250"/>
          </a:xfrm>
          <a:prstGeom prst="rect">
            <a:avLst/>
          </a:prstGeom>
          <a:noFill/>
          <a:ln>
            <a:noFill/>
          </a:ln>
        </p:spPr>
        <p:txBody>
          <a:bodyPr anchorCtr="0" anchor="b" bIns="45700" lIns="91425" spcFirstLastPara="1" rIns="91425" wrap="square" tIns="45700">
            <a:noAutofit/>
          </a:bodyPr>
          <a:lstStyle>
            <a:lvl1pPr indent="-228600" lvl="0" marL="457200" algn="ctr">
              <a:lnSpc>
                <a:spcPct val="100000"/>
              </a:lnSpc>
              <a:spcBef>
                <a:spcPts val="600"/>
              </a:spcBef>
              <a:spcAft>
                <a:spcPts val="0"/>
              </a:spcAft>
              <a:buSzPts val="2340"/>
              <a:buNone/>
              <a:defRPr b="0" sz="2600">
                <a:solidFill>
                  <a:schemeClr val="accent2"/>
                </a:solidFill>
              </a:defRPr>
            </a:lvl1pPr>
            <a:lvl2pPr indent="-228600" lvl="1" marL="914400" algn="l">
              <a:spcBef>
                <a:spcPts val="600"/>
              </a:spcBef>
              <a:spcAft>
                <a:spcPts val="0"/>
              </a:spcAft>
              <a:buSzPts val="1800"/>
              <a:buNone/>
              <a:defRPr b="1" sz="2000"/>
            </a:lvl2pPr>
            <a:lvl3pPr indent="-228600" lvl="2" marL="1371600" algn="l">
              <a:spcBef>
                <a:spcPts val="600"/>
              </a:spcBef>
              <a:spcAft>
                <a:spcPts val="0"/>
              </a:spcAft>
              <a:buSzPts val="1620"/>
              <a:buNone/>
              <a:defRPr b="1" sz="1800"/>
            </a:lvl3pPr>
            <a:lvl4pPr indent="-228600" lvl="3" marL="1828800" algn="l">
              <a:spcBef>
                <a:spcPts val="600"/>
              </a:spcBef>
              <a:spcAft>
                <a:spcPts val="0"/>
              </a:spcAft>
              <a:buSzPts val="1440"/>
              <a:buNone/>
              <a:defRPr b="1" sz="1600"/>
            </a:lvl4pPr>
            <a:lvl5pPr indent="-228600" lvl="4" marL="2286000" algn="l">
              <a:spcBef>
                <a:spcPts val="600"/>
              </a:spcBef>
              <a:spcAft>
                <a:spcPts val="0"/>
              </a:spcAft>
              <a:buSzPts val="1440"/>
              <a:buNone/>
              <a:defRPr b="1" sz="1600"/>
            </a:lvl5pPr>
            <a:lvl6pPr indent="-228600" lvl="5" marL="2743200" algn="l">
              <a:spcBef>
                <a:spcPts val="600"/>
              </a:spcBef>
              <a:spcAft>
                <a:spcPts val="0"/>
              </a:spcAft>
              <a:buSzPts val="1440"/>
              <a:buNone/>
              <a:defRPr b="1" sz="1600"/>
            </a:lvl6pPr>
            <a:lvl7pPr indent="-228600" lvl="6" marL="3200400" algn="l">
              <a:spcBef>
                <a:spcPts val="600"/>
              </a:spcBef>
              <a:spcAft>
                <a:spcPts val="0"/>
              </a:spcAft>
              <a:buSzPts val="1440"/>
              <a:buNone/>
              <a:defRPr b="1" sz="1600"/>
            </a:lvl7pPr>
            <a:lvl8pPr indent="-228600" lvl="7" marL="3657600" algn="l">
              <a:spcBef>
                <a:spcPts val="600"/>
              </a:spcBef>
              <a:spcAft>
                <a:spcPts val="0"/>
              </a:spcAft>
              <a:buSzPts val="1440"/>
              <a:buNone/>
              <a:defRPr b="1" sz="1600"/>
            </a:lvl8pPr>
            <a:lvl9pPr indent="-228600" lvl="8" marL="4114800" algn="l">
              <a:spcBef>
                <a:spcPts val="600"/>
              </a:spcBef>
              <a:spcAft>
                <a:spcPts val="0"/>
              </a:spcAft>
              <a:buSzPts val="1440"/>
              <a:buNone/>
              <a:defRPr b="1" sz="1600"/>
            </a:lvl9pPr>
          </a:lstStyle>
          <a:p/>
        </p:txBody>
      </p:sp>
      <p:sp>
        <p:nvSpPr>
          <p:cNvPr id="103" name="Google Shape;103;p29"/>
          <p:cNvSpPr txBox="1"/>
          <p:nvPr>
            <p:ph idx="4" type="body"/>
          </p:nvPr>
        </p:nvSpPr>
        <p:spPr>
          <a:xfrm>
            <a:off x="4779495" y="2590800"/>
            <a:ext cx="3931920" cy="3535362"/>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20039" lvl="5" marL="2743200" algn="l">
              <a:spcBef>
                <a:spcPts val="600"/>
              </a:spcBef>
              <a:spcAft>
                <a:spcPts val="0"/>
              </a:spcAft>
              <a:buSzPts val="1440"/>
              <a:buChar char="🡽"/>
              <a:defRPr sz="1600"/>
            </a:lvl6pPr>
            <a:lvl7pPr indent="-320039" lvl="6" marL="3200400" algn="l">
              <a:spcBef>
                <a:spcPts val="600"/>
              </a:spcBef>
              <a:spcAft>
                <a:spcPts val="0"/>
              </a:spcAft>
              <a:buSzPts val="1440"/>
              <a:buChar char="🡽"/>
              <a:defRPr sz="1600"/>
            </a:lvl7pPr>
            <a:lvl8pPr indent="-320040" lvl="7" marL="3657600" algn="l">
              <a:spcBef>
                <a:spcPts val="600"/>
              </a:spcBef>
              <a:spcAft>
                <a:spcPts val="0"/>
              </a:spcAft>
              <a:buSzPts val="1440"/>
              <a:buChar char="🡽"/>
              <a:defRPr sz="1600"/>
            </a:lvl8pPr>
            <a:lvl9pPr indent="-320040" lvl="8" marL="4114800" algn="l">
              <a:spcBef>
                <a:spcPts val="600"/>
              </a:spcBef>
              <a:spcAft>
                <a:spcPts val="0"/>
              </a:spcAft>
              <a:buSzPts val="1440"/>
              <a:buChar char="🡽"/>
              <a:defRPr sz="1600"/>
            </a:lvl9pPr>
          </a:lstStyle>
          <a:p/>
        </p:txBody>
      </p:sp>
      <p:sp>
        <p:nvSpPr>
          <p:cNvPr id="104" name="Google Shape;104;p29"/>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9"/>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9"/>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 name="Shape 107"/>
        <p:cNvGrpSpPr/>
        <p:nvPr/>
      </p:nvGrpSpPr>
      <p:grpSpPr>
        <a:xfrm>
          <a:off x="0" y="0"/>
          <a:ext cx="0" cy="0"/>
          <a:chOff x="0" y="0"/>
          <a:chExt cx="0" cy="0"/>
        </a:xfrm>
      </p:grpSpPr>
      <p:sp>
        <p:nvSpPr>
          <p:cNvPr id="108" name="Google Shape;108;p30"/>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09" name="Google Shape;109;p30"/>
          <p:cNvGrpSpPr/>
          <p:nvPr/>
        </p:nvGrpSpPr>
        <p:grpSpPr>
          <a:xfrm>
            <a:off x="284163" y="1577847"/>
            <a:ext cx="8576373" cy="137411"/>
            <a:chOff x="284163" y="1577847"/>
            <a:chExt cx="8576373" cy="137411"/>
          </a:xfrm>
        </p:grpSpPr>
        <p:sp>
          <p:nvSpPr>
            <p:cNvPr id="110" name="Google Shape;110;p30"/>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 name="Google Shape;111;p30"/>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2" name="Google Shape;112;p30"/>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13" name="Google Shape;113;p30"/>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30"/>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0"/>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0"/>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7" name="Shape 117"/>
        <p:cNvGrpSpPr/>
        <p:nvPr/>
      </p:nvGrpSpPr>
      <p:grpSpPr>
        <a:xfrm>
          <a:off x="0" y="0"/>
          <a:ext cx="0" cy="0"/>
          <a:chOff x="0" y="0"/>
          <a:chExt cx="0" cy="0"/>
        </a:xfrm>
      </p:grpSpPr>
      <p:sp>
        <p:nvSpPr>
          <p:cNvPr id="118" name="Google Shape;118;p31"/>
          <p:cNvSpPr txBox="1"/>
          <p:nvPr>
            <p:ph type="title"/>
          </p:nvPr>
        </p:nvSpPr>
        <p:spPr>
          <a:xfrm>
            <a:off x="268941" y="1298762"/>
            <a:ext cx="4069080" cy="11620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Clr>
                <a:schemeClr val="accent2"/>
              </a:buClr>
              <a:buSzPts val="3200"/>
              <a:buFont typeface="Corbel"/>
              <a:buNone/>
              <a:defRPr b="1" sz="32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31"/>
          <p:cNvSpPr txBox="1"/>
          <p:nvPr>
            <p:ph idx="1" type="body"/>
          </p:nvPr>
        </p:nvSpPr>
        <p:spPr>
          <a:xfrm>
            <a:off x="4783567" y="914400"/>
            <a:ext cx="4069080" cy="5211763"/>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120" name="Google Shape;120;p31"/>
          <p:cNvSpPr txBox="1"/>
          <p:nvPr>
            <p:ph idx="2" type="body"/>
          </p:nvPr>
        </p:nvSpPr>
        <p:spPr>
          <a:xfrm>
            <a:off x="268941" y="2456329"/>
            <a:ext cx="4069080" cy="3182472"/>
          </a:xfrm>
          <a:prstGeom prst="rect">
            <a:avLst/>
          </a:prstGeom>
          <a:noFill/>
          <a:ln>
            <a:noFill/>
          </a:ln>
        </p:spPr>
        <p:txBody>
          <a:bodyPr anchorCtr="0" anchor="t" bIns="45700" lIns="91425" spcFirstLastPara="1" rIns="91425" wrap="square" tIns="45700">
            <a:normAutofit/>
          </a:bodyPr>
          <a:lstStyle>
            <a:lvl1pPr indent="-228600" lvl="0" marL="457200" algn="ctr">
              <a:spcBef>
                <a:spcPts val="600"/>
              </a:spcBef>
              <a:spcAft>
                <a:spcPts val="0"/>
              </a:spcAft>
              <a:buSzPts val="1620"/>
              <a:buNone/>
              <a:defRPr sz="1800"/>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21" name="Google Shape;121;p3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3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4" name="Google Shape;124;p31"/>
          <p:cNvGrpSpPr/>
          <p:nvPr/>
        </p:nvGrpSpPr>
        <p:grpSpPr>
          <a:xfrm>
            <a:off x="284163" y="452718"/>
            <a:ext cx="8576373" cy="137411"/>
            <a:chOff x="284163" y="1577847"/>
            <a:chExt cx="8576373" cy="137411"/>
          </a:xfrm>
        </p:grpSpPr>
        <p:sp>
          <p:nvSpPr>
            <p:cNvPr id="125" name="Google Shape;125;p31"/>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 name="Google Shape;126;p31"/>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7" name="Google Shape;127;p31"/>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8" name="Shape 128"/>
        <p:cNvGrpSpPr/>
        <p:nvPr/>
      </p:nvGrpSpPr>
      <p:grpSpPr>
        <a:xfrm>
          <a:off x="0" y="0"/>
          <a:ext cx="0" cy="0"/>
          <a:chOff x="0" y="0"/>
          <a:chExt cx="0" cy="0"/>
        </a:xfrm>
      </p:grpSpPr>
      <p:sp>
        <p:nvSpPr>
          <p:cNvPr id="129" name="Google Shape;129;p32"/>
          <p:cNvSpPr/>
          <p:nvPr/>
        </p:nvSpPr>
        <p:spPr>
          <a:xfrm>
            <a:off x="284163" y="4801575"/>
            <a:ext cx="857408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130" name="Google Shape;130;p32"/>
          <p:cNvGrpSpPr/>
          <p:nvPr/>
        </p:nvGrpSpPr>
        <p:grpSpPr>
          <a:xfrm>
            <a:off x="284163" y="6263389"/>
            <a:ext cx="8576373" cy="137411"/>
            <a:chOff x="284163" y="1759424"/>
            <a:chExt cx="8576373" cy="137411"/>
          </a:xfrm>
        </p:grpSpPr>
        <p:sp>
          <p:nvSpPr>
            <p:cNvPr id="131" name="Google Shape;131;p32"/>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32"/>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32"/>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34" name="Google Shape;134;p32"/>
          <p:cNvSpPr txBox="1"/>
          <p:nvPr>
            <p:ph type="title"/>
          </p:nvPr>
        </p:nvSpPr>
        <p:spPr>
          <a:xfrm>
            <a:off x="363071" y="4800600"/>
            <a:ext cx="8360242"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32"/>
          <p:cNvSpPr/>
          <p:nvPr>
            <p:ph idx="2" type="pic"/>
          </p:nvPr>
        </p:nvSpPr>
        <p:spPr>
          <a:xfrm>
            <a:off x="284163" y="457199"/>
            <a:ext cx="8577072" cy="4352544"/>
          </a:xfrm>
          <a:prstGeom prst="rect">
            <a:avLst/>
          </a:prstGeom>
          <a:noFill/>
          <a:ln>
            <a:noFill/>
          </a:ln>
        </p:spPr>
      </p:sp>
      <p:sp>
        <p:nvSpPr>
          <p:cNvPr id="136" name="Google Shape;136;p32"/>
          <p:cNvSpPr txBox="1"/>
          <p:nvPr>
            <p:ph idx="1" type="body"/>
          </p:nvPr>
        </p:nvSpPr>
        <p:spPr>
          <a:xfrm>
            <a:off x="419099" y="5367338"/>
            <a:ext cx="830421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37" name="Google Shape;137;p32"/>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2"/>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2"/>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Alt.">
  <p:cSld name="Picture with Caption, Alt.">
    <p:spTree>
      <p:nvGrpSpPr>
        <p:cNvPr id="140" name="Shape 140"/>
        <p:cNvGrpSpPr/>
        <p:nvPr/>
      </p:nvGrpSpPr>
      <p:grpSpPr>
        <a:xfrm>
          <a:off x="0" y="0"/>
          <a:ext cx="0" cy="0"/>
          <a:chOff x="0" y="0"/>
          <a:chExt cx="0" cy="0"/>
        </a:xfrm>
      </p:grpSpPr>
      <p:grpSp>
        <p:nvGrpSpPr>
          <p:cNvPr id="141" name="Google Shape;141;p33"/>
          <p:cNvGrpSpPr/>
          <p:nvPr/>
        </p:nvGrpSpPr>
        <p:grpSpPr>
          <a:xfrm>
            <a:off x="284163" y="4280647"/>
            <a:ext cx="8576373" cy="137411"/>
            <a:chOff x="284163" y="1759424"/>
            <a:chExt cx="8576373" cy="137411"/>
          </a:xfrm>
        </p:grpSpPr>
        <p:sp>
          <p:nvSpPr>
            <p:cNvPr id="142" name="Google Shape;142;p33"/>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33"/>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33"/>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45" name="Google Shape;145;p33"/>
          <p:cNvSpPr txBox="1"/>
          <p:nvPr>
            <p:ph type="title"/>
          </p:nvPr>
        </p:nvSpPr>
        <p:spPr>
          <a:xfrm>
            <a:off x="363071" y="4778189"/>
            <a:ext cx="8360242"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2"/>
              </a:buClr>
              <a:buSzPts val="2800"/>
              <a:buFont typeface="Corbel"/>
              <a:buNone/>
              <a:defRPr b="0" sz="28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33"/>
          <p:cNvSpPr/>
          <p:nvPr>
            <p:ph idx="2" type="pic"/>
          </p:nvPr>
        </p:nvSpPr>
        <p:spPr>
          <a:xfrm>
            <a:off x="284163" y="457200"/>
            <a:ext cx="8577072" cy="3822192"/>
          </a:xfrm>
          <a:prstGeom prst="rect">
            <a:avLst/>
          </a:prstGeom>
          <a:noFill/>
          <a:ln>
            <a:noFill/>
          </a:ln>
        </p:spPr>
      </p:sp>
      <p:sp>
        <p:nvSpPr>
          <p:cNvPr id="147" name="Google Shape;147;p33"/>
          <p:cNvSpPr txBox="1"/>
          <p:nvPr>
            <p:ph idx="1" type="body"/>
          </p:nvPr>
        </p:nvSpPr>
        <p:spPr>
          <a:xfrm>
            <a:off x="419099" y="5344927"/>
            <a:ext cx="8304213"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rgbClr val="262626"/>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48" name="Google Shape;148;p33"/>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3"/>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3"/>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icture, and Caption">
  <p:cSld name="Content, Picture, and Caption">
    <p:spTree>
      <p:nvGrpSpPr>
        <p:cNvPr id="151" name="Shape 151"/>
        <p:cNvGrpSpPr/>
        <p:nvPr/>
      </p:nvGrpSpPr>
      <p:grpSpPr>
        <a:xfrm>
          <a:off x="0" y="0"/>
          <a:ext cx="0" cy="0"/>
          <a:chOff x="0" y="0"/>
          <a:chExt cx="0" cy="0"/>
        </a:xfrm>
      </p:grpSpPr>
      <p:sp>
        <p:nvSpPr>
          <p:cNvPr id="152" name="Google Shape;152;p34"/>
          <p:cNvSpPr txBox="1"/>
          <p:nvPr>
            <p:ph idx="1" type="body"/>
          </p:nvPr>
        </p:nvSpPr>
        <p:spPr>
          <a:xfrm>
            <a:off x="3657600" y="914400"/>
            <a:ext cx="5195047" cy="5211763"/>
          </a:xfrm>
          <a:prstGeom prst="rect">
            <a:avLst/>
          </a:prstGeom>
          <a:noFill/>
          <a:ln>
            <a:noFill/>
          </a:ln>
        </p:spPr>
        <p:txBody>
          <a:bodyPr anchorCtr="0" anchor="t" bIns="45700" lIns="91425" spcFirstLastPara="1" rIns="91425" wrap="square" tIns="45700">
            <a:normAutofit/>
          </a:bodyPr>
          <a:lstStyle>
            <a:lvl1pPr indent="-354330" lvl="0" marL="457200" algn="l">
              <a:spcBef>
                <a:spcPts val="2000"/>
              </a:spcBef>
              <a:spcAft>
                <a:spcPts val="0"/>
              </a:spcAft>
              <a:buSzPts val="1980"/>
              <a:buChar char="🡽"/>
              <a:defRPr sz="2200"/>
            </a:lvl1pPr>
            <a:lvl2pPr indent="-342900" lvl="1" marL="914400" algn="l">
              <a:spcBef>
                <a:spcPts val="600"/>
              </a:spcBef>
              <a:spcAft>
                <a:spcPts val="0"/>
              </a:spcAft>
              <a:buSzPts val="1800"/>
              <a:buChar char="🡽"/>
              <a:defRPr sz="2000"/>
            </a:lvl2pPr>
            <a:lvl3pPr indent="-331469" lvl="2" marL="1371600" algn="l">
              <a:spcBef>
                <a:spcPts val="600"/>
              </a:spcBef>
              <a:spcAft>
                <a:spcPts val="0"/>
              </a:spcAft>
              <a:buSzPts val="1620"/>
              <a:buChar char="🡽"/>
              <a:defRPr sz="1800"/>
            </a:lvl3pPr>
            <a:lvl4pPr indent="-331469" lvl="3" marL="1828800" algn="l">
              <a:spcBef>
                <a:spcPts val="600"/>
              </a:spcBef>
              <a:spcAft>
                <a:spcPts val="0"/>
              </a:spcAft>
              <a:buSzPts val="1620"/>
              <a:buChar char="🡽"/>
              <a:defRPr sz="1800"/>
            </a:lvl4pPr>
            <a:lvl5pPr indent="-331470" lvl="4" marL="2286000" algn="l">
              <a:spcBef>
                <a:spcPts val="600"/>
              </a:spcBef>
              <a:spcAft>
                <a:spcPts val="0"/>
              </a:spcAft>
              <a:buSzPts val="1620"/>
              <a:buChar char="🡽"/>
              <a:defRPr sz="1800"/>
            </a:lvl5pPr>
            <a:lvl6pPr indent="-331470" lvl="5" marL="2743200" algn="l">
              <a:spcBef>
                <a:spcPts val="600"/>
              </a:spcBef>
              <a:spcAft>
                <a:spcPts val="0"/>
              </a:spcAft>
              <a:buSzPts val="1620"/>
              <a:buChar char="🡽"/>
              <a:defRPr sz="1800"/>
            </a:lvl6pPr>
            <a:lvl7pPr indent="-331470" lvl="6" marL="3200400" algn="l">
              <a:spcBef>
                <a:spcPts val="600"/>
              </a:spcBef>
              <a:spcAft>
                <a:spcPts val="0"/>
              </a:spcAft>
              <a:buSzPts val="1620"/>
              <a:buChar char="🡽"/>
              <a:defRPr sz="1800"/>
            </a:lvl7pPr>
            <a:lvl8pPr indent="-331470" lvl="7" marL="3657600" algn="l">
              <a:spcBef>
                <a:spcPts val="600"/>
              </a:spcBef>
              <a:spcAft>
                <a:spcPts val="0"/>
              </a:spcAft>
              <a:buSzPts val="1620"/>
              <a:buChar char="🡽"/>
              <a:defRPr sz="1800"/>
            </a:lvl8pPr>
            <a:lvl9pPr indent="-331470" lvl="8" marL="4114800" algn="l">
              <a:spcBef>
                <a:spcPts val="600"/>
              </a:spcBef>
              <a:spcAft>
                <a:spcPts val="0"/>
              </a:spcAft>
              <a:buSzPts val="1620"/>
              <a:buChar char="🡽"/>
              <a:defRPr sz="1800"/>
            </a:lvl9pPr>
          </a:lstStyle>
          <a:p/>
        </p:txBody>
      </p:sp>
      <p:sp>
        <p:nvSpPr>
          <p:cNvPr id="153" name="Google Shape;153;p34"/>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34"/>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4"/>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6" name="Google Shape;156;p34"/>
          <p:cNvSpPr/>
          <p:nvPr/>
        </p:nvSpPr>
        <p:spPr>
          <a:xfrm>
            <a:off x="284163" y="4267200"/>
            <a:ext cx="2743200" cy="2120153"/>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sp>
        <p:nvSpPr>
          <p:cNvPr id="157" name="Google Shape;157;p34"/>
          <p:cNvSpPr txBox="1"/>
          <p:nvPr>
            <p:ph idx="2" type="body"/>
          </p:nvPr>
        </p:nvSpPr>
        <p:spPr>
          <a:xfrm>
            <a:off x="419101" y="4953001"/>
            <a:ext cx="2472017" cy="1246094"/>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58" name="Google Shape;158;p34"/>
          <p:cNvSpPr txBox="1"/>
          <p:nvPr>
            <p:ph type="title"/>
          </p:nvPr>
        </p:nvSpPr>
        <p:spPr>
          <a:xfrm>
            <a:off x="410764" y="4419600"/>
            <a:ext cx="2475395" cy="51098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orbel"/>
              <a:buNone/>
              <a:defRPr b="1" sz="2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34"/>
          <p:cNvSpPr/>
          <p:nvPr>
            <p:ph idx="3" type="pic"/>
          </p:nvPr>
        </p:nvSpPr>
        <p:spPr>
          <a:xfrm>
            <a:off x="284164" y="594360"/>
            <a:ext cx="2743200" cy="3675888"/>
          </a:xfrm>
          <a:prstGeom prst="rect">
            <a:avLst/>
          </a:prstGeom>
          <a:noFill/>
          <a:ln>
            <a:noFill/>
          </a:ln>
        </p:spPr>
      </p:sp>
      <p:grpSp>
        <p:nvGrpSpPr>
          <p:cNvPr id="160" name="Google Shape;160;p34"/>
          <p:cNvGrpSpPr/>
          <p:nvPr/>
        </p:nvGrpSpPr>
        <p:grpSpPr>
          <a:xfrm>
            <a:off x="284163" y="461682"/>
            <a:ext cx="8576373" cy="137411"/>
            <a:chOff x="284163" y="1759424"/>
            <a:chExt cx="8576373" cy="137411"/>
          </a:xfrm>
        </p:grpSpPr>
        <p:sp>
          <p:nvSpPr>
            <p:cNvPr id="161" name="Google Shape;161;p34"/>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34"/>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34"/>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164" name="Shape 164"/>
        <p:cNvGrpSpPr/>
        <p:nvPr/>
      </p:nvGrpSpPr>
      <p:grpSpPr>
        <a:xfrm>
          <a:off x="0" y="0"/>
          <a:ext cx="0" cy="0"/>
          <a:chOff x="0" y="0"/>
          <a:chExt cx="0" cy="0"/>
        </a:xfrm>
      </p:grpSpPr>
      <p:sp>
        <p:nvSpPr>
          <p:cNvPr id="165" name="Google Shape;165;p35"/>
          <p:cNvSpPr/>
          <p:nvPr/>
        </p:nvSpPr>
        <p:spPr>
          <a:xfrm>
            <a:off x="3021013" y="4801575"/>
            <a:ext cx="5837237" cy="1468437"/>
          </a:xfrm>
          <a:prstGeom prst="rect">
            <a:avLst/>
          </a:prstGeom>
          <a:solidFill>
            <a:srgbClr val="262626">
              <a:alpha val="84705"/>
            </a:srgbClr>
          </a:solidFill>
          <a:ln>
            <a:noFill/>
          </a:ln>
        </p:spPr>
        <p:txBody>
          <a:bodyPr anchorCtr="0" anchor="b" bIns="365750" lIns="91425" spcFirstLastPara="1" rIns="182875" wrap="square" tIns="45700">
            <a:normAutofit/>
          </a:bodyPr>
          <a:lstStyle/>
          <a:p>
            <a:pPr indent="0" lvl="0" marL="0" marR="0" rtl="0" algn="l">
              <a:spcBef>
                <a:spcPts val="0"/>
              </a:spcBef>
              <a:spcAft>
                <a:spcPts val="0"/>
              </a:spcAft>
              <a:buClr>
                <a:schemeClr val="dk1"/>
              </a:buClr>
              <a:buSzPts val="4200"/>
              <a:buFont typeface="Calibri"/>
              <a:buNone/>
            </a:pPr>
            <a:r>
              <a:t/>
            </a:r>
            <a:endParaRPr sz="4200">
              <a:solidFill>
                <a:schemeClr val="lt1"/>
              </a:solidFill>
              <a:latin typeface="Corbel"/>
              <a:ea typeface="Corbel"/>
              <a:cs typeface="Corbel"/>
              <a:sym typeface="Corbel"/>
            </a:endParaRPr>
          </a:p>
        </p:txBody>
      </p:sp>
      <p:grpSp>
        <p:nvGrpSpPr>
          <p:cNvPr id="166" name="Google Shape;166;p35"/>
          <p:cNvGrpSpPr/>
          <p:nvPr/>
        </p:nvGrpSpPr>
        <p:grpSpPr>
          <a:xfrm>
            <a:off x="284163" y="6263389"/>
            <a:ext cx="8576373" cy="137411"/>
            <a:chOff x="284163" y="1759424"/>
            <a:chExt cx="8576373" cy="137411"/>
          </a:xfrm>
        </p:grpSpPr>
        <p:sp>
          <p:nvSpPr>
            <p:cNvPr id="167" name="Google Shape;167;p35"/>
            <p:cNvSpPr/>
            <p:nvPr/>
          </p:nvSpPr>
          <p:spPr>
            <a:xfrm>
              <a:off x="284163" y="1759424"/>
              <a:ext cx="2743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35"/>
            <p:cNvSpPr/>
            <p:nvPr/>
          </p:nvSpPr>
          <p:spPr>
            <a:xfrm>
              <a:off x="3026392" y="1759424"/>
              <a:ext cx="1600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35"/>
            <p:cNvSpPr/>
            <p:nvPr/>
          </p:nvSpPr>
          <p:spPr>
            <a:xfrm>
              <a:off x="4626864" y="1759424"/>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70" name="Google Shape;170;p35"/>
          <p:cNvSpPr txBox="1"/>
          <p:nvPr>
            <p:ph type="title"/>
          </p:nvPr>
        </p:nvSpPr>
        <p:spPr>
          <a:xfrm>
            <a:off x="3031661" y="4800600"/>
            <a:ext cx="5691651"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800"/>
              <a:buFont typeface="Corbel"/>
              <a:buNone/>
              <a:defRPr b="0" i="0" sz="2800" cap="none">
                <a:solidFill>
                  <a:schemeClr val="lt1"/>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 name="Google Shape;171;p35"/>
          <p:cNvSpPr/>
          <p:nvPr>
            <p:ph idx="2" type="pic"/>
          </p:nvPr>
        </p:nvSpPr>
        <p:spPr>
          <a:xfrm>
            <a:off x="3021014" y="457199"/>
            <a:ext cx="5833872" cy="4352544"/>
          </a:xfrm>
          <a:prstGeom prst="rect">
            <a:avLst/>
          </a:prstGeom>
          <a:noFill/>
          <a:ln>
            <a:noFill/>
          </a:ln>
        </p:spPr>
      </p:sp>
      <p:sp>
        <p:nvSpPr>
          <p:cNvPr id="172" name="Google Shape;172;p35"/>
          <p:cNvSpPr txBox="1"/>
          <p:nvPr>
            <p:ph idx="1" type="body"/>
          </p:nvPr>
        </p:nvSpPr>
        <p:spPr>
          <a:xfrm>
            <a:off x="3069805" y="5367338"/>
            <a:ext cx="5653507"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260"/>
              <a:buNone/>
              <a:defRPr sz="1400">
                <a:solidFill>
                  <a:schemeClr val="lt1"/>
                </a:solidFill>
              </a:defRPr>
            </a:lvl1pPr>
            <a:lvl2pPr indent="-228600" lvl="1" marL="914400" algn="l">
              <a:spcBef>
                <a:spcPts val="600"/>
              </a:spcBef>
              <a:spcAft>
                <a:spcPts val="0"/>
              </a:spcAft>
              <a:buSzPts val="1080"/>
              <a:buNone/>
              <a:defRPr sz="1200"/>
            </a:lvl2pPr>
            <a:lvl3pPr indent="-228600" lvl="2" marL="1371600" algn="l">
              <a:spcBef>
                <a:spcPts val="600"/>
              </a:spcBef>
              <a:spcAft>
                <a:spcPts val="0"/>
              </a:spcAft>
              <a:buSzPts val="900"/>
              <a:buNone/>
              <a:defRPr sz="1000"/>
            </a:lvl3pPr>
            <a:lvl4pPr indent="-228600" lvl="3" marL="1828800" algn="l">
              <a:spcBef>
                <a:spcPts val="600"/>
              </a:spcBef>
              <a:spcAft>
                <a:spcPts val="0"/>
              </a:spcAft>
              <a:buSzPts val="810"/>
              <a:buNone/>
              <a:defRPr sz="900"/>
            </a:lvl4pPr>
            <a:lvl5pPr indent="-228600" lvl="4" marL="2286000" algn="l">
              <a:spcBef>
                <a:spcPts val="600"/>
              </a:spcBef>
              <a:spcAft>
                <a:spcPts val="0"/>
              </a:spcAft>
              <a:buSzPts val="810"/>
              <a:buNone/>
              <a:defRPr sz="900"/>
            </a:lvl5pPr>
            <a:lvl6pPr indent="-228600" lvl="5" marL="2743200" algn="l">
              <a:spcBef>
                <a:spcPts val="600"/>
              </a:spcBef>
              <a:spcAft>
                <a:spcPts val="0"/>
              </a:spcAft>
              <a:buSzPts val="810"/>
              <a:buNone/>
              <a:defRPr sz="900"/>
            </a:lvl6pPr>
            <a:lvl7pPr indent="-228600" lvl="6" marL="3200400" algn="l">
              <a:spcBef>
                <a:spcPts val="600"/>
              </a:spcBef>
              <a:spcAft>
                <a:spcPts val="0"/>
              </a:spcAft>
              <a:buSzPts val="810"/>
              <a:buNone/>
              <a:defRPr sz="900"/>
            </a:lvl7pPr>
            <a:lvl8pPr indent="-228600" lvl="7" marL="3657600" algn="l">
              <a:spcBef>
                <a:spcPts val="600"/>
              </a:spcBef>
              <a:spcAft>
                <a:spcPts val="0"/>
              </a:spcAft>
              <a:buSzPts val="810"/>
              <a:buNone/>
              <a:defRPr sz="900"/>
            </a:lvl8pPr>
            <a:lvl9pPr indent="-228600" lvl="8" marL="4114800" algn="l">
              <a:spcBef>
                <a:spcPts val="600"/>
              </a:spcBef>
              <a:spcAft>
                <a:spcPts val="0"/>
              </a:spcAft>
              <a:buSzPts val="810"/>
              <a:buNone/>
              <a:defRPr sz="900"/>
            </a:lvl9pPr>
          </a:lstStyle>
          <a:p/>
        </p:txBody>
      </p:sp>
      <p:sp>
        <p:nvSpPr>
          <p:cNvPr id="173" name="Google Shape;173;p35"/>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5"/>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5"/>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6" name="Google Shape;176;p35"/>
          <p:cNvSpPr/>
          <p:nvPr>
            <p:ph idx="3" type="pic"/>
          </p:nvPr>
        </p:nvSpPr>
        <p:spPr>
          <a:xfrm>
            <a:off x="284164" y="457200"/>
            <a:ext cx="2736850" cy="2907792"/>
          </a:xfrm>
          <a:prstGeom prst="rect">
            <a:avLst/>
          </a:prstGeom>
          <a:noFill/>
          <a:ln>
            <a:noFill/>
          </a:ln>
        </p:spPr>
      </p:sp>
      <p:sp>
        <p:nvSpPr>
          <p:cNvPr id="177" name="Google Shape;177;p35"/>
          <p:cNvSpPr/>
          <p:nvPr>
            <p:ph idx="4" type="pic"/>
          </p:nvPr>
        </p:nvSpPr>
        <p:spPr>
          <a:xfrm>
            <a:off x="284164" y="3364992"/>
            <a:ext cx="2736850" cy="2898648"/>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8" name="Shape 178"/>
        <p:cNvGrpSpPr/>
        <p:nvPr/>
      </p:nvGrpSpPr>
      <p:grpSpPr>
        <a:xfrm>
          <a:off x="0" y="0"/>
          <a:ext cx="0" cy="0"/>
          <a:chOff x="0" y="0"/>
          <a:chExt cx="0" cy="0"/>
        </a:xfrm>
      </p:grpSpPr>
      <p:sp>
        <p:nvSpPr>
          <p:cNvPr id="179" name="Google Shape;179;p36"/>
          <p:cNvSpPr/>
          <p:nvPr/>
        </p:nvSpPr>
        <p:spPr>
          <a:xfrm>
            <a:off x="284163" y="455773"/>
            <a:ext cx="8574087"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80" name="Google Shape;180;p36"/>
          <p:cNvGrpSpPr/>
          <p:nvPr/>
        </p:nvGrpSpPr>
        <p:grpSpPr>
          <a:xfrm>
            <a:off x="284163" y="1577847"/>
            <a:ext cx="8576373" cy="137411"/>
            <a:chOff x="284163" y="1577847"/>
            <a:chExt cx="8576373" cy="137411"/>
          </a:xfrm>
        </p:grpSpPr>
        <p:sp>
          <p:nvSpPr>
            <p:cNvPr id="181" name="Google Shape;181;p36"/>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2" name="Google Shape;182;p36"/>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3" name="Google Shape;183;p36"/>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84" name="Google Shape;184;p36"/>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6"/>
          <p:cNvSpPr txBox="1"/>
          <p:nvPr>
            <p:ph idx="1" type="body"/>
          </p:nvPr>
        </p:nvSpPr>
        <p:spPr>
          <a:xfrm rot="5400000">
            <a:off x="2564607" y="-146843"/>
            <a:ext cx="4013200" cy="8574087"/>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186" name="Google Shape;186;p36"/>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6"/>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6"/>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9" name="Shape 189"/>
        <p:cNvGrpSpPr/>
        <p:nvPr/>
      </p:nvGrpSpPr>
      <p:grpSpPr>
        <a:xfrm>
          <a:off x="0" y="0"/>
          <a:ext cx="0" cy="0"/>
          <a:chOff x="0" y="0"/>
          <a:chExt cx="0" cy="0"/>
        </a:xfrm>
      </p:grpSpPr>
      <p:sp>
        <p:nvSpPr>
          <p:cNvPr id="190" name="Google Shape;190;p37"/>
          <p:cNvSpPr/>
          <p:nvPr/>
        </p:nvSpPr>
        <p:spPr>
          <a:xfrm rot="5400000">
            <a:off x="5313882" y="2857535"/>
            <a:ext cx="5934615" cy="1133949"/>
          </a:xfrm>
          <a:prstGeom prst="rect">
            <a:avLst/>
          </a:prstGeom>
          <a:solidFill>
            <a:srgbClr val="262626">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37"/>
          <p:cNvSpPr txBox="1"/>
          <p:nvPr>
            <p:ph type="title"/>
          </p:nvPr>
        </p:nvSpPr>
        <p:spPr>
          <a:xfrm rot="5400000">
            <a:off x="5219069" y="2949131"/>
            <a:ext cx="5921375" cy="969264"/>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algn="l">
              <a:spcBef>
                <a:spcPts val="0"/>
              </a:spcBef>
              <a:spcAft>
                <a:spcPts val="0"/>
              </a:spcAft>
              <a:buClr>
                <a:schemeClr val="lt1"/>
              </a:buClr>
              <a:buSzPts val="3400"/>
              <a:buFont typeface="Corbel"/>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37"/>
          <p:cNvSpPr txBox="1"/>
          <p:nvPr>
            <p:ph idx="1" type="body"/>
          </p:nvPr>
        </p:nvSpPr>
        <p:spPr>
          <a:xfrm rot="5400000">
            <a:off x="564357" y="177007"/>
            <a:ext cx="5937250" cy="6497637"/>
          </a:xfrm>
          <a:prstGeom prst="rect">
            <a:avLst/>
          </a:prstGeom>
          <a:noFill/>
          <a:ln>
            <a:noFill/>
          </a:ln>
        </p:spPr>
        <p:txBody>
          <a:bodyPr anchorCtr="0" anchor="t" bIns="45700" lIns="91425" spcFirstLastPara="1" rIns="91425" wrap="square" tIns="45700">
            <a:normAutofit/>
          </a:bodyPr>
          <a:lstStyle>
            <a:lvl1pPr indent="-331470" lvl="0" marL="457200" algn="l">
              <a:spcBef>
                <a:spcPts val="2000"/>
              </a:spcBef>
              <a:spcAft>
                <a:spcPts val="0"/>
              </a:spcAft>
              <a:buSzPts val="1620"/>
              <a:buChar char="🡽"/>
              <a:defRPr/>
            </a:lvl1pPr>
            <a:lvl2pPr indent="-331469" lvl="1" marL="914400" algn="l">
              <a:spcBef>
                <a:spcPts val="600"/>
              </a:spcBef>
              <a:spcAft>
                <a:spcPts val="0"/>
              </a:spcAft>
              <a:buSzPts val="1620"/>
              <a:buChar char="🡽"/>
              <a:defRPr/>
            </a:lvl2pPr>
            <a:lvl3pPr indent="-331469" lvl="2" marL="1371600" algn="l">
              <a:spcBef>
                <a:spcPts val="600"/>
              </a:spcBef>
              <a:spcAft>
                <a:spcPts val="0"/>
              </a:spcAft>
              <a:buSzPts val="1620"/>
              <a:buChar char="🡽"/>
              <a:defRPr/>
            </a:lvl3pPr>
            <a:lvl4pPr indent="-331469" lvl="3" marL="1828800" algn="l">
              <a:spcBef>
                <a:spcPts val="600"/>
              </a:spcBef>
              <a:spcAft>
                <a:spcPts val="0"/>
              </a:spcAft>
              <a:buSzPts val="1620"/>
              <a:buChar char="🡽"/>
              <a:defRPr/>
            </a:lvl4pPr>
            <a:lvl5pPr indent="-331470" lvl="4" marL="2286000" algn="l">
              <a:spcBef>
                <a:spcPts val="600"/>
              </a:spcBef>
              <a:spcAft>
                <a:spcPts val="0"/>
              </a:spcAft>
              <a:buSzPts val="1620"/>
              <a:buChar char="🡽"/>
              <a:defRPr/>
            </a:lvl5pPr>
            <a:lvl6pPr indent="-331470" lvl="5" marL="2743200" algn="l">
              <a:spcBef>
                <a:spcPts val="600"/>
              </a:spcBef>
              <a:spcAft>
                <a:spcPts val="0"/>
              </a:spcAft>
              <a:buSzPts val="1620"/>
              <a:buChar char="🡽"/>
              <a:defRPr/>
            </a:lvl6pPr>
            <a:lvl7pPr indent="-331470" lvl="6" marL="3200400" algn="l">
              <a:spcBef>
                <a:spcPts val="600"/>
              </a:spcBef>
              <a:spcAft>
                <a:spcPts val="0"/>
              </a:spcAft>
              <a:buSzPts val="1620"/>
              <a:buChar char="🡽"/>
              <a:defRPr/>
            </a:lvl7pPr>
            <a:lvl8pPr indent="-331470" lvl="7" marL="3657600" algn="l">
              <a:spcBef>
                <a:spcPts val="600"/>
              </a:spcBef>
              <a:spcAft>
                <a:spcPts val="0"/>
              </a:spcAft>
              <a:buSzPts val="1620"/>
              <a:buChar char="🡽"/>
              <a:defRPr/>
            </a:lvl8pPr>
            <a:lvl9pPr indent="-331470" lvl="8" marL="4114800" algn="l">
              <a:spcBef>
                <a:spcPts val="600"/>
              </a:spcBef>
              <a:spcAft>
                <a:spcPts val="0"/>
              </a:spcAft>
              <a:buSzPts val="1620"/>
              <a:buChar char="🡽"/>
              <a:defRPr/>
            </a:lvl9pPr>
          </a:lstStyle>
          <a:p/>
        </p:txBody>
      </p:sp>
      <p:sp>
        <p:nvSpPr>
          <p:cNvPr id="193" name="Google Shape;193;p37"/>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7"/>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7"/>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96" name="Google Shape;196;p37"/>
          <p:cNvGrpSpPr/>
          <p:nvPr/>
        </p:nvGrpSpPr>
        <p:grpSpPr>
          <a:xfrm rot="5400000">
            <a:off x="4658724" y="3355723"/>
            <a:ext cx="5934456" cy="137411"/>
            <a:chOff x="284163" y="1577847"/>
            <a:chExt cx="8576373" cy="137411"/>
          </a:xfrm>
        </p:grpSpPr>
        <p:sp>
          <p:nvSpPr>
            <p:cNvPr id="197" name="Google Shape;197;p37"/>
            <p:cNvSpPr/>
            <p:nvPr/>
          </p:nvSpPr>
          <p:spPr>
            <a:xfrm>
              <a:off x="284163" y="1577847"/>
              <a:ext cx="1600200" cy="13741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37"/>
            <p:cNvSpPr/>
            <p:nvPr/>
          </p:nvSpPr>
          <p:spPr>
            <a:xfrm>
              <a:off x="1885174" y="1577847"/>
              <a:ext cx="2743200" cy="13741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37"/>
            <p:cNvSpPr/>
            <p:nvPr/>
          </p:nvSpPr>
          <p:spPr>
            <a:xfrm>
              <a:off x="4626864" y="1577847"/>
              <a:ext cx="4233672" cy="13741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idx="1" type="body"/>
          </p:nvPr>
        </p:nvSpPr>
        <p:spPr>
          <a:xfrm>
            <a:off x="1781503" y="2133600"/>
            <a:ext cx="7076747" cy="3992563"/>
          </a:xfrm>
          <a:prstGeom prst="rect">
            <a:avLst/>
          </a:prstGeom>
          <a:noFill/>
          <a:ln>
            <a:noFill/>
          </a:ln>
        </p:spPr>
        <p:txBody>
          <a:bodyPr anchorCtr="0" anchor="t" bIns="45700" lIns="91425" spcFirstLastPara="1" rIns="91425" wrap="square" tIns="45700">
            <a:normAutofit/>
          </a:bodyPr>
          <a:lstStyle>
            <a:lvl1pPr indent="-365760" lvl="0" marL="457200" marR="0" rtl="0" algn="l">
              <a:spcBef>
                <a:spcPts val="2000"/>
              </a:spcBef>
              <a:spcAft>
                <a:spcPts val="0"/>
              </a:spcAft>
              <a:buClr>
                <a:srgbClr val="A5A5A5"/>
              </a:buClr>
              <a:buSzPts val="2160"/>
              <a:buFont typeface="Noto Sans Symbols"/>
              <a:buChar char="🡽"/>
              <a:defRPr b="0" i="0" sz="2400" u="none" cap="none" strike="noStrike">
                <a:solidFill>
                  <a:srgbClr val="262626"/>
                </a:solidFill>
                <a:latin typeface="Calibri"/>
                <a:ea typeface="Calibri"/>
                <a:cs typeface="Calibri"/>
                <a:sym typeface="Calibri"/>
              </a:defRPr>
            </a:lvl1pPr>
            <a:lvl2pPr indent="-354330" lvl="1" marL="914400" marR="0" rtl="0" algn="l">
              <a:spcBef>
                <a:spcPts val="600"/>
              </a:spcBef>
              <a:spcAft>
                <a:spcPts val="0"/>
              </a:spcAft>
              <a:buClr>
                <a:srgbClr val="3F3F3F"/>
              </a:buClr>
              <a:buSzPts val="1980"/>
              <a:buFont typeface="Noto Sans Symbols"/>
              <a:buChar char="🡽"/>
              <a:defRPr b="0" i="0" sz="2200" u="none" cap="none" strike="noStrike">
                <a:solidFill>
                  <a:srgbClr val="262626"/>
                </a:solidFill>
                <a:latin typeface="Calibri"/>
                <a:ea typeface="Calibri"/>
                <a:cs typeface="Calibri"/>
                <a:sym typeface="Calibri"/>
              </a:defRPr>
            </a:lvl2pPr>
            <a:lvl3pPr indent="-342900" lvl="2" marL="1371600" marR="0" rtl="0" algn="l">
              <a:spcBef>
                <a:spcPts val="600"/>
              </a:spcBef>
              <a:spcAft>
                <a:spcPts val="0"/>
              </a:spcAft>
              <a:buClr>
                <a:srgbClr val="A5A5A5"/>
              </a:buClr>
              <a:buSzPts val="1800"/>
              <a:buFont typeface="Noto Sans Symbols"/>
              <a:buChar char="🡽"/>
              <a:defRPr b="0" i="0" sz="2000" u="none" cap="none" strike="noStrike">
                <a:solidFill>
                  <a:srgbClr val="262626"/>
                </a:solidFill>
                <a:latin typeface="Calibri"/>
                <a:ea typeface="Calibri"/>
                <a:cs typeface="Calibri"/>
                <a:sym typeface="Calibri"/>
              </a:defRPr>
            </a:lvl3pPr>
            <a:lvl4pPr indent="-331469" lvl="3" marL="18288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4pPr>
            <a:lvl5pPr indent="-331470" lvl="4" marL="22860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5pPr>
            <a:lvl6pPr indent="-331470" lvl="5" marL="27432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6pPr>
            <a:lvl7pPr indent="-331470" lvl="6" marL="32004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7pPr>
            <a:lvl8pPr indent="-331470" lvl="7" marL="3657600" marR="0" rtl="0" algn="l">
              <a:spcBef>
                <a:spcPts val="600"/>
              </a:spcBef>
              <a:spcAft>
                <a:spcPts val="0"/>
              </a:spcAft>
              <a:buClr>
                <a:srgbClr val="3F3F3F"/>
              </a:buClr>
              <a:buSzPts val="1620"/>
              <a:buFont typeface="Noto Sans Symbols"/>
              <a:buChar char="🡽"/>
              <a:defRPr b="0" i="0" sz="1800" u="none" cap="none" strike="noStrike">
                <a:solidFill>
                  <a:srgbClr val="262626"/>
                </a:solidFill>
                <a:latin typeface="Calibri"/>
                <a:ea typeface="Calibri"/>
                <a:cs typeface="Calibri"/>
                <a:sym typeface="Calibri"/>
              </a:defRPr>
            </a:lvl8pPr>
            <a:lvl9pPr indent="-331470" lvl="8" marL="4114800" marR="0" rtl="0" algn="l">
              <a:spcBef>
                <a:spcPts val="600"/>
              </a:spcBef>
              <a:spcAft>
                <a:spcPts val="0"/>
              </a:spcAft>
              <a:buClr>
                <a:srgbClr val="A5A5A5"/>
              </a:buClr>
              <a:buSzPts val="1620"/>
              <a:buFont typeface="Noto Sans Symbols"/>
              <a:buChar char="🡽"/>
              <a:defRPr b="0" i="0" sz="1800" u="none" cap="none" strike="noStrike">
                <a:solidFill>
                  <a:srgbClr val="262626"/>
                </a:solidFill>
                <a:latin typeface="Calibri"/>
                <a:ea typeface="Calibri"/>
                <a:cs typeface="Calibri"/>
                <a:sym typeface="Calibri"/>
              </a:defRPr>
            </a:lvl9pPr>
          </a:lstStyle>
          <a:p/>
        </p:txBody>
      </p:sp>
      <p:sp>
        <p:nvSpPr>
          <p:cNvPr id="7" name="Google Shape;7;p21"/>
          <p:cNvSpPr txBox="1"/>
          <p:nvPr>
            <p:ph idx="10" type="dt"/>
          </p:nvPr>
        </p:nvSpPr>
        <p:spPr>
          <a:xfrm>
            <a:off x="6794936" y="6437032"/>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p21"/>
          <p:cNvSpPr txBox="1"/>
          <p:nvPr>
            <p:ph idx="11" type="ftr"/>
          </p:nvPr>
        </p:nvSpPr>
        <p:spPr>
          <a:xfrm>
            <a:off x="199698" y="6437032"/>
            <a:ext cx="612490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1"/>
          <p:cNvSpPr txBox="1"/>
          <p:nvPr>
            <p:ph idx="12" type="sldNum"/>
          </p:nvPr>
        </p:nvSpPr>
        <p:spPr>
          <a:xfrm>
            <a:off x="8306459" y="167347"/>
            <a:ext cx="630621" cy="35976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400" u="none" cap="none" strike="noStrike">
                <a:solidFill>
                  <a:srgbClr val="262626"/>
                </a:solidFill>
                <a:latin typeface="Calibri"/>
                <a:ea typeface="Calibri"/>
                <a:cs typeface="Calibri"/>
                <a:sym typeface="Calibri"/>
              </a:defRPr>
            </a:lvl1pPr>
            <a:lvl2pPr indent="0" lvl="1" marL="0" marR="0" rtl="0" algn="r">
              <a:spcBef>
                <a:spcPts val="0"/>
              </a:spcBef>
              <a:buNone/>
              <a:defRPr b="1" i="0" sz="1400" u="none" cap="none" strike="noStrike">
                <a:solidFill>
                  <a:srgbClr val="262626"/>
                </a:solidFill>
                <a:latin typeface="Calibri"/>
                <a:ea typeface="Calibri"/>
                <a:cs typeface="Calibri"/>
                <a:sym typeface="Calibri"/>
              </a:defRPr>
            </a:lvl2pPr>
            <a:lvl3pPr indent="0" lvl="2" marL="0" marR="0" rtl="0" algn="r">
              <a:spcBef>
                <a:spcPts val="0"/>
              </a:spcBef>
              <a:buNone/>
              <a:defRPr b="1" i="0" sz="1400" u="none" cap="none" strike="noStrike">
                <a:solidFill>
                  <a:srgbClr val="262626"/>
                </a:solidFill>
                <a:latin typeface="Calibri"/>
                <a:ea typeface="Calibri"/>
                <a:cs typeface="Calibri"/>
                <a:sym typeface="Calibri"/>
              </a:defRPr>
            </a:lvl3pPr>
            <a:lvl4pPr indent="0" lvl="3" marL="0" marR="0" rtl="0" algn="r">
              <a:spcBef>
                <a:spcPts val="0"/>
              </a:spcBef>
              <a:buNone/>
              <a:defRPr b="1" i="0" sz="1400" u="none" cap="none" strike="noStrike">
                <a:solidFill>
                  <a:srgbClr val="262626"/>
                </a:solidFill>
                <a:latin typeface="Calibri"/>
                <a:ea typeface="Calibri"/>
                <a:cs typeface="Calibri"/>
                <a:sym typeface="Calibri"/>
              </a:defRPr>
            </a:lvl4pPr>
            <a:lvl5pPr indent="0" lvl="4" marL="0" marR="0" rtl="0" algn="r">
              <a:spcBef>
                <a:spcPts val="0"/>
              </a:spcBef>
              <a:buNone/>
              <a:defRPr b="1" i="0" sz="1400" u="none" cap="none" strike="noStrike">
                <a:solidFill>
                  <a:srgbClr val="262626"/>
                </a:solidFill>
                <a:latin typeface="Calibri"/>
                <a:ea typeface="Calibri"/>
                <a:cs typeface="Calibri"/>
                <a:sym typeface="Calibri"/>
              </a:defRPr>
            </a:lvl5pPr>
            <a:lvl6pPr indent="0" lvl="5" marL="0" marR="0" rtl="0" algn="r">
              <a:spcBef>
                <a:spcPts val="0"/>
              </a:spcBef>
              <a:buNone/>
              <a:defRPr b="1" i="0" sz="1400" u="none" cap="none" strike="noStrike">
                <a:solidFill>
                  <a:srgbClr val="262626"/>
                </a:solidFill>
                <a:latin typeface="Calibri"/>
                <a:ea typeface="Calibri"/>
                <a:cs typeface="Calibri"/>
                <a:sym typeface="Calibri"/>
              </a:defRPr>
            </a:lvl6pPr>
            <a:lvl7pPr indent="0" lvl="6" marL="0" marR="0" rtl="0" algn="r">
              <a:spcBef>
                <a:spcPts val="0"/>
              </a:spcBef>
              <a:buNone/>
              <a:defRPr b="1" i="0" sz="1400" u="none" cap="none" strike="noStrike">
                <a:solidFill>
                  <a:srgbClr val="262626"/>
                </a:solidFill>
                <a:latin typeface="Calibri"/>
                <a:ea typeface="Calibri"/>
                <a:cs typeface="Calibri"/>
                <a:sym typeface="Calibri"/>
              </a:defRPr>
            </a:lvl7pPr>
            <a:lvl8pPr indent="0" lvl="7" marL="0" marR="0" rtl="0" algn="r">
              <a:spcBef>
                <a:spcPts val="0"/>
              </a:spcBef>
              <a:buNone/>
              <a:defRPr b="1" i="0" sz="1400" u="none" cap="none" strike="noStrike">
                <a:solidFill>
                  <a:srgbClr val="262626"/>
                </a:solidFill>
                <a:latin typeface="Calibri"/>
                <a:ea typeface="Calibri"/>
                <a:cs typeface="Calibri"/>
                <a:sym typeface="Calibri"/>
              </a:defRPr>
            </a:lvl8pPr>
            <a:lvl9pPr indent="0" lvl="8" marL="0" marR="0" rtl="0" algn="r">
              <a:spcBef>
                <a:spcPts val="0"/>
              </a:spcBef>
              <a:buNone/>
              <a:defRPr b="1" i="0" sz="1400" u="none" cap="none" strike="noStrike">
                <a:solidFill>
                  <a:srgbClr val="26262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21"/>
          <p:cNvSpPr txBox="1"/>
          <p:nvPr>
            <p:ph type="title"/>
          </p:nvPr>
        </p:nvSpPr>
        <p:spPr>
          <a:xfrm>
            <a:off x="284163" y="630382"/>
            <a:ext cx="8574087" cy="967840"/>
          </a:xfrm>
          <a:prstGeom prst="rect">
            <a:avLst/>
          </a:prstGeom>
          <a:solidFill>
            <a:srgbClr val="262626">
              <a:alpha val="69803"/>
            </a:srgbClr>
          </a:solidFill>
          <a:ln>
            <a:noFill/>
          </a:ln>
        </p:spPr>
        <p:txBody>
          <a:bodyPr anchorCtr="0" anchor="ctr" bIns="45700" lIns="91425" spcFirstLastPara="1" rIns="91425" wrap="square" tIns="45700">
            <a:normAutofit/>
          </a:bodyPr>
          <a:lstStyle>
            <a:lvl1pPr lvl="0" marR="0" rtl="0" algn="r">
              <a:spcBef>
                <a:spcPts val="0"/>
              </a:spcBef>
              <a:spcAft>
                <a:spcPts val="0"/>
              </a:spcAft>
              <a:buClr>
                <a:schemeClr val="lt1"/>
              </a:buClr>
              <a:buSzPts val="4200"/>
              <a:buFont typeface="Corbel"/>
              <a:buNone/>
              <a:defRPr b="0" i="0" sz="4200" u="none" cap="none" strike="noStrike">
                <a:solidFill>
                  <a:schemeClr val="lt1"/>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Syntax Directed Translation</a:t>
            </a:r>
            <a:endParaRPr/>
          </a:p>
        </p:txBody>
      </p:sp>
      <p:sp>
        <p:nvSpPr>
          <p:cNvPr id="205" name="Google Shape;205;p1"/>
          <p:cNvSpPr txBox="1"/>
          <p:nvPr>
            <p:ph idx="1" type="subTitle"/>
          </p:nvPr>
        </p:nvSpPr>
        <p:spPr>
          <a:xfrm>
            <a:off x="476205" y="1532427"/>
            <a:ext cx="2789509" cy="48463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A5A5A5"/>
              </a:buClr>
              <a:buSzPts val="1620"/>
              <a:buFont typeface="Noto Sans Symbols"/>
              <a:buNone/>
            </a:pPr>
            <a:r>
              <a:rPr lang="en-US"/>
              <a:t>Course Code: CSC3220</a:t>
            </a:r>
            <a:endParaRPr/>
          </a:p>
        </p:txBody>
      </p:sp>
      <p:sp>
        <p:nvSpPr>
          <p:cNvPr id="206" name="Google Shape;206;p1"/>
          <p:cNvSpPr txBox="1"/>
          <p:nvPr/>
        </p:nvSpPr>
        <p:spPr>
          <a:xfrm>
            <a:off x="76971" y="2446757"/>
            <a:ext cx="9024614"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0070C0"/>
                </a:solidFill>
                <a:latin typeface="Arial"/>
                <a:ea typeface="Arial"/>
                <a:cs typeface="Arial"/>
                <a:sym typeface="Arial"/>
              </a:rPr>
              <a:t>Dept. of Computer Science</a:t>
            </a:r>
            <a:endParaRPr/>
          </a:p>
          <a:p>
            <a:pPr indent="0" lvl="0" marL="0" marR="0" rtl="0" algn="ctr">
              <a:spcBef>
                <a:spcPts val="0"/>
              </a:spcBef>
              <a:spcAft>
                <a:spcPts val="0"/>
              </a:spcAft>
              <a:buNone/>
            </a:pPr>
            <a:r>
              <a:rPr b="1" i="0" lang="en-US" sz="2000" u="none" cap="none" strike="noStrike">
                <a:solidFill>
                  <a:srgbClr val="0070C0"/>
                </a:solidFill>
                <a:latin typeface="Arial"/>
                <a:ea typeface="Arial"/>
                <a:cs typeface="Arial"/>
                <a:sym typeface="Arial"/>
              </a:rPr>
              <a:t>Faculty of Science and Technology</a:t>
            </a:r>
            <a:endParaRPr b="1" i="0" sz="2400" u="none" cap="none" strike="noStrike">
              <a:solidFill>
                <a:srgbClr val="0070C0"/>
              </a:solidFill>
              <a:latin typeface="Arial"/>
              <a:ea typeface="Arial"/>
              <a:cs typeface="Arial"/>
              <a:sym typeface="Arial"/>
            </a:endParaRPr>
          </a:p>
        </p:txBody>
      </p:sp>
      <p:graphicFrame>
        <p:nvGraphicFramePr>
          <p:cNvPr id="207" name="Google Shape;207;p1"/>
          <p:cNvGraphicFramePr/>
          <p:nvPr/>
        </p:nvGraphicFramePr>
        <p:xfrm>
          <a:off x="476205" y="5186042"/>
          <a:ext cx="3000000" cy="3000000"/>
        </p:xfrm>
        <a:graphic>
          <a:graphicData uri="http://schemas.openxmlformats.org/drawingml/2006/table">
            <a:tbl>
              <a:tblPr bandRow="1" firstRow="1">
                <a:noFill/>
                <a:tableStyleId>{172AB8A7-7FCA-4CF6-8DD4-41ABCB604A91}</a:tableStyleId>
              </a:tblPr>
              <a:tblGrid>
                <a:gridCol w="1483225"/>
                <a:gridCol w="1397725"/>
                <a:gridCol w="1227900"/>
                <a:gridCol w="1541425"/>
                <a:gridCol w="1240975"/>
                <a:gridCol w="1444550"/>
              </a:tblGrid>
              <a:tr h="378725">
                <a:tc>
                  <a:txBody>
                    <a:bodyPr/>
                    <a:lstStyle/>
                    <a:p>
                      <a:pPr indent="0" lvl="0" marL="0" marR="0" rtl="0" algn="l">
                        <a:spcBef>
                          <a:spcPts val="0"/>
                        </a:spcBef>
                        <a:spcAft>
                          <a:spcPts val="0"/>
                        </a:spcAft>
                        <a:buNone/>
                      </a:pPr>
                      <a:r>
                        <a:rPr lang="en-US" sz="1800" u="none" cap="none" strike="noStrike"/>
                        <a:t>Lecturer No:</a:t>
                      </a:r>
                      <a:endParaRPr/>
                    </a:p>
                  </a:txBody>
                  <a:tcPr marT="45725" marB="45725" marR="91450" marL="91450"/>
                </a:tc>
                <a:tc>
                  <a:txBody>
                    <a:bodyPr/>
                    <a:lstStyle/>
                    <a:p>
                      <a:pPr indent="0" lvl="0" marL="0" marR="0" rtl="0" algn="l">
                        <a:spcBef>
                          <a:spcPts val="0"/>
                        </a:spcBef>
                        <a:spcAft>
                          <a:spcPts val="0"/>
                        </a:spcAft>
                        <a:buNone/>
                      </a:pPr>
                      <a:r>
                        <a:rPr lang="en-US" sz="1800"/>
                        <a:t>5</a:t>
                      </a:r>
                      <a:endParaRPr/>
                    </a:p>
                  </a:txBody>
                  <a:tcPr marT="45725" marB="45725" marR="91450" marL="91450"/>
                </a:tc>
                <a:tc>
                  <a:txBody>
                    <a:bodyPr/>
                    <a:lstStyle/>
                    <a:p>
                      <a:pPr indent="0" lvl="0" marL="0" marR="0" rtl="0" algn="l">
                        <a:spcBef>
                          <a:spcPts val="0"/>
                        </a:spcBef>
                        <a:spcAft>
                          <a:spcPts val="0"/>
                        </a:spcAft>
                        <a:buNone/>
                      </a:pPr>
                      <a:r>
                        <a:rPr lang="en-US" sz="1800"/>
                        <a:t>Week No:</a:t>
                      </a:r>
                      <a:endParaRPr/>
                    </a:p>
                  </a:txBody>
                  <a:tcPr marT="45725" marB="45725" marR="91450" marL="91450"/>
                </a:tc>
                <a:tc>
                  <a:txBody>
                    <a:bodyPr/>
                    <a:lstStyle/>
                    <a:p>
                      <a:pPr indent="0" lvl="0" marL="0" marR="0" rtl="0" algn="l">
                        <a:spcBef>
                          <a:spcPts val="0"/>
                        </a:spcBef>
                        <a:spcAft>
                          <a:spcPts val="0"/>
                        </a:spcAft>
                        <a:buNone/>
                      </a:pPr>
                      <a:r>
                        <a:rPr lang="en-US" sz="1800"/>
                        <a:t>5</a:t>
                      </a:r>
                      <a:endParaRPr/>
                    </a:p>
                  </a:txBody>
                  <a:tcPr marT="45725" marB="45725" marR="91450" marL="91450"/>
                </a:tc>
                <a:tc>
                  <a:txBody>
                    <a:bodyPr/>
                    <a:lstStyle/>
                    <a:p>
                      <a:pPr indent="0" lvl="0" marL="0" marR="0" rtl="0" algn="l">
                        <a:spcBef>
                          <a:spcPts val="0"/>
                        </a:spcBef>
                        <a:spcAft>
                          <a:spcPts val="0"/>
                        </a:spcAft>
                        <a:buNone/>
                      </a:pPr>
                      <a:r>
                        <a:rPr lang="en-US" sz="1800"/>
                        <a:t>Semester:</a:t>
                      </a:r>
                      <a:endParaRPr/>
                    </a:p>
                  </a:txBody>
                  <a:tcPr marT="45725" marB="45725" marR="91450" marL="91450"/>
                </a:tc>
                <a:tc>
                  <a:txBody>
                    <a:bodyPr/>
                    <a:lstStyle/>
                    <a:p>
                      <a:pPr indent="0" lvl="0" marL="0" marR="0" rtl="0" algn="l">
                        <a:spcBef>
                          <a:spcPts val="0"/>
                        </a:spcBef>
                        <a:spcAft>
                          <a:spcPts val="0"/>
                        </a:spcAft>
                        <a:buNone/>
                      </a:pPr>
                      <a:r>
                        <a:rPr lang="en-US" sz="1800"/>
                        <a:t>Summer</a:t>
                      </a:r>
                      <a:endParaRPr/>
                    </a:p>
                  </a:txBody>
                  <a:tcPr marT="45725" marB="45725" marR="91450" marL="91450"/>
                </a:tc>
              </a:tr>
              <a:tr h="378725">
                <a:tc>
                  <a:txBody>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Lecturer:</a:t>
                      </a:r>
                      <a:endParaRPr/>
                    </a:p>
                  </a:txBody>
                  <a:tcPr marT="45725" marB="45725" marR="91450" marL="91450"/>
                </a:tc>
                <a:tc gridSpan="5">
                  <a:txBody>
                    <a:bodyPr/>
                    <a:lstStyle/>
                    <a:p>
                      <a:pPr indent="0" lvl="0" marL="0" marR="0" rtl="0" algn="l">
                        <a:spcBef>
                          <a:spcPts val="0"/>
                        </a:spcBef>
                        <a:spcAft>
                          <a:spcPts val="0"/>
                        </a:spcAft>
                        <a:buNone/>
                      </a:pPr>
                      <a:r>
                        <a:t/>
                      </a:r>
                      <a:endParaRPr i="1" sz="1800"/>
                    </a:p>
                  </a:txBody>
                  <a:tcPr marT="45725" marB="45725" marR="91450" marL="91450"/>
                </a:tc>
                <a:tc hMerge="1"/>
                <a:tc hMerge="1"/>
                <a:tc hMerge="1"/>
                <a:tc hMerge="1"/>
              </a:tr>
            </a:tbl>
          </a:graphicData>
        </a:graphic>
      </p:graphicFrame>
      <p:sp>
        <p:nvSpPr>
          <p:cNvPr id="208" name="Google Shape;208;p1"/>
          <p:cNvSpPr txBox="1"/>
          <p:nvPr/>
        </p:nvSpPr>
        <p:spPr>
          <a:xfrm>
            <a:off x="3320578" y="1538380"/>
            <a:ext cx="4164439" cy="48463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A5A5A5"/>
              </a:buClr>
              <a:buSzPts val="1620"/>
              <a:buFont typeface="Noto Sans Symbols"/>
              <a:buNone/>
            </a:pPr>
            <a:r>
              <a:rPr b="0" i="0" lang="en-US" sz="1800" u="none" cap="none" strike="noStrike">
                <a:solidFill>
                  <a:schemeClr val="lt1"/>
                </a:solidFill>
                <a:latin typeface="Calibri"/>
                <a:ea typeface="Calibri"/>
                <a:cs typeface="Calibri"/>
                <a:sym typeface="Calibri"/>
              </a:rPr>
              <a:t>Course Title: Compiler Design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Lecture Outline</a:t>
            </a:r>
            <a:endParaRPr/>
          </a:p>
        </p:txBody>
      </p:sp>
      <p:sp>
        <p:nvSpPr>
          <p:cNvPr id="214" name="Google Shape;214;p2"/>
          <p:cNvSpPr txBox="1"/>
          <p:nvPr>
            <p:ph idx="1" type="subTitle"/>
          </p:nvPr>
        </p:nvSpPr>
        <p:spPr>
          <a:xfrm>
            <a:off x="486697" y="2363928"/>
            <a:ext cx="7754112" cy="300993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SzPts val="2160"/>
              <a:buAutoNum type="arabicPeriod"/>
            </a:pPr>
            <a:r>
              <a:rPr lang="en-US" sz="2400">
                <a:solidFill>
                  <a:schemeClr val="dk1"/>
                </a:solidFill>
              </a:rPr>
              <a:t>Syntax Directed Translation</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Syntax Directed Definition</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Synthesized Attribute</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Inherited Attribute</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Syntax Directed Translation Scheme</a:t>
            </a:r>
            <a:endParaRPr/>
          </a:p>
          <a:p>
            <a:pPr indent="-342900" lvl="0" marL="342900" rtl="0" algn="l">
              <a:lnSpc>
                <a:spcPct val="100000"/>
              </a:lnSpc>
              <a:spcBef>
                <a:spcPts val="0"/>
              </a:spcBef>
              <a:spcAft>
                <a:spcPts val="0"/>
              </a:spcAft>
              <a:buSzPts val="2160"/>
              <a:buAutoNum type="arabicPeriod"/>
            </a:pPr>
            <a:r>
              <a:rPr lang="en-US" sz="2400">
                <a:solidFill>
                  <a:schemeClr val="dk1"/>
                </a:solidFill>
              </a:rPr>
              <a:t>Class Exercises</a:t>
            </a:r>
            <a:endParaRPr/>
          </a:p>
          <a:p>
            <a:pPr indent="-240030" lvl="0" marL="342900" rtl="0" algn="l">
              <a:lnSpc>
                <a:spcPct val="100000"/>
              </a:lnSpc>
              <a:spcBef>
                <a:spcPts val="0"/>
              </a:spcBef>
              <a:spcAft>
                <a:spcPts val="0"/>
              </a:spcAft>
              <a:buSzPts val="1620"/>
              <a:buNone/>
            </a:pPr>
            <a:r>
              <a:t/>
            </a:r>
            <a:endParaRPr>
              <a:solidFill>
                <a:schemeClr val="dk1"/>
              </a:solidFill>
            </a:endParaRPr>
          </a:p>
          <a:p>
            <a:pPr indent="-240030" lvl="0" marL="342900" rtl="0" algn="l">
              <a:lnSpc>
                <a:spcPct val="100000"/>
              </a:lnSpc>
              <a:spcBef>
                <a:spcPts val="0"/>
              </a:spcBef>
              <a:spcAft>
                <a:spcPts val="0"/>
              </a:spcAft>
              <a:buSzPts val="1620"/>
              <a:buNone/>
            </a:pPr>
            <a:r>
              <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Objectives and Outcomes</a:t>
            </a:r>
            <a:endParaRPr/>
          </a:p>
        </p:txBody>
      </p:sp>
      <p:sp>
        <p:nvSpPr>
          <p:cNvPr id="220" name="Google Shape;220;p3"/>
          <p:cNvSpPr txBox="1"/>
          <p:nvPr/>
        </p:nvSpPr>
        <p:spPr>
          <a:xfrm>
            <a:off x="783772" y="2435897"/>
            <a:ext cx="7561557" cy="270843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2000" u="none" cap="none" strike="noStrike">
                <a:solidFill>
                  <a:schemeClr val="dk1"/>
                </a:solidFill>
                <a:latin typeface="Calibri"/>
                <a:ea typeface="Calibri"/>
                <a:cs typeface="Calibri"/>
                <a:sym typeface="Calibri"/>
              </a:rPr>
              <a:t>Objectives:</a:t>
            </a:r>
            <a:endParaRPr/>
          </a:p>
          <a:p>
            <a:pPr indent="-342900" lvl="1" marL="80010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Understand the Semantics of the language.</a:t>
            </a:r>
            <a:endParaRPr/>
          </a:p>
          <a:p>
            <a:pPr indent="-342900" lvl="1" marL="80010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Understand the evaluation process of input by the compiler.</a:t>
            </a:r>
            <a:endParaRPr/>
          </a:p>
          <a:p>
            <a:pPr indent="-228600" lvl="0" marL="342900" marR="0" rtl="0" algn="just">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215900" lvl="0" marL="342900" marR="0" rtl="0" algn="just">
              <a:spcBef>
                <a:spcPts val="0"/>
              </a:spcBef>
              <a:spcAft>
                <a:spcPts val="0"/>
              </a:spcAft>
              <a:buClr>
                <a:schemeClr val="dk1"/>
              </a:buClr>
              <a:buSzPts val="2000"/>
              <a:buFont typeface="Noto Sans Symbols"/>
              <a:buNone/>
            </a:pPr>
            <a:r>
              <a:t/>
            </a:r>
            <a:endParaRPr b="1" i="0" sz="20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i="0" lang="en-US" sz="2000" u="none" cap="none" strike="noStrike">
                <a:solidFill>
                  <a:schemeClr val="dk1"/>
                </a:solidFill>
                <a:latin typeface="Calibri"/>
                <a:ea typeface="Calibri"/>
                <a:cs typeface="Calibri"/>
                <a:sym typeface="Calibri"/>
              </a:rPr>
              <a:t>Outcomes: </a:t>
            </a:r>
            <a:endParaRPr b="1" i="0" sz="1800" u="none" cap="none" strike="noStrike">
              <a:solidFill>
                <a:schemeClr val="dk1"/>
              </a:solidFill>
              <a:latin typeface="Calibri"/>
              <a:ea typeface="Calibri"/>
              <a:cs typeface="Calibri"/>
              <a:sym typeface="Calibri"/>
            </a:endParaRPr>
          </a:p>
          <a:p>
            <a:pPr indent="-342900" lvl="1" marL="80010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Students should be able to understand the annotated parse tree</a:t>
            </a:r>
            <a:r>
              <a:rPr b="0" i="0" lang="en-US" sz="2000" u="none" cap="none" strike="noStrike">
                <a:solidFill>
                  <a:schemeClr val="dk1"/>
                </a:solidFill>
                <a:latin typeface="Calibri"/>
                <a:ea typeface="Calibri"/>
                <a:cs typeface="Calibri"/>
                <a:sym typeface="Calibri"/>
              </a:rPr>
              <a:t>.</a:t>
            </a:r>
            <a:endParaRPr/>
          </a:p>
          <a:p>
            <a:pPr indent="-342900" lvl="1" marL="80010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Students will analyze how to construct the input from infix to postfix by the compiler</a:t>
            </a:r>
            <a:r>
              <a:rPr b="0" i="0" lang="en-US" sz="1600" u="none" cap="none" strike="noStrike">
                <a:solidFill>
                  <a:schemeClr val="dk1"/>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Syntax Directed Translation</a:t>
            </a:r>
            <a:endParaRPr/>
          </a:p>
        </p:txBody>
      </p:sp>
      <p:sp>
        <p:nvSpPr>
          <p:cNvPr id="226" name="Google Shape;226;p4"/>
          <p:cNvSpPr txBox="1"/>
          <p:nvPr/>
        </p:nvSpPr>
        <p:spPr>
          <a:xfrm>
            <a:off x="783772" y="2435897"/>
            <a:ext cx="7561557"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Syntax-directed translation is done by attaching rules or program fragments to</a:t>
            </a:r>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productions in a grammar. For example, consider an expression </a:t>
            </a:r>
            <a:r>
              <a:rPr b="0" i="1" lang="en-US" sz="1800" u="none" cap="none" strike="noStrike">
                <a:solidFill>
                  <a:schemeClr val="dk1"/>
                </a:solidFill>
                <a:latin typeface="Calibri"/>
                <a:ea typeface="Calibri"/>
                <a:cs typeface="Calibri"/>
                <a:sym typeface="Calibri"/>
              </a:rPr>
              <a:t>expr </a:t>
            </a:r>
            <a:r>
              <a:rPr b="0" i="0" lang="en-US" sz="1800" u="none" cap="none" strike="noStrike">
                <a:solidFill>
                  <a:schemeClr val="dk1"/>
                </a:solidFill>
                <a:latin typeface="Calibri"/>
                <a:ea typeface="Calibri"/>
                <a:cs typeface="Calibri"/>
                <a:sym typeface="Calibri"/>
              </a:rPr>
              <a:t>generated</a:t>
            </a:r>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by the production</a:t>
            </a:r>
            <a:endParaRPr/>
          </a:p>
          <a:p>
            <a:pPr indent="0" lvl="0" marL="0" marR="0" rtl="0" algn="ctr">
              <a:spcBef>
                <a:spcPts val="0"/>
              </a:spcBef>
              <a:spcAft>
                <a:spcPts val="0"/>
              </a:spcAft>
              <a:buNone/>
            </a:pPr>
            <a:r>
              <a:rPr b="0" i="1" lang="en-US" sz="1800" u="none" cap="none" strike="noStrike">
                <a:solidFill>
                  <a:schemeClr val="dk1"/>
                </a:solidFill>
                <a:latin typeface="Calibri"/>
                <a:ea typeface="Calibri"/>
                <a:cs typeface="Calibri"/>
                <a:sym typeface="Calibri"/>
              </a:rPr>
              <a:t>expr -» expr + term</a:t>
            </a:r>
            <a:endParaRPr/>
          </a:p>
          <a:p>
            <a:pPr indent="0" lvl="0" marL="0" marR="0" rtl="0" algn="ctr">
              <a:spcBef>
                <a:spcPts val="0"/>
              </a:spcBef>
              <a:spcAft>
                <a:spcPts val="0"/>
              </a:spcAft>
              <a:buNone/>
            </a:pPr>
            <a:r>
              <a:t/>
            </a:r>
            <a:endParaRPr b="0" i="1" sz="18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Here, </a:t>
            </a:r>
            <a:r>
              <a:rPr b="0" i="1" lang="en-US" sz="1800" u="none" cap="none" strike="noStrike">
                <a:solidFill>
                  <a:schemeClr val="dk1"/>
                </a:solidFill>
                <a:latin typeface="Calibri"/>
                <a:ea typeface="Calibri"/>
                <a:cs typeface="Calibri"/>
                <a:sym typeface="Calibri"/>
              </a:rPr>
              <a:t>expr </a:t>
            </a:r>
            <a:r>
              <a:rPr b="0" i="0" lang="en-US" sz="1800" u="none" cap="none" strike="noStrike">
                <a:solidFill>
                  <a:schemeClr val="dk1"/>
                </a:solidFill>
                <a:latin typeface="Calibri"/>
                <a:ea typeface="Calibri"/>
                <a:cs typeface="Calibri"/>
                <a:sym typeface="Calibri"/>
              </a:rPr>
              <a:t>is the sum of the two subexpressions </a:t>
            </a:r>
            <a:r>
              <a:rPr b="0" i="1" lang="en-US" sz="1800" u="none" cap="none" strike="noStrike">
                <a:solidFill>
                  <a:schemeClr val="dk1"/>
                </a:solidFill>
                <a:latin typeface="Calibri"/>
                <a:ea typeface="Calibri"/>
                <a:cs typeface="Calibri"/>
                <a:sym typeface="Calibri"/>
              </a:rPr>
              <a:t>expr </a:t>
            </a:r>
            <a:r>
              <a:rPr b="0" i="0" lang="en-US" sz="1800" u="none" cap="none" strike="noStrike">
                <a:solidFill>
                  <a:schemeClr val="dk1"/>
                </a:solidFill>
                <a:latin typeface="Calibri"/>
                <a:ea typeface="Calibri"/>
                <a:cs typeface="Calibri"/>
                <a:sym typeface="Calibri"/>
              </a:rPr>
              <a:t>and </a:t>
            </a:r>
            <a:r>
              <a:rPr b="0" i="1" lang="en-US" sz="1800" u="none" cap="none" strike="noStrike">
                <a:solidFill>
                  <a:schemeClr val="dk1"/>
                </a:solidFill>
                <a:latin typeface="Calibri"/>
                <a:ea typeface="Calibri"/>
                <a:cs typeface="Calibri"/>
                <a:sym typeface="Calibri"/>
              </a:rPr>
              <a:t>term. </a:t>
            </a:r>
            <a:r>
              <a:rPr b="0" i="0" lang="en-US" sz="1800" u="none" cap="none" strike="noStrike">
                <a:solidFill>
                  <a:schemeClr val="dk1"/>
                </a:solidFill>
                <a:latin typeface="Calibri"/>
                <a:ea typeface="Calibri"/>
                <a:cs typeface="Calibri"/>
                <a:sym typeface="Calibri"/>
              </a:rPr>
              <a:t>(The subscript</a:t>
            </a:r>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in </a:t>
            </a:r>
            <a:r>
              <a:rPr b="0" i="1" lang="en-US" sz="1800" u="none" cap="none" strike="noStrike">
                <a:solidFill>
                  <a:schemeClr val="dk1"/>
                </a:solidFill>
                <a:latin typeface="Calibri"/>
                <a:ea typeface="Calibri"/>
                <a:cs typeface="Calibri"/>
                <a:sym typeface="Calibri"/>
              </a:rPr>
              <a:t>expr </a:t>
            </a:r>
            <a:r>
              <a:rPr b="0" i="0" lang="en-US" sz="1800" u="none" cap="none" strike="noStrike">
                <a:solidFill>
                  <a:schemeClr val="dk1"/>
                </a:solidFill>
                <a:latin typeface="Calibri"/>
                <a:ea typeface="Calibri"/>
                <a:cs typeface="Calibri"/>
                <a:sym typeface="Calibri"/>
              </a:rPr>
              <a:t>is used only to distinguish the instance of </a:t>
            </a:r>
            <a:r>
              <a:rPr b="0" i="1" lang="en-US" sz="1800" u="none" cap="none" strike="noStrike">
                <a:solidFill>
                  <a:schemeClr val="dk1"/>
                </a:solidFill>
                <a:latin typeface="Calibri"/>
                <a:ea typeface="Calibri"/>
                <a:cs typeface="Calibri"/>
                <a:sym typeface="Calibri"/>
              </a:rPr>
              <a:t>expr </a:t>
            </a:r>
            <a:r>
              <a:rPr b="0" i="0" lang="en-US" sz="1800" u="none" cap="none" strike="noStrike">
                <a:solidFill>
                  <a:schemeClr val="dk1"/>
                </a:solidFill>
                <a:latin typeface="Calibri"/>
                <a:ea typeface="Calibri"/>
                <a:cs typeface="Calibri"/>
                <a:sym typeface="Calibri"/>
              </a:rPr>
              <a:t>in the production body</a:t>
            </a:r>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from the head of the production). We can translate </a:t>
            </a:r>
            <a:r>
              <a:rPr b="0" i="1" lang="en-US" sz="1800" u="none" cap="none" strike="noStrike">
                <a:solidFill>
                  <a:schemeClr val="dk1"/>
                </a:solidFill>
                <a:latin typeface="Calibri"/>
                <a:ea typeface="Calibri"/>
                <a:cs typeface="Calibri"/>
                <a:sym typeface="Calibri"/>
              </a:rPr>
              <a:t>expr </a:t>
            </a:r>
            <a:r>
              <a:rPr b="0" i="0" lang="en-US" sz="1800" u="none" cap="none" strike="noStrike">
                <a:solidFill>
                  <a:schemeClr val="dk1"/>
                </a:solidFill>
                <a:latin typeface="Calibri"/>
                <a:ea typeface="Calibri"/>
                <a:cs typeface="Calibri"/>
                <a:sym typeface="Calibri"/>
              </a:rPr>
              <a:t>by exploiting its</a:t>
            </a:r>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structure, as in the following pseudo-code:</a:t>
            </a:r>
            <a:endParaRPr/>
          </a:p>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translate </a:t>
            </a:r>
            <a:r>
              <a:rPr b="0" i="1" lang="en-US" sz="1800" u="none" cap="none" strike="noStrike">
                <a:solidFill>
                  <a:schemeClr val="dk1"/>
                </a:solidFill>
                <a:latin typeface="Calibri"/>
                <a:ea typeface="Calibri"/>
                <a:cs typeface="Calibri"/>
                <a:sym typeface="Calibri"/>
              </a:rPr>
              <a:t>expr;</a:t>
            </a:r>
            <a:endParaRPr/>
          </a:p>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translate </a:t>
            </a:r>
            <a:r>
              <a:rPr b="0" i="1" lang="en-US" sz="1800" u="none" cap="none" strike="noStrike">
                <a:solidFill>
                  <a:schemeClr val="dk1"/>
                </a:solidFill>
                <a:latin typeface="Calibri"/>
                <a:ea typeface="Calibri"/>
                <a:cs typeface="Calibri"/>
                <a:sym typeface="Calibri"/>
              </a:rPr>
              <a:t>term;</a:t>
            </a:r>
            <a:endParaRPr/>
          </a:p>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handle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5"/>
          <p:cNvSpPr txBox="1"/>
          <p:nvPr>
            <p:ph type="ctrTitle"/>
          </p:nvPr>
        </p:nvSpPr>
        <p:spPr>
          <a:xfrm>
            <a:off x="421341" y="449005"/>
            <a:ext cx="7808976" cy="1088136"/>
          </a:xfrm>
          <a:prstGeom prst="rect">
            <a:avLst/>
          </a:prstGeom>
          <a:noFill/>
          <a:ln>
            <a:noFill/>
          </a:ln>
        </p:spPr>
        <p:txBody>
          <a:bodyPr anchorCtr="0" anchor="b" bIns="45700" lIns="91425" spcFirstLastPara="1" rIns="91425" wrap="square" tIns="45700">
            <a:normAutofit/>
          </a:bodyPr>
          <a:lstStyle/>
          <a:p>
            <a:pPr indent="0" lvl="0" marL="0" rtl="0" algn="l">
              <a:lnSpc>
                <a:spcPct val="109523"/>
              </a:lnSpc>
              <a:spcBef>
                <a:spcPts val="0"/>
              </a:spcBef>
              <a:spcAft>
                <a:spcPts val="0"/>
              </a:spcAft>
              <a:buClr>
                <a:schemeClr val="lt1"/>
              </a:buClr>
              <a:buSzPts val="4200"/>
              <a:buFont typeface="Corbel"/>
              <a:buNone/>
            </a:pPr>
            <a:r>
              <a:rPr lang="en-US"/>
              <a:t>Syntax Directed Translation</a:t>
            </a:r>
            <a:endParaRPr/>
          </a:p>
        </p:txBody>
      </p:sp>
      <p:sp>
        <p:nvSpPr>
          <p:cNvPr id="232" name="Google Shape;232;p5"/>
          <p:cNvSpPr txBox="1"/>
          <p:nvPr/>
        </p:nvSpPr>
        <p:spPr>
          <a:xfrm>
            <a:off x="783772" y="2435897"/>
            <a:ext cx="7561557"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There are two notations for attaching semantic rules:</a:t>
            </a:r>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0" marL="28575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Syntax Directed Definitions </a:t>
            </a:r>
            <a:endParaRPr/>
          </a:p>
          <a:p>
            <a:pPr indent="-285750" lvl="0" marL="28575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Syntax Directed Translation Schemes</a:t>
            </a:r>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6"/>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i="0" lang="en-US" sz="2600" u="none" cap="none" strike="noStrike">
                <a:solidFill>
                  <a:schemeClr val="dk1"/>
                </a:solidFill>
                <a:latin typeface="Calibri"/>
                <a:ea typeface="Calibri"/>
                <a:cs typeface="Calibri"/>
                <a:sym typeface="Calibri"/>
              </a:rPr>
              <a:t>Syntax Directed Definitions </a:t>
            </a:r>
            <a:endParaRPr/>
          </a:p>
        </p:txBody>
      </p:sp>
      <p:sp>
        <p:nvSpPr>
          <p:cNvPr id="238" name="Google Shape;238;p6"/>
          <p:cNvSpPr txBox="1"/>
          <p:nvPr/>
        </p:nvSpPr>
        <p:spPr>
          <a:xfrm>
            <a:off x="994491" y="1464907"/>
            <a:ext cx="7556508" cy="369331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1800" u="none" cap="none" strike="noStrike">
                <a:solidFill>
                  <a:schemeClr val="dk1"/>
                </a:solidFill>
                <a:latin typeface="Calibri"/>
                <a:ea typeface="Calibri"/>
                <a:cs typeface="Calibri"/>
                <a:sym typeface="Calibri"/>
              </a:rPr>
              <a:t>Syntax Directed Definitions </a:t>
            </a:r>
            <a:r>
              <a:rPr b="0" i="0" lang="en-US" sz="1800" u="none" cap="none" strike="noStrike">
                <a:solidFill>
                  <a:schemeClr val="dk1"/>
                </a:solidFill>
                <a:latin typeface="Calibri"/>
                <a:ea typeface="Calibri"/>
                <a:cs typeface="Calibri"/>
                <a:sym typeface="Calibri"/>
              </a:rPr>
              <a:t>are a generalization of context-free grammars in which:</a:t>
            </a:r>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Grammar symbols have an associated set of </a:t>
            </a:r>
            <a:r>
              <a:rPr b="1" i="0" lang="en-US" sz="1800" u="none" cap="none" strike="noStrike">
                <a:solidFill>
                  <a:schemeClr val="dk1"/>
                </a:solidFill>
                <a:latin typeface="Calibri"/>
                <a:ea typeface="Calibri"/>
                <a:cs typeface="Calibri"/>
                <a:sym typeface="Calibri"/>
              </a:rPr>
              <a:t>Attributes</a:t>
            </a:r>
            <a:r>
              <a:rPr b="0" i="0" lang="en-US" sz="1800" u="none" cap="none" strike="noStrike">
                <a:solidFill>
                  <a:schemeClr val="dk1"/>
                </a:solidFill>
                <a:latin typeface="Calibri"/>
                <a:ea typeface="Calibri"/>
                <a:cs typeface="Calibri"/>
                <a:sym typeface="Calibri"/>
              </a:rPr>
              <a:t>;</a:t>
            </a:r>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Productions are associated with </a:t>
            </a:r>
            <a:r>
              <a:rPr b="1" i="0" lang="en-US" sz="1800" u="none" cap="none" strike="noStrike">
                <a:solidFill>
                  <a:schemeClr val="dk1"/>
                </a:solidFill>
                <a:latin typeface="Calibri"/>
                <a:ea typeface="Calibri"/>
                <a:cs typeface="Calibri"/>
                <a:sym typeface="Calibri"/>
              </a:rPr>
              <a:t>Semantic Rules </a:t>
            </a:r>
            <a:r>
              <a:rPr b="0" i="0" lang="en-US" sz="1800" u="none" cap="none" strike="noStrike">
                <a:solidFill>
                  <a:schemeClr val="dk1"/>
                </a:solidFill>
                <a:latin typeface="Calibri"/>
                <a:ea typeface="Calibri"/>
                <a:cs typeface="Calibri"/>
                <a:sym typeface="Calibri"/>
              </a:rPr>
              <a:t>for computing the</a:t>
            </a:r>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values of attributes.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n-US" sz="1800">
                <a:solidFill>
                  <a:schemeClr val="dk1"/>
                </a:solidFill>
                <a:latin typeface="Calibri"/>
                <a:ea typeface="Calibri"/>
                <a:cs typeface="Calibri"/>
                <a:sym typeface="Calibri"/>
              </a:rPr>
              <a:t>Important Note: </a:t>
            </a:r>
            <a:r>
              <a:rPr lang="en-US" sz="1800">
                <a:solidFill>
                  <a:schemeClr val="dk1"/>
                </a:solidFill>
                <a:latin typeface="Calibri"/>
                <a:ea typeface="Calibri"/>
                <a:cs typeface="Calibri"/>
                <a:sym typeface="Calibri"/>
              </a:rPr>
              <a:t>Such formalism generates </a:t>
            </a:r>
            <a:r>
              <a:rPr b="1" lang="en-US" sz="1800">
                <a:solidFill>
                  <a:schemeClr val="dk1"/>
                </a:solidFill>
                <a:latin typeface="Calibri"/>
                <a:ea typeface="Calibri"/>
                <a:cs typeface="Calibri"/>
                <a:sym typeface="Calibri"/>
              </a:rPr>
              <a:t>Annotated Parse Tree </a:t>
            </a:r>
            <a:r>
              <a:rPr lang="en-US" sz="1800">
                <a:solidFill>
                  <a:schemeClr val="dk1"/>
                </a:solidFill>
                <a:latin typeface="Calibri"/>
                <a:ea typeface="Calibri"/>
                <a:cs typeface="Calibri"/>
                <a:sym typeface="Calibri"/>
              </a:rPr>
              <a:t>where each node of the tree is a record with a field for each attribute(  e.g   </a:t>
            </a:r>
            <a:r>
              <a:rPr b="1" lang="en-US" sz="1800">
                <a:solidFill>
                  <a:schemeClr val="dk1"/>
                </a:solidFill>
                <a:latin typeface="Calibri"/>
                <a:ea typeface="Calibri"/>
                <a:cs typeface="Calibri"/>
                <a:sym typeface="Calibri"/>
              </a:rPr>
              <a:t>expr.t </a:t>
            </a:r>
            <a:r>
              <a:rPr lang="en-US" sz="1800">
                <a:solidFill>
                  <a:schemeClr val="dk1"/>
                </a:solidFill>
                <a:latin typeface="Calibri"/>
                <a:ea typeface="Calibri"/>
                <a:cs typeface="Calibri"/>
                <a:sym typeface="Calibri"/>
              </a:rPr>
              <a:t>indicates the attribute</a:t>
            </a:r>
            <a:r>
              <a:rPr b="1" lang="en-US" sz="1800">
                <a:solidFill>
                  <a:schemeClr val="dk1"/>
                </a:solidFill>
                <a:latin typeface="Calibri"/>
                <a:ea typeface="Calibri"/>
                <a:cs typeface="Calibri"/>
                <a:sym typeface="Calibri"/>
              </a:rPr>
              <a:t> t  </a:t>
            </a:r>
            <a:r>
              <a:rPr lang="en-US" sz="1800">
                <a:solidFill>
                  <a:schemeClr val="dk1"/>
                </a:solidFill>
                <a:latin typeface="Calibri"/>
                <a:ea typeface="Calibri"/>
                <a:cs typeface="Calibri"/>
                <a:sym typeface="Calibri"/>
              </a:rPr>
              <a:t>of the grammar symbol </a:t>
            </a:r>
            <a:r>
              <a:rPr b="1" lang="en-US" sz="1800">
                <a:solidFill>
                  <a:schemeClr val="dk1"/>
                </a:solidFill>
                <a:latin typeface="Calibri"/>
                <a:ea typeface="Calibri"/>
                <a:cs typeface="Calibri"/>
                <a:sym typeface="Calibri"/>
              </a:rPr>
              <a:t>expr)                                                                                                 </a:t>
            </a:r>
            <a:endParaRPr b="1"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7"/>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244" name="Google Shape;244;p7"/>
          <p:cNvSpPr txBox="1"/>
          <p:nvPr/>
        </p:nvSpPr>
        <p:spPr>
          <a:xfrm>
            <a:off x="994491" y="1464907"/>
            <a:ext cx="7556508"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Here Semantic Rule is applied for one production of a context free grammar.</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This production derives an expression containing a plus operator. The left operand of the plus operator is given by </a:t>
            </a:r>
            <a:r>
              <a:rPr i="1" lang="en-US" sz="1800">
                <a:solidFill>
                  <a:schemeClr val="dk1"/>
                </a:solidFill>
                <a:latin typeface="Calibri"/>
                <a:ea typeface="Calibri"/>
                <a:cs typeface="Calibri"/>
                <a:sym typeface="Calibri"/>
              </a:rPr>
              <a:t>expr </a:t>
            </a:r>
            <a:r>
              <a:rPr lang="en-US" sz="1800">
                <a:solidFill>
                  <a:schemeClr val="dk1"/>
                </a:solidFill>
                <a:latin typeface="Calibri"/>
                <a:ea typeface="Calibri"/>
                <a:cs typeface="Calibri"/>
                <a:sym typeface="Calibri"/>
              </a:rPr>
              <a:t>and the right operand by </a:t>
            </a:r>
            <a:r>
              <a:rPr i="1" lang="en-US" sz="1800">
                <a:solidFill>
                  <a:schemeClr val="dk1"/>
                </a:solidFill>
                <a:latin typeface="Calibri"/>
                <a:ea typeface="Calibri"/>
                <a:cs typeface="Calibri"/>
                <a:sym typeface="Calibri"/>
              </a:rPr>
              <a:t>term. </a:t>
            </a:r>
            <a:r>
              <a:rPr lang="en-US" sz="1800">
                <a:solidFill>
                  <a:schemeClr val="dk1"/>
                </a:solidFill>
                <a:latin typeface="Calibri"/>
                <a:ea typeface="Calibri"/>
                <a:cs typeface="Calibri"/>
                <a:sym typeface="Calibri"/>
              </a:rPr>
              <a:t>The semantic rule associated with this production constructs the value of attribute expr.t by concatenating the postfix forms expr.t and term.t of the left and right operands, respectively, and then appending the plus sign. This rule is a formalization of the definition of "postfix expression“. The symbol </a:t>
            </a:r>
            <a:r>
              <a:rPr b="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in the semantic rule is the operator for string concatenation.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245" name="Google Shape;245;p7"/>
          <p:cNvSpPr txBox="1"/>
          <p:nvPr/>
        </p:nvSpPr>
        <p:spPr>
          <a:xfrm>
            <a:off x="1400908" y="2608959"/>
            <a:ext cx="6934200" cy="66499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Production                                    Semantic Rule</a:t>
            </a:r>
            <a:endParaRPr/>
          </a:p>
          <a:p>
            <a:pPr indent="0" lvl="0" marL="0" marR="0" rtl="0" algn="ctr">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expr.t := expr.t || term.t ||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251" name="Google Shape;251;p8"/>
          <p:cNvSpPr txBox="1"/>
          <p:nvPr/>
        </p:nvSpPr>
        <p:spPr>
          <a:xfrm>
            <a:off x="994491" y="1464907"/>
            <a:ext cx="7556508" cy="49859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Example:  </a:t>
            </a:r>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20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grpSp>
        <p:nvGrpSpPr>
          <p:cNvPr id="252" name="Google Shape;252;p8"/>
          <p:cNvGrpSpPr/>
          <p:nvPr/>
        </p:nvGrpSpPr>
        <p:grpSpPr>
          <a:xfrm>
            <a:off x="1752600" y="2499363"/>
            <a:ext cx="6667500" cy="2627040"/>
            <a:chOff x="1152" y="1488"/>
            <a:chExt cx="3600" cy="1548"/>
          </a:xfrm>
        </p:grpSpPr>
        <p:sp>
          <p:nvSpPr>
            <p:cNvPr id="253" name="Google Shape;253;p8"/>
            <p:cNvSpPr txBox="1"/>
            <p:nvPr/>
          </p:nvSpPr>
          <p:spPr>
            <a:xfrm>
              <a:off x="1152" y="1536"/>
              <a:ext cx="3600" cy="1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Production                                    Semantic Rule</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expr.t := expr.t || term.t || ‘+’</a:t>
              </a:r>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expr.t := expr.t || term.t || ’-’</a:t>
              </a:r>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term                            expr.t := term.t</a:t>
              </a:r>
              <a:endParaRPr/>
            </a:p>
            <a:p>
              <a:pPr indent="0" lvl="0" marL="0" marR="0" rtl="0" algn="l">
                <a:lnSpc>
                  <a:spcPct val="6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0</a:t>
              </a:r>
              <a:r>
                <a:rPr b="1" i="1" lang="en-US" sz="1800">
                  <a:solidFill>
                    <a:schemeClr val="dk1"/>
                  </a:solidFill>
                  <a:latin typeface="Times New Roman"/>
                  <a:ea typeface="Times New Roman"/>
                  <a:cs typeface="Times New Roman"/>
                  <a:sym typeface="Times New Roman"/>
                </a:rPr>
                <a:t>                                 term.t := ‘</a:t>
              </a:r>
              <a:r>
                <a:rPr b="1" lang="en-US" sz="1800">
                  <a:solidFill>
                    <a:schemeClr val="dk1"/>
                  </a:solidFill>
                  <a:latin typeface="Times New Roman"/>
                  <a:ea typeface="Times New Roman"/>
                  <a:cs typeface="Times New Roman"/>
                  <a:sym typeface="Times New Roman"/>
                </a:rPr>
                <a:t>0</a:t>
              </a:r>
              <a:r>
                <a:rPr b="1" i="1" lang="en-US" sz="1800">
                  <a:solidFill>
                    <a:schemeClr val="dk1"/>
                  </a:solidFill>
                  <a:latin typeface="Times New Roman"/>
                  <a:ea typeface="Times New Roman"/>
                  <a:cs typeface="Times New Roman"/>
                  <a:sym typeface="Times New Roman"/>
                </a:rPr>
                <a:t>’</a:t>
              </a:r>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1 </a:t>
              </a:r>
              <a:r>
                <a:rPr b="1" i="1" lang="en-US" sz="1800">
                  <a:solidFill>
                    <a:schemeClr val="dk1"/>
                  </a:solidFill>
                  <a:latin typeface="Times New Roman"/>
                  <a:ea typeface="Times New Roman"/>
                  <a:cs typeface="Times New Roman"/>
                  <a:sym typeface="Times New Roman"/>
                </a:rPr>
                <a:t>                                term.t := ‘</a:t>
              </a:r>
              <a:r>
                <a:rPr b="1" lang="en-US" sz="1800">
                  <a:solidFill>
                    <a:schemeClr val="dk1"/>
                  </a:solidFill>
                  <a:latin typeface="Times New Roman"/>
                  <a:ea typeface="Times New Roman"/>
                  <a:cs typeface="Times New Roman"/>
                  <a:sym typeface="Times New Roman"/>
                </a:rPr>
                <a:t>1</a:t>
              </a:r>
              <a:r>
                <a:rPr b="1" i="1" lang="en-US" sz="1800">
                  <a:solidFill>
                    <a:schemeClr val="dk1"/>
                  </a:solidFill>
                  <a:latin typeface="Times New Roman"/>
                  <a:ea typeface="Times New Roman"/>
                  <a:cs typeface="Times New Roman"/>
                  <a:sym typeface="Times New Roman"/>
                </a:rPr>
                <a:t>’</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                                           ….</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9</a:t>
              </a:r>
              <a:r>
                <a:rPr b="1" i="1" lang="en-US" sz="1800">
                  <a:solidFill>
                    <a:schemeClr val="dk1"/>
                  </a:solidFill>
                  <a:latin typeface="Times New Roman"/>
                  <a:ea typeface="Times New Roman"/>
                  <a:cs typeface="Times New Roman"/>
                  <a:sym typeface="Times New Roman"/>
                </a:rPr>
                <a:t>                                 term.t := ‘</a:t>
              </a:r>
              <a:r>
                <a:rPr b="1" lang="en-US" sz="1800">
                  <a:solidFill>
                    <a:schemeClr val="dk1"/>
                  </a:solidFill>
                  <a:latin typeface="Times New Roman"/>
                  <a:ea typeface="Times New Roman"/>
                  <a:cs typeface="Times New Roman"/>
                  <a:sym typeface="Times New Roman"/>
                </a:rPr>
                <a:t>9</a:t>
              </a:r>
              <a:r>
                <a:rPr b="1" i="1" lang="en-US" sz="1800">
                  <a:solidFill>
                    <a:schemeClr val="dk1"/>
                  </a:solidFill>
                  <a:latin typeface="Times New Roman"/>
                  <a:ea typeface="Times New Roman"/>
                  <a:cs typeface="Times New Roman"/>
                  <a:sym typeface="Times New Roman"/>
                </a:rPr>
                <a:t>’</a:t>
              </a:r>
              <a:endParaRPr/>
            </a:p>
          </p:txBody>
        </p:sp>
        <p:cxnSp>
          <p:nvCxnSpPr>
            <p:cNvPr id="254" name="Google Shape;254;p8"/>
            <p:cNvCxnSpPr/>
            <p:nvPr/>
          </p:nvCxnSpPr>
          <p:spPr>
            <a:xfrm>
              <a:off x="1152" y="1536"/>
              <a:ext cx="3168" cy="0"/>
            </a:xfrm>
            <a:prstGeom prst="straightConnector1">
              <a:avLst/>
            </a:prstGeom>
            <a:noFill/>
            <a:ln cap="flat" cmpd="sng" w="9525">
              <a:solidFill>
                <a:schemeClr val="dk1"/>
              </a:solidFill>
              <a:prstDash val="solid"/>
              <a:round/>
              <a:headEnd len="med" w="med" type="none"/>
              <a:tailEnd len="med" w="med" type="none"/>
            </a:ln>
          </p:spPr>
        </p:cxnSp>
        <p:cxnSp>
          <p:nvCxnSpPr>
            <p:cNvPr id="255" name="Google Shape;255;p8"/>
            <p:cNvCxnSpPr/>
            <p:nvPr/>
          </p:nvCxnSpPr>
          <p:spPr>
            <a:xfrm>
              <a:off x="1152" y="1488"/>
              <a:ext cx="3168" cy="0"/>
            </a:xfrm>
            <a:prstGeom prst="straightConnector1">
              <a:avLst/>
            </a:prstGeom>
            <a:noFill/>
            <a:ln cap="flat" cmpd="sng" w="9525">
              <a:solidFill>
                <a:schemeClr val="dk1"/>
              </a:solidFill>
              <a:prstDash val="solid"/>
              <a:round/>
              <a:headEnd len="med" w="med" type="none"/>
              <a:tailEnd len="med" w="med" type="none"/>
            </a:ln>
          </p:spPr>
        </p:cxnSp>
        <p:cxnSp>
          <p:nvCxnSpPr>
            <p:cNvPr id="256" name="Google Shape;256;p8"/>
            <p:cNvCxnSpPr/>
            <p:nvPr/>
          </p:nvCxnSpPr>
          <p:spPr>
            <a:xfrm>
              <a:off x="1152" y="3024"/>
              <a:ext cx="3168" cy="0"/>
            </a:xfrm>
            <a:prstGeom prst="straightConnector1">
              <a:avLst/>
            </a:prstGeom>
            <a:noFill/>
            <a:ln cap="flat" cmpd="sng" w="9525">
              <a:solidFill>
                <a:schemeClr val="dk1"/>
              </a:solidFill>
              <a:prstDash val="solid"/>
              <a:round/>
              <a:headEnd len="med" w="med" type="none"/>
              <a:tailEnd len="med" w="med" type="none"/>
            </a:ln>
          </p:spPr>
        </p:cxnSp>
        <p:cxnSp>
          <p:nvCxnSpPr>
            <p:cNvPr id="257" name="Google Shape;257;p8"/>
            <p:cNvCxnSpPr/>
            <p:nvPr/>
          </p:nvCxnSpPr>
          <p:spPr>
            <a:xfrm>
              <a:off x="1152" y="1728"/>
              <a:ext cx="3168" cy="0"/>
            </a:xfrm>
            <a:prstGeom prst="straightConnector1">
              <a:avLst/>
            </a:prstGeom>
            <a:noFill/>
            <a:ln cap="flat" cmpd="sng" w="9525">
              <a:solidFill>
                <a:schemeClr val="dk1"/>
              </a:solidFill>
              <a:prstDash val="solid"/>
              <a:round/>
              <a:headEnd len="med" w="med" type="none"/>
              <a:tailEnd len="med" w="med" type="none"/>
            </a:ln>
          </p:spPr>
        </p:cxnSp>
        <p:cxnSp>
          <p:nvCxnSpPr>
            <p:cNvPr id="258" name="Google Shape;258;p8"/>
            <p:cNvCxnSpPr/>
            <p:nvPr/>
          </p:nvCxnSpPr>
          <p:spPr>
            <a:xfrm>
              <a:off x="2496" y="1536"/>
              <a:ext cx="0" cy="1488"/>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9"/>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264" name="Google Shape;264;p9"/>
          <p:cNvSpPr txBox="1"/>
          <p:nvPr/>
        </p:nvSpPr>
        <p:spPr>
          <a:xfrm>
            <a:off x="994491" y="1464907"/>
            <a:ext cx="7556508" cy="507831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We applied semantic rules for each production of a context-free grammar. Now we will see how semantic rules are embedded in parse tree.</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Fig: Annotated Parse Tree                                                       </a:t>
            </a:r>
            <a:endParaRPr sz="1800">
              <a:solidFill>
                <a:schemeClr val="dk1"/>
              </a:solidFill>
              <a:latin typeface="Calibri"/>
              <a:ea typeface="Calibri"/>
              <a:cs typeface="Calibri"/>
              <a:sym typeface="Calibri"/>
            </a:endParaRPr>
          </a:p>
        </p:txBody>
      </p:sp>
      <p:grpSp>
        <p:nvGrpSpPr>
          <p:cNvPr id="265" name="Google Shape;265;p9"/>
          <p:cNvGrpSpPr/>
          <p:nvPr/>
        </p:nvGrpSpPr>
        <p:grpSpPr>
          <a:xfrm>
            <a:off x="2384473" y="2589620"/>
            <a:ext cx="5238750" cy="3371851"/>
            <a:chOff x="576" y="768"/>
            <a:chExt cx="3300" cy="2124"/>
          </a:xfrm>
        </p:grpSpPr>
        <p:sp>
          <p:nvSpPr>
            <p:cNvPr id="266" name="Google Shape;266;p9"/>
            <p:cNvSpPr txBox="1"/>
            <p:nvPr/>
          </p:nvSpPr>
          <p:spPr>
            <a:xfrm>
              <a:off x="1152" y="1152"/>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95-</a:t>
              </a:r>
              <a:endParaRPr b="1" i="1" sz="1800">
                <a:solidFill>
                  <a:schemeClr val="dk1"/>
                </a:solidFill>
                <a:latin typeface="Times New Roman"/>
                <a:ea typeface="Times New Roman"/>
                <a:cs typeface="Times New Roman"/>
                <a:sym typeface="Times New Roman"/>
              </a:endParaRPr>
            </a:p>
          </p:txBody>
        </p:sp>
        <p:sp>
          <p:nvSpPr>
            <p:cNvPr id="267" name="Google Shape;267;p9"/>
            <p:cNvSpPr txBox="1"/>
            <p:nvPr/>
          </p:nvSpPr>
          <p:spPr>
            <a:xfrm>
              <a:off x="576" y="1536"/>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9</a:t>
              </a:r>
              <a:endParaRPr b="1" i="1" sz="1800">
                <a:solidFill>
                  <a:schemeClr val="dk1"/>
                </a:solidFill>
                <a:latin typeface="Times New Roman"/>
                <a:ea typeface="Times New Roman"/>
                <a:cs typeface="Times New Roman"/>
                <a:sym typeface="Times New Roman"/>
              </a:endParaRPr>
            </a:p>
          </p:txBody>
        </p:sp>
        <p:sp>
          <p:nvSpPr>
            <p:cNvPr id="268" name="Google Shape;268;p9"/>
            <p:cNvSpPr txBox="1"/>
            <p:nvPr/>
          </p:nvSpPr>
          <p:spPr>
            <a:xfrm>
              <a:off x="2208" y="768"/>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95-2+</a:t>
              </a:r>
              <a:endParaRPr b="1" i="1" sz="1800">
                <a:solidFill>
                  <a:schemeClr val="dk1"/>
                </a:solidFill>
                <a:latin typeface="Times New Roman"/>
                <a:ea typeface="Times New Roman"/>
                <a:cs typeface="Times New Roman"/>
                <a:sym typeface="Times New Roman"/>
              </a:endParaRPr>
            </a:p>
          </p:txBody>
        </p:sp>
        <p:sp>
          <p:nvSpPr>
            <p:cNvPr id="269" name="Google Shape;269;p9"/>
            <p:cNvSpPr txBox="1"/>
            <p:nvPr/>
          </p:nvSpPr>
          <p:spPr>
            <a:xfrm>
              <a:off x="1584" y="1536"/>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5</a:t>
              </a:r>
              <a:endParaRPr b="1" i="1" sz="1800">
                <a:solidFill>
                  <a:schemeClr val="dk1"/>
                </a:solidFill>
                <a:latin typeface="Times New Roman"/>
                <a:ea typeface="Times New Roman"/>
                <a:cs typeface="Times New Roman"/>
                <a:sym typeface="Times New Roman"/>
              </a:endParaRPr>
            </a:p>
          </p:txBody>
        </p:sp>
        <p:sp>
          <p:nvSpPr>
            <p:cNvPr id="270" name="Google Shape;270;p9"/>
            <p:cNvSpPr txBox="1"/>
            <p:nvPr/>
          </p:nvSpPr>
          <p:spPr>
            <a:xfrm>
              <a:off x="2976" y="1152"/>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2</a:t>
              </a:r>
              <a:endParaRPr b="1" i="1" sz="1800">
                <a:solidFill>
                  <a:schemeClr val="dk1"/>
                </a:solidFill>
                <a:latin typeface="Times New Roman"/>
                <a:ea typeface="Times New Roman"/>
                <a:cs typeface="Times New Roman"/>
                <a:sym typeface="Times New Roman"/>
              </a:endParaRPr>
            </a:p>
          </p:txBody>
        </p:sp>
        <p:sp>
          <p:nvSpPr>
            <p:cNvPr id="271" name="Google Shape;271;p9"/>
            <p:cNvSpPr txBox="1"/>
            <p:nvPr/>
          </p:nvSpPr>
          <p:spPr>
            <a:xfrm>
              <a:off x="576" y="2016"/>
              <a:ext cx="9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9</a:t>
              </a:r>
              <a:endParaRPr b="1" i="1" sz="1800">
                <a:solidFill>
                  <a:schemeClr val="dk1"/>
                </a:solidFill>
                <a:latin typeface="Times New Roman"/>
                <a:ea typeface="Times New Roman"/>
                <a:cs typeface="Times New Roman"/>
                <a:sym typeface="Times New Roman"/>
              </a:endParaRPr>
            </a:p>
          </p:txBody>
        </p:sp>
        <p:cxnSp>
          <p:nvCxnSpPr>
            <p:cNvPr id="272" name="Google Shape;272;p9"/>
            <p:cNvCxnSpPr/>
            <p:nvPr/>
          </p:nvCxnSpPr>
          <p:spPr>
            <a:xfrm>
              <a:off x="816" y="2304"/>
              <a:ext cx="0" cy="288"/>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9"/>
            <p:cNvCxnSpPr/>
            <p:nvPr/>
          </p:nvCxnSpPr>
          <p:spPr>
            <a:xfrm>
              <a:off x="2736" y="960"/>
              <a:ext cx="432" cy="24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9"/>
            <p:cNvCxnSpPr/>
            <p:nvPr/>
          </p:nvCxnSpPr>
          <p:spPr>
            <a:xfrm>
              <a:off x="1536" y="1344"/>
              <a:ext cx="288" cy="192"/>
            </a:xfrm>
            <a:prstGeom prst="straightConnector1">
              <a:avLst/>
            </a:prstGeom>
            <a:noFill/>
            <a:ln cap="flat" cmpd="sng" w="9525">
              <a:solidFill>
                <a:schemeClr val="dk1"/>
              </a:solidFill>
              <a:prstDash val="solid"/>
              <a:round/>
              <a:headEnd len="med" w="med" type="none"/>
              <a:tailEnd len="med" w="med" type="none"/>
            </a:ln>
          </p:spPr>
        </p:cxnSp>
        <p:cxnSp>
          <p:nvCxnSpPr>
            <p:cNvPr id="275" name="Google Shape;275;p9"/>
            <p:cNvCxnSpPr/>
            <p:nvPr/>
          </p:nvCxnSpPr>
          <p:spPr>
            <a:xfrm flipH="1">
              <a:off x="1392" y="912"/>
              <a:ext cx="816" cy="288"/>
            </a:xfrm>
            <a:prstGeom prst="straightConnector1">
              <a:avLst/>
            </a:prstGeom>
            <a:noFill/>
            <a:ln cap="flat" cmpd="sng" w="9525">
              <a:solidFill>
                <a:schemeClr val="dk1"/>
              </a:solidFill>
              <a:prstDash val="solid"/>
              <a:round/>
              <a:headEnd len="med" w="med" type="none"/>
              <a:tailEnd len="med" w="med" type="none"/>
            </a:ln>
          </p:spPr>
        </p:cxnSp>
        <p:cxnSp>
          <p:nvCxnSpPr>
            <p:cNvPr id="276" name="Google Shape;276;p9"/>
            <p:cNvCxnSpPr/>
            <p:nvPr/>
          </p:nvCxnSpPr>
          <p:spPr>
            <a:xfrm flipH="1">
              <a:off x="816" y="1344"/>
              <a:ext cx="336" cy="192"/>
            </a:xfrm>
            <a:prstGeom prst="straightConnector1">
              <a:avLst/>
            </a:prstGeom>
            <a:noFill/>
            <a:ln cap="flat" cmpd="sng" w="9525">
              <a:solidFill>
                <a:schemeClr val="dk1"/>
              </a:solidFill>
              <a:prstDash val="solid"/>
              <a:round/>
              <a:headEnd len="med" w="med" type="none"/>
              <a:tailEnd len="med" w="med" type="none"/>
            </a:ln>
          </p:spPr>
        </p:cxnSp>
        <p:cxnSp>
          <p:nvCxnSpPr>
            <p:cNvPr id="277" name="Google Shape;277;p9"/>
            <p:cNvCxnSpPr/>
            <p:nvPr/>
          </p:nvCxnSpPr>
          <p:spPr>
            <a:xfrm>
              <a:off x="768" y="1776"/>
              <a:ext cx="0" cy="288"/>
            </a:xfrm>
            <a:prstGeom prst="straightConnector1">
              <a:avLst/>
            </a:prstGeom>
            <a:noFill/>
            <a:ln cap="flat" cmpd="sng" w="9525">
              <a:solidFill>
                <a:schemeClr val="dk1"/>
              </a:solidFill>
              <a:prstDash val="solid"/>
              <a:round/>
              <a:headEnd len="med" w="med" type="none"/>
              <a:tailEnd len="med" w="med" type="none"/>
            </a:ln>
          </p:spPr>
        </p:cxnSp>
        <p:cxnSp>
          <p:nvCxnSpPr>
            <p:cNvPr id="278" name="Google Shape;278;p9"/>
            <p:cNvCxnSpPr/>
            <p:nvPr/>
          </p:nvCxnSpPr>
          <p:spPr>
            <a:xfrm>
              <a:off x="1344" y="1440"/>
              <a:ext cx="0" cy="1152"/>
            </a:xfrm>
            <a:prstGeom prst="straightConnector1">
              <a:avLst/>
            </a:prstGeom>
            <a:noFill/>
            <a:ln cap="flat" cmpd="sng" w="9525">
              <a:solidFill>
                <a:schemeClr val="dk1"/>
              </a:solidFill>
              <a:prstDash val="solid"/>
              <a:round/>
              <a:headEnd len="med" w="med" type="none"/>
              <a:tailEnd len="med" w="med" type="none"/>
            </a:ln>
          </p:spPr>
        </p:cxnSp>
        <p:cxnSp>
          <p:nvCxnSpPr>
            <p:cNvPr id="279" name="Google Shape;279;p9"/>
            <p:cNvCxnSpPr/>
            <p:nvPr/>
          </p:nvCxnSpPr>
          <p:spPr>
            <a:xfrm>
              <a:off x="2400" y="1056"/>
              <a:ext cx="0" cy="1536"/>
            </a:xfrm>
            <a:prstGeom prst="straightConnector1">
              <a:avLst/>
            </a:prstGeom>
            <a:noFill/>
            <a:ln cap="flat" cmpd="sng" w="9525">
              <a:solidFill>
                <a:schemeClr val="dk1"/>
              </a:solidFill>
              <a:prstDash val="solid"/>
              <a:round/>
              <a:headEnd len="med" w="med" type="none"/>
              <a:tailEnd len="med" w="med" type="none"/>
            </a:ln>
          </p:spPr>
        </p:cxnSp>
        <p:cxnSp>
          <p:nvCxnSpPr>
            <p:cNvPr id="280" name="Google Shape;280;p9"/>
            <p:cNvCxnSpPr/>
            <p:nvPr/>
          </p:nvCxnSpPr>
          <p:spPr>
            <a:xfrm>
              <a:off x="1776" y="1776"/>
              <a:ext cx="0" cy="816"/>
            </a:xfrm>
            <a:prstGeom prst="straightConnector1">
              <a:avLst/>
            </a:prstGeom>
            <a:noFill/>
            <a:ln cap="flat" cmpd="sng" w="9525">
              <a:solidFill>
                <a:schemeClr val="dk1"/>
              </a:solidFill>
              <a:prstDash val="solid"/>
              <a:round/>
              <a:headEnd len="med" w="med" type="none"/>
              <a:tailEnd len="med" w="med" type="none"/>
            </a:ln>
          </p:spPr>
        </p:cxnSp>
        <p:cxnSp>
          <p:nvCxnSpPr>
            <p:cNvPr id="281" name="Google Shape;281;p9"/>
            <p:cNvCxnSpPr/>
            <p:nvPr/>
          </p:nvCxnSpPr>
          <p:spPr>
            <a:xfrm>
              <a:off x="3168" y="1440"/>
              <a:ext cx="0" cy="1104"/>
            </a:xfrm>
            <a:prstGeom prst="straightConnector1">
              <a:avLst/>
            </a:prstGeom>
            <a:noFill/>
            <a:ln cap="flat" cmpd="sng" w="9525">
              <a:solidFill>
                <a:schemeClr val="dk1"/>
              </a:solidFill>
              <a:prstDash val="solid"/>
              <a:round/>
              <a:headEnd len="med" w="med" type="none"/>
              <a:tailEnd len="med" w="med" type="none"/>
            </a:ln>
          </p:spPr>
        </p:cxnSp>
        <p:sp>
          <p:nvSpPr>
            <p:cNvPr id="282" name="Google Shape;282;p9"/>
            <p:cNvSpPr txBox="1"/>
            <p:nvPr/>
          </p:nvSpPr>
          <p:spPr>
            <a:xfrm>
              <a:off x="3089" y="2544"/>
              <a:ext cx="3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2</a:t>
              </a:r>
              <a:endParaRPr/>
            </a:p>
          </p:txBody>
        </p:sp>
        <p:sp>
          <p:nvSpPr>
            <p:cNvPr id="283" name="Google Shape;283;p9"/>
            <p:cNvSpPr txBox="1"/>
            <p:nvPr/>
          </p:nvSpPr>
          <p:spPr>
            <a:xfrm>
              <a:off x="2304" y="2592"/>
              <a:ext cx="3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p:txBody>
        </p:sp>
        <p:sp>
          <p:nvSpPr>
            <p:cNvPr id="284" name="Google Shape;284;p9"/>
            <p:cNvSpPr txBox="1"/>
            <p:nvPr/>
          </p:nvSpPr>
          <p:spPr>
            <a:xfrm>
              <a:off x="1683" y="2592"/>
              <a:ext cx="3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5</a:t>
              </a:r>
              <a:endParaRPr/>
            </a:p>
          </p:txBody>
        </p:sp>
        <p:sp>
          <p:nvSpPr>
            <p:cNvPr id="285" name="Google Shape;285;p9"/>
            <p:cNvSpPr txBox="1"/>
            <p:nvPr/>
          </p:nvSpPr>
          <p:spPr>
            <a:xfrm>
              <a:off x="1272" y="2592"/>
              <a:ext cx="3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p:txBody>
        </p:sp>
        <p:sp>
          <p:nvSpPr>
            <p:cNvPr id="286" name="Google Shape;286;p9"/>
            <p:cNvSpPr txBox="1"/>
            <p:nvPr/>
          </p:nvSpPr>
          <p:spPr>
            <a:xfrm>
              <a:off x="720" y="2592"/>
              <a:ext cx="300" cy="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9</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0"/>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292" name="Google Shape;292;p10"/>
          <p:cNvSpPr txBox="1"/>
          <p:nvPr/>
        </p:nvSpPr>
        <p:spPr>
          <a:xfrm>
            <a:off x="994491" y="1464907"/>
            <a:ext cx="7556508" cy="5355312"/>
          </a:xfrm>
          <a:prstGeom prst="rect">
            <a:avLst/>
          </a:prstGeom>
          <a:noFill/>
          <a:ln>
            <a:noFill/>
          </a:ln>
        </p:spPr>
        <p:txBody>
          <a:bodyPr anchorCtr="0" anchor="t" bIns="45700" lIns="91425" spcFirstLastPara="1" rIns="91425" wrap="square" tIns="45700">
            <a:spAutoFit/>
          </a:bodyPr>
          <a:lstStyle/>
          <a:p>
            <a:pPr indent="0" lvl="1"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We applied semantic rules for each production of a context-free grammar. Now we will see how semantic rules are embedded in parse tree. 2*3+4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Fig: Annotated Parse Tree                                                       </a:t>
            </a:r>
            <a:endParaRPr sz="1800">
              <a:solidFill>
                <a:schemeClr val="dk1"/>
              </a:solidFill>
              <a:latin typeface="Calibri"/>
              <a:ea typeface="Calibri"/>
              <a:cs typeface="Calibri"/>
              <a:sym typeface="Calibri"/>
            </a:endParaRPr>
          </a:p>
        </p:txBody>
      </p:sp>
      <p:grpSp>
        <p:nvGrpSpPr>
          <p:cNvPr id="293" name="Google Shape;293;p10"/>
          <p:cNvGrpSpPr/>
          <p:nvPr/>
        </p:nvGrpSpPr>
        <p:grpSpPr>
          <a:xfrm>
            <a:off x="2384473" y="2589620"/>
            <a:ext cx="5181600" cy="3292476"/>
            <a:chOff x="576" y="768"/>
            <a:chExt cx="3264" cy="2074"/>
          </a:xfrm>
        </p:grpSpPr>
        <p:sp>
          <p:nvSpPr>
            <p:cNvPr id="294" name="Google Shape;294;p10"/>
            <p:cNvSpPr txBox="1"/>
            <p:nvPr/>
          </p:nvSpPr>
          <p:spPr>
            <a:xfrm>
              <a:off x="1152" y="1152"/>
              <a:ext cx="864"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23*</a:t>
              </a:r>
              <a:endParaRPr b="1" i="1" sz="1800">
                <a:solidFill>
                  <a:schemeClr val="dk1"/>
                </a:solidFill>
                <a:latin typeface="Times New Roman"/>
                <a:ea typeface="Times New Roman"/>
                <a:cs typeface="Times New Roman"/>
                <a:sym typeface="Times New Roman"/>
              </a:endParaRPr>
            </a:p>
          </p:txBody>
        </p:sp>
        <p:sp>
          <p:nvSpPr>
            <p:cNvPr id="295" name="Google Shape;295;p10"/>
            <p:cNvSpPr txBox="1"/>
            <p:nvPr/>
          </p:nvSpPr>
          <p:spPr>
            <a:xfrm>
              <a:off x="576" y="1536"/>
              <a:ext cx="864"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2</a:t>
              </a:r>
              <a:endParaRPr b="1" i="1" sz="1800">
                <a:solidFill>
                  <a:schemeClr val="dk1"/>
                </a:solidFill>
                <a:latin typeface="Times New Roman"/>
                <a:ea typeface="Times New Roman"/>
                <a:cs typeface="Times New Roman"/>
                <a:sym typeface="Times New Roman"/>
              </a:endParaRPr>
            </a:p>
          </p:txBody>
        </p:sp>
        <p:sp>
          <p:nvSpPr>
            <p:cNvPr id="296" name="Google Shape;296;p10"/>
            <p:cNvSpPr txBox="1"/>
            <p:nvPr/>
          </p:nvSpPr>
          <p:spPr>
            <a:xfrm>
              <a:off x="2208" y="768"/>
              <a:ext cx="1008"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23*4+</a:t>
              </a:r>
              <a:endParaRPr b="1" i="1" sz="1800">
                <a:solidFill>
                  <a:schemeClr val="dk1"/>
                </a:solidFill>
                <a:latin typeface="Times New Roman"/>
                <a:ea typeface="Times New Roman"/>
                <a:cs typeface="Times New Roman"/>
                <a:sym typeface="Times New Roman"/>
              </a:endParaRPr>
            </a:p>
          </p:txBody>
        </p:sp>
        <p:sp>
          <p:nvSpPr>
            <p:cNvPr id="297" name="Google Shape;297;p10"/>
            <p:cNvSpPr txBox="1"/>
            <p:nvPr/>
          </p:nvSpPr>
          <p:spPr>
            <a:xfrm>
              <a:off x="1584" y="1536"/>
              <a:ext cx="864"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3</a:t>
              </a:r>
              <a:endParaRPr b="1" i="1" sz="1800">
                <a:solidFill>
                  <a:schemeClr val="dk1"/>
                </a:solidFill>
                <a:latin typeface="Times New Roman"/>
                <a:ea typeface="Times New Roman"/>
                <a:cs typeface="Times New Roman"/>
                <a:sym typeface="Times New Roman"/>
              </a:endParaRPr>
            </a:p>
          </p:txBody>
        </p:sp>
        <p:sp>
          <p:nvSpPr>
            <p:cNvPr id="298" name="Google Shape;298;p10"/>
            <p:cNvSpPr txBox="1"/>
            <p:nvPr/>
          </p:nvSpPr>
          <p:spPr>
            <a:xfrm>
              <a:off x="2976" y="1152"/>
              <a:ext cx="864"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4</a:t>
              </a:r>
              <a:endParaRPr b="1" i="1" sz="1800">
                <a:solidFill>
                  <a:schemeClr val="dk1"/>
                </a:solidFill>
                <a:latin typeface="Times New Roman"/>
                <a:ea typeface="Times New Roman"/>
                <a:cs typeface="Times New Roman"/>
                <a:sym typeface="Times New Roman"/>
              </a:endParaRPr>
            </a:p>
          </p:txBody>
        </p:sp>
        <p:cxnSp>
          <p:nvCxnSpPr>
            <p:cNvPr id="299" name="Google Shape;299;p10"/>
            <p:cNvCxnSpPr/>
            <p:nvPr/>
          </p:nvCxnSpPr>
          <p:spPr>
            <a:xfrm>
              <a:off x="2736" y="960"/>
              <a:ext cx="432" cy="240"/>
            </a:xfrm>
            <a:prstGeom prst="straightConnector1">
              <a:avLst/>
            </a:prstGeom>
            <a:noFill/>
            <a:ln cap="flat" cmpd="sng" w="9525">
              <a:solidFill>
                <a:schemeClr val="dk1"/>
              </a:solidFill>
              <a:prstDash val="solid"/>
              <a:round/>
              <a:headEnd len="med" w="med" type="none"/>
              <a:tailEnd len="med" w="med" type="none"/>
            </a:ln>
          </p:spPr>
        </p:cxnSp>
        <p:cxnSp>
          <p:nvCxnSpPr>
            <p:cNvPr id="300" name="Google Shape;300;p10"/>
            <p:cNvCxnSpPr/>
            <p:nvPr/>
          </p:nvCxnSpPr>
          <p:spPr>
            <a:xfrm>
              <a:off x="1536" y="1344"/>
              <a:ext cx="288" cy="192"/>
            </a:xfrm>
            <a:prstGeom prst="straightConnector1">
              <a:avLst/>
            </a:prstGeom>
            <a:noFill/>
            <a:ln cap="flat" cmpd="sng" w="9525">
              <a:solidFill>
                <a:schemeClr val="dk1"/>
              </a:solidFill>
              <a:prstDash val="solid"/>
              <a:round/>
              <a:headEnd len="med" w="med" type="none"/>
              <a:tailEnd len="med" w="med" type="none"/>
            </a:ln>
          </p:spPr>
        </p:cxnSp>
        <p:cxnSp>
          <p:nvCxnSpPr>
            <p:cNvPr id="301" name="Google Shape;301;p10"/>
            <p:cNvCxnSpPr/>
            <p:nvPr/>
          </p:nvCxnSpPr>
          <p:spPr>
            <a:xfrm flipH="1">
              <a:off x="1392" y="912"/>
              <a:ext cx="816" cy="288"/>
            </a:xfrm>
            <a:prstGeom prst="straightConnector1">
              <a:avLst/>
            </a:prstGeom>
            <a:noFill/>
            <a:ln cap="flat" cmpd="sng" w="9525">
              <a:solidFill>
                <a:schemeClr val="dk1"/>
              </a:solidFill>
              <a:prstDash val="solid"/>
              <a:round/>
              <a:headEnd len="med" w="med" type="none"/>
              <a:tailEnd len="med" w="med" type="none"/>
            </a:ln>
          </p:spPr>
        </p:cxnSp>
        <p:cxnSp>
          <p:nvCxnSpPr>
            <p:cNvPr id="302" name="Google Shape;302;p10"/>
            <p:cNvCxnSpPr/>
            <p:nvPr/>
          </p:nvCxnSpPr>
          <p:spPr>
            <a:xfrm flipH="1">
              <a:off x="816" y="1344"/>
              <a:ext cx="336" cy="192"/>
            </a:xfrm>
            <a:prstGeom prst="straightConnector1">
              <a:avLst/>
            </a:prstGeom>
            <a:noFill/>
            <a:ln cap="flat" cmpd="sng" w="9525">
              <a:solidFill>
                <a:schemeClr val="dk1"/>
              </a:solidFill>
              <a:prstDash val="solid"/>
              <a:round/>
              <a:headEnd len="med" w="med" type="none"/>
              <a:tailEnd len="med" w="med" type="none"/>
            </a:ln>
          </p:spPr>
        </p:cxnSp>
        <p:cxnSp>
          <p:nvCxnSpPr>
            <p:cNvPr id="303" name="Google Shape;303;p10"/>
            <p:cNvCxnSpPr/>
            <p:nvPr/>
          </p:nvCxnSpPr>
          <p:spPr>
            <a:xfrm>
              <a:off x="768" y="1776"/>
              <a:ext cx="0" cy="288"/>
            </a:xfrm>
            <a:prstGeom prst="straightConnector1">
              <a:avLst/>
            </a:prstGeom>
            <a:noFill/>
            <a:ln cap="flat" cmpd="sng" w="9525">
              <a:solidFill>
                <a:schemeClr val="dk1"/>
              </a:solidFill>
              <a:prstDash val="solid"/>
              <a:round/>
              <a:headEnd len="med" w="med" type="none"/>
              <a:tailEnd len="med" w="med" type="none"/>
            </a:ln>
          </p:spPr>
        </p:cxnSp>
        <p:cxnSp>
          <p:nvCxnSpPr>
            <p:cNvPr id="304" name="Google Shape;304;p10"/>
            <p:cNvCxnSpPr/>
            <p:nvPr/>
          </p:nvCxnSpPr>
          <p:spPr>
            <a:xfrm>
              <a:off x="1344" y="1440"/>
              <a:ext cx="0" cy="1152"/>
            </a:xfrm>
            <a:prstGeom prst="straightConnector1">
              <a:avLst/>
            </a:prstGeom>
            <a:noFill/>
            <a:ln cap="flat" cmpd="sng" w="9525">
              <a:solidFill>
                <a:schemeClr val="dk1"/>
              </a:solidFill>
              <a:prstDash val="solid"/>
              <a:round/>
              <a:headEnd len="med" w="med" type="none"/>
              <a:tailEnd len="med" w="med" type="none"/>
            </a:ln>
          </p:spPr>
        </p:cxnSp>
        <p:cxnSp>
          <p:nvCxnSpPr>
            <p:cNvPr id="305" name="Google Shape;305;p10"/>
            <p:cNvCxnSpPr/>
            <p:nvPr/>
          </p:nvCxnSpPr>
          <p:spPr>
            <a:xfrm>
              <a:off x="2400" y="1056"/>
              <a:ext cx="0" cy="1536"/>
            </a:xfrm>
            <a:prstGeom prst="straightConnector1">
              <a:avLst/>
            </a:prstGeom>
            <a:noFill/>
            <a:ln cap="flat" cmpd="sng" w="9525">
              <a:solidFill>
                <a:schemeClr val="dk1"/>
              </a:solidFill>
              <a:prstDash val="solid"/>
              <a:round/>
              <a:headEnd len="med" w="med" type="none"/>
              <a:tailEnd len="med" w="med" type="none"/>
            </a:ln>
          </p:spPr>
        </p:cxnSp>
        <p:cxnSp>
          <p:nvCxnSpPr>
            <p:cNvPr id="306" name="Google Shape;306;p10"/>
            <p:cNvCxnSpPr/>
            <p:nvPr/>
          </p:nvCxnSpPr>
          <p:spPr>
            <a:xfrm>
              <a:off x="1776" y="1776"/>
              <a:ext cx="0" cy="816"/>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10"/>
            <p:cNvCxnSpPr/>
            <p:nvPr/>
          </p:nvCxnSpPr>
          <p:spPr>
            <a:xfrm>
              <a:off x="3168" y="1440"/>
              <a:ext cx="0" cy="1104"/>
            </a:xfrm>
            <a:prstGeom prst="straightConnector1">
              <a:avLst/>
            </a:prstGeom>
            <a:noFill/>
            <a:ln cap="flat" cmpd="sng" w="9525">
              <a:solidFill>
                <a:schemeClr val="dk1"/>
              </a:solidFill>
              <a:prstDash val="solid"/>
              <a:round/>
              <a:headEnd len="med" w="med" type="none"/>
              <a:tailEnd len="med" w="med" type="none"/>
            </a:ln>
          </p:spPr>
        </p:cxnSp>
        <p:sp>
          <p:nvSpPr>
            <p:cNvPr id="308" name="Google Shape;308;p10"/>
            <p:cNvSpPr txBox="1"/>
            <p:nvPr/>
          </p:nvSpPr>
          <p:spPr>
            <a:xfrm>
              <a:off x="3089" y="2544"/>
              <a:ext cx="432"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4</a:t>
              </a:r>
              <a:endParaRPr/>
            </a:p>
          </p:txBody>
        </p:sp>
        <p:sp>
          <p:nvSpPr>
            <p:cNvPr id="309" name="Google Shape;309;p10"/>
            <p:cNvSpPr txBox="1"/>
            <p:nvPr/>
          </p:nvSpPr>
          <p:spPr>
            <a:xfrm>
              <a:off x="2304" y="2592"/>
              <a:ext cx="43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p:txBody>
        </p:sp>
        <p:sp>
          <p:nvSpPr>
            <p:cNvPr id="310" name="Google Shape;310;p10"/>
            <p:cNvSpPr txBox="1"/>
            <p:nvPr/>
          </p:nvSpPr>
          <p:spPr>
            <a:xfrm>
              <a:off x="1683" y="2592"/>
              <a:ext cx="432"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3</a:t>
              </a:r>
              <a:endParaRPr/>
            </a:p>
          </p:txBody>
        </p:sp>
        <p:sp>
          <p:nvSpPr>
            <p:cNvPr id="311" name="Google Shape;311;p10"/>
            <p:cNvSpPr txBox="1"/>
            <p:nvPr/>
          </p:nvSpPr>
          <p:spPr>
            <a:xfrm>
              <a:off x="1272" y="2592"/>
              <a:ext cx="432"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b="1" sz="1800">
                <a:solidFill>
                  <a:schemeClr val="dk1"/>
                </a:solidFill>
                <a:latin typeface="Times New Roman"/>
                <a:ea typeface="Times New Roman"/>
                <a:cs typeface="Times New Roman"/>
                <a:sym typeface="Times New Roman"/>
              </a:endParaRPr>
            </a:p>
          </p:txBody>
        </p:sp>
        <p:sp>
          <p:nvSpPr>
            <p:cNvPr id="312" name="Google Shape;312;p10"/>
            <p:cNvSpPr txBox="1"/>
            <p:nvPr/>
          </p:nvSpPr>
          <p:spPr>
            <a:xfrm>
              <a:off x="600" y="2095"/>
              <a:ext cx="432"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2</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1"/>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318" name="Google Shape;318;p11"/>
          <p:cNvSpPr txBox="1"/>
          <p:nvPr/>
        </p:nvSpPr>
        <p:spPr>
          <a:xfrm>
            <a:off x="994491" y="1464907"/>
            <a:ext cx="7556508" cy="3693319"/>
          </a:xfrm>
          <a:prstGeom prst="rect">
            <a:avLst/>
          </a:prstGeom>
          <a:noFill/>
          <a:ln>
            <a:noFill/>
          </a:ln>
        </p:spPr>
        <p:txBody>
          <a:bodyPr anchorCtr="0" anchor="t" bIns="45700" lIns="91425" spcFirstLastPara="1" rIns="91425" wrap="square" tIns="45700">
            <a:spAutoFit/>
          </a:bodyPr>
          <a:lstStyle/>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It starts at the root and recursively visits the children of  each node in left-to-right order.</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The semantic rules at a given node are evaluated once all descendants of that node have been visited.</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Noto Sans Symbols"/>
              <a:buChar char="⮚"/>
            </a:pPr>
            <a:r>
              <a:rPr lang="en-US" sz="1800">
                <a:solidFill>
                  <a:schemeClr val="dk1"/>
                </a:solidFill>
                <a:latin typeface="Calibri"/>
                <a:ea typeface="Calibri"/>
                <a:cs typeface="Calibri"/>
                <a:sym typeface="Calibri"/>
              </a:rPr>
              <a:t>A parse tree showing all the attribute values at each node is called annotated parse tree.</a:t>
            </a:r>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2"/>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324" name="Google Shape;324;p12"/>
          <p:cNvSpPr txBox="1"/>
          <p:nvPr/>
        </p:nvSpPr>
        <p:spPr>
          <a:xfrm>
            <a:off x="994491" y="1464907"/>
            <a:ext cx="7556508" cy="510909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Attribute Grammars: </a:t>
            </a:r>
            <a:r>
              <a:rPr lang="en-US" sz="1800">
                <a:solidFill>
                  <a:schemeClr val="dk1"/>
                </a:solidFill>
                <a:latin typeface="Calibri"/>
                <a:ea typeface="Calibri"/>
                <a:cs typeface="Calibri"/>
                <a:sym typeface="Calibri"/>
              </a:rPr>
              <a:t>Each grammar symbol has an associated set of attributes. An attribute</a:t>
            </a:r>
            <a:r>
              <a:rPr b="1"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can represent anything we choose: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value of an expression when literal constants are used</a:t>
            </a:r>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data type of a constant, variable, or expression</a:t>
            </a:r>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location (or offset) of a variable in memory</a:t>
            </a:r>
            <a:endParaRPr/>
          </a:p>
          <a:p>
            <a:pPr indent="0" lvl="1" marL="457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translated code of an expression, statement, or function</a:t>
            </a:r>
            <a:endParaRPr/>
          </a:p>
          <a:p>
            <a:pPr indent="-171450" lvl="1" marL="742950" marR="0" rtl="0" algn="l">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We distinguish between two kinds of attributes: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400050" lvl="1" marL="857250" marR="0" rtl="0" algn="l">
              <a:spcBef>
                <a:spcPts val="0"/>
              </a:spcBef>
              <a:spcAft>
                <a:spcPts val="0"/>
              </a:spcAft>
              <a:buClr>
                <a:schemeClr val="dk1"/>
              </a:buClr>
              <a:buSzPts val="1800"/>
              <a:buFont typeface="Corbel"/>
              <a:buAutoNum type="romanUcPeriod"/>
            </a:pPr>
            <a:r>
              <a:rPr b="0" i="0" lang="en-US" sz="1800" u="none" cap="none" strike="noStrike">
                <a:solidFill>
                  <a:schemeClr val="dk1"/>
                </a:solidFill>
                <a:latin typeface="Calibri"/>
                <a:ea typeface="Calibri"/>
                <a:cs typeface="Calibri"/>
                <a:sym typeface="Calibri"/>
              </a:rPr>
              <a:t>Synthesized Attributes.</a:t>
            </a:r>
            <a:endParaRPr/>
          </a:p>
          <a:p>
            <a:pPr indent="-400050" lvl="1" marL="857250" marR="0" rtl="0" algn="l">
              <a:spcBef>
                <a:spcPts val="0"/>
              </a:spcBef>
              <a:spcAft>
                <a:spcPts val="0"/>
              </a:spcAft>
              <a:buClr>
                <a:schemeClr val="dk1"/>
              </a:buClr>
              <a:buSzPts val="1800"/>
              <a:buFont typeface="Corbel"/>
              <a:buAutoNum type="romanUcPeriod"/>
            </a:pPr>
            <a:r>
              <a:rPr b="0" i="0" lang="en-US" sz="1800" u="none" cap="none" strike="noStrike">
                <a:solidFill>
                  <a:schemeClr val="dk1"/>
                </a:solidFill>
                <a:latin typeface="Calibri"/>
                <a:ea typeface="Calibri"/>
                <a:cs typeface="Calibri"/>
                <a:sym typeface="Calibri"/>
              </a:rPr>
              <a:t>Inherited Attributes.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3"/>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330" name="Google Shape;330;p13"/>
          <p:cNvSpPr txBox="1"/>
          <p:nvPr/>
        </p:nvSpPr>
        <p:spPr>
          <a:xfrm>
            <a:off x="994491" y="1464907"/>
            <a:ext cx="7556508" cy="48320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Synthesized Attributes: </a:t>
            </a:r>
            <a:r>
              <a:rPr lang="en-US" sz="1800">
                <a:solidFill>
                  <a:schemeClr val="dk1"/>
                </a:solidFill>
                <a:latin typeface="Calibri"/>
                <a:ea typeface="Calibri"/>
                <a:cs typeface="Calibri"/>
                <a:sym typeface="Calibri"/>
              </a:rPr>
              <a:t>An attribute is synthesized if the attribute value of parent is determined from attribute values of children in the parse tree.</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Example:</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grpSp>
        <p:nvGrpSpPr>
          <p:cNvPr id="331" name="Google Shape;331;p13"/>
          <p:cNvGrpSpPr/>
          <p:nvPr/>
        </p:nvGrpSpPr>
        <p:grpSpPr>
          <a:xfrm>
            <a:off x="1752600" y="3076136"/>
            <a:ext cx="6934200" cy="2606675"/>
            <a:chOff x="1152" y="1488"/>
            <a:chExt cx="3744" cy="1536"/>
          </a:xfrm>
        </p:grpSpPr>
        <p:sp>
          <p:nvSpPr>
            <p:cNvPr id="332" name="Google Shape;332;p13"/>
            <p:cNvSpPr txBox="1"/>
            <p:nvPr/>
          </p:nvSpPr>
          <p:spPr>
            <a:xfrm>
              <a:off x="1152" y="1536"/>
              <a:ext cx="3744" cy="14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Production                                    Semantic Rule</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expr.t := expr.t || term.t || ‘+’</a:t>
              </a:r>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expr.t := expr.t || term.t || ’-’</a:t>
              </a:r>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term                            expr.t := term.t</a:t>
              </a:r>
              <a:endParaRPr/>
            </a:p>
            <a:p>
              <a:pPr indent="0" lvl="0" marL="0" marR="0" rtl="0" algn="l">
                <a:lnSpc>
                  <a:spcPct val="6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0</a:t>
              </a:r>
              <a:r>
                <a:rPr b="1" i="1" lang="en-US" sz="1800">
                  <a:solidFill>
                    <a:schemeClr val="dk1"/>
                  </a:solidFill>
                  <a:latin typeface="Times New Roman"/>
                  <a:ea typeface="Times New Roman"/>
                  <a:cs typeface="Times New Roman"/>
                  <a:sym typeface="Times New Roman"/>
                </a:rPr>
                <a:t>                                 term.t := ‘</a:t>
              </a:r>
              <a:r>
                <a:rPr b="1" lang="en-US" sz="1800">
                  <a:solidFill>
                    <a:schemeClr val="dk1"/>
                  </a:solidFill>
                  <a:latin typeface="Times New Roman"/>
                  <a:ea typeface="Times New Roman"/>
                  <a:cs typeface="Times New Roman"/>
                  <a:sym typeface="Times New Roman"/>
                </a:rPr>
                <a:t>0</a:t>
              </a:r>
              <a:r>
                <a:rPr b="1" i="1" lang="en-US" sz="1800">
                  <a:solidFill>
                    <a:schemeClr val="dk1"/>
                  </a:solidFill>
                  <a:latin typeface="Times New Roman"/>
                  <a:ea typeface="Times New Roman"/>
                  <a:cs typeface="Times New Roman"/>
                  <a:sym typeface="Times New Roman"/>
                </a:rPr>
                <a:t>’</a:t>
              </a:r>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1 </a:t>
              </a:r>
              <a:r>
                <a:rPr b="1" i="1" lang="en-US" sz="1800">
                  <a:solidFill>
                    <a:schemeClr val="dk1"/>
                  </a:solidFill>
                  <a:latin typeface="Times New Roman"/>
                  <a:ea typeface="Times New Roman"/>
                  <a:cs typeface="Times New Roman"/>
                  <a:sym typeface="Times New Roman"/>
                </a:rPr>
                <a:t>                                term.t := ‘</a:t>
              </a:r>
              <a:r>
                <a:rPr b="1" lang="en-US" sz="1800">
                  <a:solidFill>
                    <a:schemeClr val="dk1"/>
                  </a:solidFill>
                  <a:latin typeface="Times New Roman"/>
                  <a:ea typeface="Times New Roman"/>
                  <a:cs typeface="Times New Roman"/>
                  <a:sym typeface="Times New Roman"/>
                </a:rPr>
                <a:t>1</a:t>
              </a:r>
              <a:r>
                <a:rPr b="1" i="1" lang="en-US" sz="1800">
                  <a:solidFill>
                    <a:schemeClr val="dk1"/>
                  </a:solidFill>
                  <a:latin typeface="Times New Roman"/>
                  <a:ea typeface="Times New Roman"/>
                  <a:cs typeface="Times New Roman"/>
                  <a:sym typeface="Times New Roman"/>
                </a:rPr>
                <a:t>’</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                                           ….</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9</a:t>
              </a:r>
              <a:r>
                <a:rPr b="1" i="1" lang="en-US" sz="1800">
                  <a:solidFill>
                    <a:schemeClr val="dk1"/>
                  </a:solidFill>
                  <a:latin typeface="Times New Roman"/>
                  <a:ea typeface="Times New Roman"/>
                  <a:cs typeface="Times New Roman"/>
                  <a:sym typeface="Times New Roman"/>
                </a:rPr>
                <a:t>                                 term.t := ‘</a:t>
              </a:r>
              <a:r>
                <a:rPr b="1" lang="en-US" sz="1800">
                  <a:solidFill>
                    <a:schemeClr val="dk1"/>
                  </a:solidFill>
                  <a:latin typeface="Times New Roman"/>
                  <a:ea typeface="Times New Roman"/>
                  <a:cs typeface="Times New Roman"/>
                  <a:sym typeface="Times New Roman"/>
                </a:rPr>
                <a:t>9</a:t>
              </a:r>
              <a:r>
                <a:rPr b="1" i="1" lang="en-US" sz="1800">
                  <a:solidFill>
                    <a:schemeClr val="dk1"/>
                  </a:solidFill>
                  <a:latin typeface="Times New Roman"/>
                  <a:ea typeface="Times New Roman"/>
                  <a:cs typeface="Times New Roman"/>
                  <a:sym typeface="Times New Roman"/>
                </a:rPr>
                <a:t>’</a:t>
              </a:r>
              <a:endParaRPr/>
            </a:p>
          </p:txBody>
        </p:sp>
        <p:cxnSp>
          <p:nvCxnSpPr>
            <p:cNvPr id="333" name="Google Shape;333;p13"/>
            <p:cNvCxnSpPr/>
            <p:nvPr/>
          </p:nvCxnSpPr>
          <p:spPr>
            <a:xfrm>
              <a:off x="1152" y="1536"/>
              <a:ext cx="3168" cy="0"/>
            </a:xfrm>
            <a:prstGeom prst="straightConnector1">
              <a:avLst/>
            </a:prstGeom>
            <a:noFill/>
            <a:ln cap="flat" cmpd="sng" w="9525">
              <a:solidFill>
                <a:schemeClr val="dk1"/>
              </a:solidFill>
              <a:prstDash val="solid"/>
              <a:round/>
              <a:headEnd len="med" w="med" type="none"/>
              <a:tailEnd len="med" w="med" type="none"/>
            </a:ln>
          </p:spPr>
        </p:cxnSp>
        <p:cxnSp>
          <p:nvCxnSpPr>
            <p:cNvPr id="334" name="Google Shape;334;p13"/>
            <p:cNvCxnSpPr/>
            <p:nvPr/>
          </p:nvCxnSpPr>
          <p:spPr>
            <a:xfrm>
              <a:off x="1152" y="1488"/>
              <a:ext cx="3168" cy="0"/>
            </a:xfrm>
            <a:prstGeom prst="straightConnector1">
              <a:avLst/>
            </a:prstGeom>
            <a:noFill/>
            <a:ln cap="flat" cmpd="sng" w="9525">
              <a:solidFill>
                <a:schemeClr val="dk1"/>
              </a:solidFill>
              <a:prstDash val="solid"/>
              <a:round/>
              <a:headEnd len="med" w="med" type="none"/>
              <a:tailEnd len="med" w="med" type="none"/>
            </a:ln>
          </p:spPr>
        </p:cxnSp>
        <p:cxnSp>
          <p:nvCxnSpPr>
            <p:cNvPr id="335" name="Google Shape;335;p13"/>
            <p:cNvCxnSpPr/>
            <p:nvPr/>
          </p:nvCxnSpPr>
          <p:spPr>
            <a:xfrm>
              <a:off x="1152" y="3024"/>
              <a:ext cx="3168" cy="0"/>
            </a:xfrm>
            <a:prstGeom prst="straightConnector1">
              <a:avLst/>
            </a:prstGeom>
            <a:noFill/>
            <a:ln cap="flat" cmpd="sng" w="9525">
              <a:solidFill>
                <a:schemeClr val="dk1"/>
              </a:solidFill>
              <a:prstDash val="solid"/>
              <a:round/>
              <a:headEnd len="med" w="med" type="none"/>
              <a:tailEnd len="med" w="med" type="none"/>
            </a:ln>
          </p:spPr>
        </p:cxnSp>
        <p:cxnSp>
          <p:nvCxnSpPr>
            <p:cNvPr id="336" name="Google Shape;336;p13"/>
            <p:cNvCxnSpPr/>
            <p:nvPr/>
          </p:nvCxnSpPr>
          <p:spPr>
            <a:xfrm>
              <a:off x="1152" y="1728"/>
              <a:ext cx="3168" cy="0"/>
            </a:xfrm>
            <a:prstGeom prst="straightConnector1">
              <a:avLst/>
            </a:prstGeom>
            <a:noFill/>
            <a:ln cap="flat" cmpd="sng" w="9525">
              <a:solidFill>
                <a:schemeClr val="dk1"/>
              </a:solidFill>
              <a:prstDash val="solid"/>
              <a:round/>
              <a:headEnd len="med" w="med" type="none"/>
              <a:tailEnd len="med" w="med" type="none"/>
            </a:ln>
          </p:spPr>
        </p:cxnSp>
        <p:cxnSp>
          <p:nvCxnSpPr>
            <p:cNvPr id="337" name="Google Shape;337;p13"/>
            <p:cNvCxnSpPr/>
            <p:nvPr/>
          </p:nvCxnSpPr>
          <p:spPr>
            <a:xfrm>
              <a:off x="2496" y="1536"/>
              <a:ext cx="0" cy="1488"/>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4"/>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343" name="Google Shape;343;p14"/>
          <p:cNvSpPr txBox="1"/>
          <p:nvPr/>
        </p:nvSpPr>
        <p:spPr>
          <a:xfrm>
            <a:off x="994491" y="1464907"/>
            <a:ext cx="7556508"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grpSp>
        <p:nvGrpSpPr>
          <p:cNvPr id="344" name="Google Shape;344;p14"/>
          <p:cNvGrpSpPr/>
          <p:nvPr/>
        </p:nvGrpSpPr>
        <p:grpSpPr>
          <a:xfrm>
            <a:off x="1765493" y="2012844"/>
            <a:ext cx="5181600" cy="3628301"/>
            <a:chOff x="576" y="768"/>
            <a:chExt cx="3264" cy="2074"/>
          </a:xfrm>
        </p:grpSpPr>
        <p:sp>
          <p:nvSpPr>
            <p:cNvPr id="345" name="Google Shape;345;p14"/>
            <p:cNvSpPr txBox="1"/>
            <p:nvPr/>
          </p:nvSpPr>
          <p:spPr>
            <a:xfrm>
              <a:off x="1152" y="1152"/>
              <a:ext cx="86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95-</a:t>
              </a:r>
              <a:endParaRPr b="1" i="1" sz="1800">
                <a:solidFill>
                  <a:schemeClr val="dk1"/>
                </a:solidFill>
                <a:latin typeface="Times New Roman"/>
                <a:ea typeface="Times New Roman"/>
                <a:cs typeface="Times New Roman"/>
                <a:sym typeface="Times New Roman"/>
              </a:endParaRPr>
            </a:p>
          </p:txBody>
        </p:sp>
        <p:sp>
          <p:nvSpPr>
            <p:cNvPr id="346" name="Google Shape;346;p14"/>
            <p:cNvSpPr txBox="1"/>
            <p:nvPr/>
          </p:nvSpPr>
          <p:spPr>
            <a:xfrm>
              <a:off x="576" y="1536"/>
              <a:ext cx="86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9</a:t>
              </a:r>
              <a:endParaRPr b="1" i="1" sz="1800">
                <a:solidFill>
                  <a:schemeClr val="dk1"/>
                </a:solidFill>
                <a:latin typeface="Times New Roman"/>
                <a:ea typeface="Times New Roman"/>
                <a:cs typeface="Times New Roman"/>
                <a:sym typeface="Times New Roman"/>
              </a:endParaRPr>
            </a:p>
          </p:txBody>
        </p:sp>
        <p:sp>
          <p:nvSpPr>
            <p:cNvPr id="347" name="Google Shape;347;p14"/>
            <p:cNvSpPr txBox="1"/>
            <p:nvPr/>
          </p:nvSpPr>
          <p:spPr>
            <a:xfrm>
              <a:off x="2208" y="768"/>
              <a:ext cx="1008"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expr.t =</a:t>
              </a:r>
              <a:r>
                <a:rPr b="1" lang="en-US" sz="1800">
                  <a:solidFill>
                    <a:srgbClr val="0066FF"/>
                  </a:solidFill>
                  <a:latin typeface="Times New Roman"/>
                  <a:ea typeface="Times New Roman"/>
                  <a:cs typeface="Times New Roman"/>
                  <a:sym typeface="Times New Roman"/>
                </a:rPr>
                <a:t>95-2+</a:t>
              </a:r>
              <a:endParaRPr b="1" i="1" sz="1800">
                <a:solidFill>
                  <a:schemeClr val="dk1"/>
                </a:solidFill>
                <a:latin typeface="Times New Roman"/>
                <a:ea typeface="Times New Roman"/>
                <a:cs typeface="Times New Roman"/>
                <a:sym typeface="Times New Roman"/>
              </a:endParaRPr>
            </a:p>
          </p:txBody>
        </p:sp>
        <p:sp>
          <p:nvSpPr>
            <p:cNvPr id="348" name="Google Shape;348;p14"/>
            <p:cNvSpPr txBox="1"/>
            <p:nvPr/>
          </p:nvSpPr>
          <p:spPr>
            <a:xfrm>
              <a:off x="1584" y="1536"/>
              <a:ext cx="86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5</a:t>
              </a:r>
              <a:endParaRPr b="1" i="1" sz="1800">
                <a:solidFill>
                  <a:schemeClr val="dk1"/>
                </a:solidFill>
                <a:latin typeface="Times New Roman"/>
                <a:ea typeface="Times New Roman"/>
                <a:cs typeface="Times New Roman"/>
                <a:sym typeface="Times New Roman"/>
              </a:endParaRPr>
            </a:p>
          </p:txBody>
        </p:sp>
        <p:sp>
          <p:nvSpPr>
            <p:cNvPr id="349" name="Google Shape;349;p14"/>
            <p:cNvSpPr txBox="1"/>
            <p:nvPr/>
          </p:nvSpPr>
          <p:spPr>
            <a:xfrm>
              <a:off x="2976" y="1152"/>
              <a:ext cx="86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2</a:t>
              </a:r>
              <a:endParaRPr b="1" i="1" sz="1800">
                <a:solidFill>
                  <a:schemeClr val="dk1"/>
                </a:solidFill>
                <a:latin typeface="Times New Roman"/>
                <a:ea typeface="Times New Roman"/>
                <a:cs typeface="Times New Roman"/>
                <a:sym typeface="Times New Roman"/>
              </a:endParaRPr>
            </a:p>
          </p:txBody>
        </p:sp>
        <p:sp>
          <p:nvSpPr>
            <p:cNvPr id="350" name="Google Shape;350;p14"/>
            <p:cNvSpPr txBox="1"/>
            <p:nvPr/>
          </p:nvSpPr>
          <p:spPr>
            <a:xfrm>
              <a:off x="576" y="2016"/>
              <a:ext cx="86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Times New Roman"/>
                  <a:ea typeface="Times New Roman"/>
                  <a:cs typeface="Times New Roman"/>
                  <a:sym typeface="Times New Roman"/>
                </a:rPr>
                <a:t>term.t =</a:t>
              </a:r>
              <a:r>
                <a:rPr b="1" lang="en-US" sz="1800">
                  <a:solidFill>
                    <a:srgbClr val="0066FF"/>
                  </a:solidFill>
                  <a:latin typeface="Times New Roman"/>
                  <a:ea typeface="Times New Roman"/>
                  <a:cs typeface="Times New Roman"/>
                  <a:sym typeface="Times New Roman"/>
                </a:rPr>
                <a:t>9</a:t>
              </a:r>
              <a:endParaRPr b="1" i="1" sz="1800">
                <a:solidFill>
                  <a:schemeClr val="dk1"/>
                </a:solidFill>
                <a:latin typeface="Times New Roman"/>
                <a:ea typeface="Times New Roman"/>
                <a:cs typeface="Times New Roman"/>
                <a:sym typeface="Times New Roman"/>
              </a:endParaRPr>
            </a:p>
          </p:txBody>
        </p:sp>
        <p:cxnSp>
          <p:nvCxnSpPr>
            <p:cNvPr id="351" name="Google Shape;351;p14"/>
            <p:cNvCxnSpPr/>
            <p:nvPr/>
          </p:nvCxnSpPr>
          <p:spPr>
            <a:xfrm>
              <a:off x="816" y="2304"/>
              <a:ext cx="0" cy="288"/>
            </a:xfrm>
            <a:prstGeom prst="straightConnector1">
              <a:avLst/>
            </a:prstGeom>
            <a:noFill/>
            <a:ln cap="flat" cmpd="sng" w="9525">
              <a:solidFill>
                <a:schemeClr val="dk1"/>
              </a:solidFill>
              <a:prstDash val="solid"/>
              <a:round/>
              <a:headEnd len="med" w="med" type="none"/>
              <a:tailEnd len="med" w="med" type="none"/>
            </a:ln>
          </p:spPr>
        </p:cxnSp>
        <p:cxnSp>
          <p:nvCxnSpPr>
            <p:cNvPr id="352" name="Google Shape;352;p14"/>
            <p:cNvCxnSpPr/>
            <p:nvPr/>
          </p:nvCxnSpPr>
          <p:spPr>
            <a:xfrm>
              <a:off x="2736" y="960"/>
              <a:ext cx="432" cy="240"/>
            </a:xfrm>
            <a:prstGeom prst="straightConnector1">
              <a:avLst/>
            </a:prstGeom>
            <a:noFill/>
            <a:ln cap="flat" cmpd="sng" w="9525">
              <a:solidFill>
                <a:schemeClr val="dk1"/>
              </a:solidFill>
              <a:prstDash val="solid"/>
              <a:round/>
              <a:headEnd len="med" w="med" type="none"/>
              <a:tailEnd len="med" w="med" type="none"/>
            </a:ln>
          </p:spPr>
        </p:cxnSp>
        <p:cxnSp>
          <p:nvCxnSpPr>
            <p:cNvPr id="353" name="Google Shape;353;p14"/>
            <p:cNvCxnSpPr/>
            <p:nvPr/>
          </p:nvCxnSpPr>
          <p:spPr>
            <a:xfrm>
              <a:off x="1536" y="1344"/>
              <a:ext cx="288" cy="192"/>
            </a:xfrm>
            <a:prstGeom prst="straightConnector1">
              <a:avLst/>
            </a:prstGeom>
            <a:noFill/>
            <a:ln cap="flat" cmpd="sng" w="9525">
              <a:solidFill>
                <a:schemeClr val="dk1"/>
              </a:solidFill>
              <a:prstDash val="solid"/>
              <a:round/>
              <a:headEnd len="med" w="med" type="none"/>
              <a:tailEnd len="med" w="med" type="none"/>
            </a:ln>
          </p:spPr>
        </p:cxnSp>
        <p:cxnSp>
          <p:nvCxnSpPr>
            <p:cNvPr id="354" name="Google Shape;354;p14"/>
            <p:cNvCxnSpPr/>
            <p:nvPr/>
          </p:nvCxnSpPr>
          <p:spPr>
            <a:xfrm flipH="1">
              <a:off x="1392" y="912"/>
              <a:ext cx="816" cy="288"/>
            </a:xfrm>
            <a:prstGeom prst="straightConnector1">
              <a:avLst/>
            </a:prstGeom>
            <a:noFill/>
            <a:ln cap="flat" cmpd="sng" w="9525">
              <a:solidFill>
                <a:schemeClr val="dk1"/>
              </a:solidFill>
              <a:prstDash val="solid"/>
              <a:round/>
              <a:headEnd len="med" w="med" type="none"/>
              <a:tailEnd len="med" w="med" type="none"/>
            </a:ln>
          </p:spPr>
        </p:cxnSp>
        <p:cxnSp>
          <p:nvCxnSpPr>
            <p:cNvPr id="355" name="Google Shape;355;p14"/>
            <p:cNvCxnSpPr/>
            <p:nvPr/>
          </p:nvCxnSpPr>
          <p:spPr>
            <a:xfrm flipH="1">
              <a:off x="816" y="1344"/>
              <a:ext cx="336" cy="192"/>
            </a:xfrm>
            <a:prstGeom prst="straightConnector1">
              <a:avLst/>
            </a:prstGeom>
            <a:noFill/>
            <a:ln cap="flat" cmpd="sng" w="9525">
              <a:solidFill>
                <a:schemeClr val="dk1"/>
              </a:solidFill>
              <a:prstDash val="solid"/>
              <a:round/>
              <a:headEnd len="med" w="med" type="none"/>
              <a:tailEnd len="med" w="med" type="none"/>
            </a:ln>
          </p:spPr>
        </p:cxnSp>
        <p:cxnSp>
          <p:nvCxnSpPr>
            <p:cNvPr id="356" name="Google Shape;356;p14"/>
            <p:cNvCxnSpPr/>
            <p:nvPr/>
          </p:nvCxnSpPr>
          <p:spPr>
            <a:xfrm>
              <a:off x="768" y="1776"/>
              <a:ext cx="0" cy="288"/>
            </a:xfrm>
            <a:prstGeom prst="straightConnector1">
              <a:avLst/>
            </a:prstGeom>
            <a:noFill/>
            <a:ln cap="flat" cmpd="sng" w="9525">
              <a:solidFill>
                <a:schemeClr val="dk1"/>
              </a:solidFill>
              <a:prstDash val="solid"/>
              <a:round/>
              <a:headEnd len="med" w="med" type="none"/>
              <a:tailEnd len="med" w="med" type="none"/>
            </a:ln>
          </p:spPr>
        </p:cxnSp>
        <p:cxnSp>
          <p:nvCxnSpPr>
            <p:cNvPr id="357" name="Google Shape;357;p14"/>
            <p:cNvCxnSpPr/>
            <p:nvPr/>
          </p:nvCxnSpPr>
          <p:spPr>
            <a:xfrm>
              <a:off x="1344" y="1440"/>
              <a:ext cx="0" cy="1152"/>
            </a:xfrm>
            <a:prstGeom prst="straightConnector1">
              <a:avLst/>
            </a:prstGeom>
            <a:noFill/>
            <a:ln cap="flat" cmpd="sng" w="9525">
              <a:solidFill>
                <a:schemeClr val="dk1"/>
              </a:solidFill>
              <a:prstDash val="solid"/>
              <a:round/>
              <a:headEnd len="med" w="med" type="none"/>
              <a:tailEnd len="med" w="med" type="none"/>
            </a:ln>
          </p:spPr>
        </p:cxnSp>
        <p:cxnSp>
          <p:nvCxnSpPr>
            <p:cNvPr id="358" name="Google Shape;358;p14"/>
            <p:cNvCxnSpPr/>
            <p:nvPr/>
          </p:nvCxnSpPr>
          <p:spPr>
            <a:xfrm>
              <a:off x="2400" y="1056"/>
              <a:ext cx="0" cy="1536"/>
            </a:xfrm>
            <a:prstGeom prst="straightConnector1">
              <a:avLst/>
            </a:prstGeom>
            <a:noFill/>
            <a:ln cap="flat" cmpd="sng" w="9525">
              <a:solidFill>
                <a:schemeClr val="dk1"/>
              </a:solidFill>
              <a:prstDash val="solid"/>
              <a:round/>
              <a:headEnd len="med" w="med" type="none"/>
              <a:tailEnd len="med" w="med" type="none"/>
            </a:ln>
          </p:spPr>
        </p:cxnSp>
        <p:cxnSp>
          <p:nvCxnSpPr>
            <p:cNvPr id="359" name="Google Shape;359;p14"/>
            <p:cNvCxnSpPr/>
            <p:nvPr/>
          </p:nvCxnSpPr>
          <p:spPr>
            <a:xfrm>
              <a:off x="1776" y="1776"/>
              <a:ext cx="0" cy="816"/>
            </a:xfrm>
            <a:prstGeom prst="straightConnector1">
              <a:avLst/>
            </a:prstGeom>
            <a:noFill/>
            <a:ln cap="flat" cmpd="sng" w="9525">
              <a:solidFill>
                <a:schemeClr val="dk1"/>
              </a:solidFill>
              <a:prstDash val="solid"/>
              <a:round/>
              <a:headEnd len="med" w="med" type="none"/>
              <a:tailEnd len="med" w="med" type="none"/>
            </a:ln>
          </p:spPr>
        </p:cxnSp>
        <p:cxnSp>
          <p:nvCxnSpPr>
            <p:cNvPr id="360" name="Google Shape;360;p14"/>
            <p:cNvCxnSpPr/>
            <p:nvPr/>
          </p:nvCxnSpPr>
          <p:spPr>
            <a:xfrm>
              <a:off x="3168" y="1440"/>
              <a:ext cx="0" cy="1104"/>
            </a:xfrm>
            <a:prstGeom prst="straightConnector1">
              <a:avLst/>
            </a:prstGeom>
            <a:noFill/>
            <a:ln cap="flat" cmpd="sng" w="9525">
              <a:solidFill>
                <a:schemeClr val="dk1"/>
              </a:solidFill>
              <a:prstDash val="solid"/>
              <a:round/>
              <a:headEnd len="med" w="med" type="none"/>
              <a:tailEnd len="med" w="med" type="none"/>
            </a:ln>
          </p:spPr>
        </p:cxnSp>
        <p:sp>
          <p:nvSpPr>
            <p:cNvPr id="361" name="Google Shape;361;p14"/>
            <p:cNvSpPr txBox="1"/>
            <p:nvPr/>
          </p:nvSpPr>
          <p:spPr>
            <a:xfrm>
              <a:off x="3089" y="2544"/>
              <a:ext cx="43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2</a:t>
              </a:r>
              <a:endParaRPr/>
            </a:p>
          </p:txBody>
        </p:sp>
        <p:sp>
          <p:nvSpPr>
            <p:cNvPr id="362" name="Google Shape;362;p14"/>
            <p:cNvSpPr txBox="1"/>
            <p:nvPr/>
          </p:nvSpPr>
          <p:spPr>
            <a:xfrm>
              <a:off x="2304" y="2592"/>
              <a:ext cx="43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p:txBody>
        </p:sp>
        <p:sp>
          <p:nvSpPr>
            <p:cNvPr id="363" name="Google Shape;363;p14"/>
            <p:cNvSpPr txBox="1"/>
            <p:nvPr/>
          </p:nvSpPr>
          <p:spPr>
            <a:xfrm>
              <a:off x="1683" y="2592"/>
              <a:ext cx="43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5</a:t>
              </a:r>
              <a:endParaRPr/>
            </a:p>
          </p:txBody>
        </p:sp>
        <p:sp>
          <p:nvSpPr>
            <p:cNvPr id="364" name="Google Shape;364;p14"/>
            <p:cNvSpPr txBox="1"/>
            <p:nvPr/>
          </p:nvSpPr>
          <p:spPr>
            <a:xfrm>
              <a:off x="1272" y="2592"/>
              <a:ext cx="43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a:t>
              </a:r>
              <a:endParaRPr/>
            </a:p>
          </p:txBody>
        </p:sp>
        <p:sp>
          <p:nvSpPr>
            <p:cNvPr id="365" name="Google Shape;365;p14"/>
            <p:cNvSpPr txBox="1"/>
            <p:nvPr/>
          </p:nvSpPr>
          <p:spPr>
            <a:xfrm>
              <a:off x="720" y="2592"/>
              <a:ext cx="43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9</a:t>
              </a:r>
              <a:endParaRPr/>
            </a:p>
          </p:txBody>
        </p:sp>
      </p:grpSp>
      <p:sp>
        <p:nvSpPr>
          <p:cNvPr id="366" name="Google Shape;366;p14"/>
          <p:cNvSpPr/>
          <p:nvPr/>
        </p:nvSpPr>
        <p:spPr>
          <a:xfrm>
            <a:off x="3198617" y="5846863"/>
            <a:ext cx="25779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Fig: Annotated Parse Tree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5"/>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Syntax Directed Definitions </a:t>
            </a:r>
            <a:endParaRPr/>
          </a:p>
        </p:txBody>
      </p:sp>
      <p:sp>
        <p:nvSpPr>
          <p:cNvPr id="372" name="Google Shape;372;p15"/>
          <p:cNvSpPr txBox="1"/>
          <p:nvPr/>
        </p:nvSpPr>
        <p:spPr>
          <a:xfrm>
            <a:off x="994491" y="1464907"/>
            <a:ext cx="7556508" cy="538609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Inherited Attributes: </a:t>
            </a:r>
            <a:r>
              <a:rPr lang="en-US" sz="1800">
                <a:solidFill>
                  <a:schemeClr val="dk1"/>
                </a:solidFill>
                <a:latin typeface="Calibri"/>
                <a:ea typeface="Calibri"/>
                <a:cs typeface="Calibri"/>
                <a:sym typeface="Calibri"/>
              </a:rPr>
              <a:t>An attribute is inherited if the attribute value of a parse-tree node is determined from attribute values of its parent and siblings.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Example:</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pic>
        <p:nvPicPr>
          <p:cNvPr id="373" name="Google Shape;373;p15"/>
          <p:cNvPicPr preferRelativeResize="0"/>
          <p:nvPr/>
        </p:nvPicPr>
        <p:blipFill rotWithShape="1">
          <a:blip r:embed="rId3">
            <a:alphaModFix/>
          </a:blip>
          <a:srcRect b="0" l="0" r="0" t="0"/>
          <a:stretch/>
        </p:blipFill>
        <p:spPr>
          <a:xfrm>
            <a:off x="1307049" y="3399916"/>
            <a:ext cx="3209925" cy="2562225"/>
          </a:xfrm>
          <a:prstGeom prst="rect">
            <a:avLst/>
          </a:prstGeom>
          <a:noFill/>
          <a:ln>
            <a:noFill/>
          </a:ln>
        </p:spPr>
      </p:pic>
      <p:pic>
        <p:nvPicPr>
          <p:cNvPr id="374" name="Google Shape;374;p15"/>
          <p:cNvPicPr preferRelativeResize="0"/>
          <p:nvPr/>
        </p:nvPicPr>
        <p:blipFill rotWithShape="1">
          <a:blip r:embed="rId4">
            <a:alphaModFix/>
          </a:blip>
          <a:srcRect b="0" l="0" r="0" t="0"/>
          <a:stretch/>
        </p:blipFill>
        <p:spPr>
          <a:xfrm>
            <a:off x="5633158" y="3352139"/>
            <a:ext cx="3209925" cy="2562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6"/>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rgbClr val="A5A5A5"/>
              </a:buClr>
              <a:buSzPts val="2160"/>
              <a:buFont typeface="Noto Sans Symbols"/>
              <a:buNone/>
            </a:pPr>
            <a:r>
              <a:rPr b="1" lang="en-US" sz="2400">
                <a:solidFill>
                  <a:srgbClr val="262626"/>
                </a:solidFill>
                <a:latin typeface="Calibri"/>
                <a:ea typeface="Calibri"/>
                <a:cs typeface="Calibri"/>
                <a:sym typeface="Calibri"/>
              </a:rPr>
              <a:t>Syntax Directed Translation Schemes</a:t>
            </a:r>
            <a:endParaRPr/>
          </a:p>
        </p:txBody>
      </p:sp>
      <p:sp>
        <p:nvSpPr>
          <p:cNvPr id="380" name="Google Shape;380;p16"/>
          <p:cNvSpPr txBox="1"/>
          <p:nvPr/>
        </p:nvSpPr>
        <p:spPr>
          <a:xfrm>
            <a:off x="994491" y="1464907"/>
            <a:ext cx="7556508" cy="624786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Syntax Directed Translation Schemes: </a:t>
            </a:r>
            <a:r>
              <a:rPr lang="en-US" sz="1800">
                <a:solidFill>
                  <a:schemeClr val="dk1"/>
                </a:solidFill>
                <a:latin typeface="Calibri"/>
                <a:ea typeface="Calibri"/>
                <a:cs typeface="Calibri"/>
                <a:sym typeface="Calibri"/>
              </a:rPr>
              <a:t>A translation scheme is a context free grammar in which</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285750" lvl="1" marL="74295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Attributes are associated with grammar symbols</a:t>
            </a:r>
            <a:endParaRPr/>
          </a:p>
          <a:p>
            <a:pPr indent="0" lvl="1" marL="45720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85750" lvl="1" marL="742950" marR="0" rtl="0" algn="just">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Semantic actions are enclosed between braces {} and are inserted within the right-hand side of productions.</a:t>
            </a:r>
            <a:endParaRPr/>
          </a:p>
          <a:p>
            <a:pPr indent="-171450" lvl="1" marL="742950" marR="0" rtl="0" algn="just">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171450" lvl="1" marL="742950" marR="0" rtl="0" algn="just">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1" lang="en-US" sz="20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just">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grpSp>
        <p:nvGrpSpPr>
          <p:cNvPr id="381" name="Google Shape;381;p16"/>
          <p:cNvGrpSpPr/>
          <p:nvPr/>
        </p:nvGrpSpPr>
        <p:grpSpPr>
          <a:xfrm>
            <a:off x="1752600" y="3695116"/>
            <a:ext cx="6934200" cy="2796745"/>
            <a:chOff x="1152" y="1488"/>
            <a:chExt cx="3744" cy="1648"/>
          </a:xfrm>
        </p:grpSpPr>
        <p:sp>
          <p:nvSpPr>
            <p:cNvPr id="382" name="Google Shape;382;p16"/>
            <p:cNvSpPr txBox="1"/>
            <p:nvPr/>
          </p:nvSpPr>
          <p:spPr>
            <a:xfrm>
              <a:off x="1152" y="1536"/>
              <a:ext cx="3744" cy="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Production                                    Semantic Action</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print</a:t>
              </a:r>
              <a:r>
                <a:rPr b="1" lang="en-US" sz="1800">
                  <a:solidFill>
                    <a:schemeClr val="dk1"/>
                  </a:solidFill>
                  <a:latin typeface="Times New Roman"/>
                  <a:ea typeface="Times New Roman"/>
                  <a:cs typeface="Times New Roman"/>
                  <a:sym typeface="Times New Roman"/>
                </a:rPr>
                <a:t>(‘+’)}</a:t>
              </a:r>
              <a:endParaRPr b="1" i="1" sz="1800">
                <a:solidFill>
                  <a:schemeClr val="dk1"/>
                </a:solidFill>
                <a:latin typeface="Times New Roman"/>
                <a:ea typeface="Times New Roman"/>
                <a:cs typeface="Times New Roman"/>
                <a:sym typeface="Times New Roman"/>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expr – 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print</a:t>
              </a:r>
              <a:r>
                <a:rPr b="1" lang="en-US" sz="1800">
                  <a:solidFill>
                    <a:schemeClr val="dk1"/>
                  </a:solidFill>
                  <a:latin typeface="Times New Roman"/>
                  <a:ea typeface="Times New Roman"/>
                  <a:cs typeface="Times New Roman"/>
                  <a:sym typeface="Times New Roman"/>
                </a:rPr>
                <a:t>(‘ - ’)}</a:t>
              </a:r>
              <a:endParaRPr b="1" i="1" sz="1800">
                <a:solidFill>
                  <a:schemeClr val="dk1"/>
                </a:solidFill>
                <a:latin typeface="Times New Roman"/>
                <a:ea typeface="Times New Roman"/>
                <a:cs typeface="Times New Roman"/>
                <a:sym typeface="Times New Roman"/>
              </a:endParaRPr>
            </a:p>
            <a:p>
              <a:pPr indent="0" lvl="0" marL="0" marR="0" rtl="0" algn="l">
                <a:lnSpc>
                  <a:spcPct val="70000"/>
                </a:lnSpc>
                <a:spcBef>
                  <a:spcPts val="900"/>
                </a:spcBef>
                <a:spcAft>
                  <a:spcPts val="0"/>
                </a:spcAft>
                <a:buNone/>
              </a:pPr>
              <a:r>
                <a:rPr b="1" i="1" lang="en-US" sz="1800">
                  <a:solidFill>
                    <a:schemeClr val="dk1"/>
                  </a:solidFill>
                  <a:latin typeface="Times New Roman"/>
                  <a:ea typeface="Times New Roman"/>
                  <a:cs typeface="Times New Roman"/>
                  <a:sym typeface="Times New Roman"/>
                </a:rPr>
                <a:t>expr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print</a:t>
              </a:r>
              <a:r>
                <a:rPr b="1" lang="en-US" sz="1800">
                  <a:solidFill>
                    <a:schemeClr val="dk1"/>
                  </a:solidFill>
                  <a:latin typeface="Times New Roman"/>
                  <a:ea typeface="Times New Roman"/>
                  <a:cs typeface="Times New Roman"/>
                  <a:sym typeface="Times New Roman"/>
                </a:rPr>
                <a:t>(      )}</a:t>
              </a:r>
              <a:endParaRPr b="1" i="1" sz="1800">
                <a:solidFill>
                  <a:schemeClr val="dk1"/>
                </a:solidFill>
                <a:latin typeface="Times New Roman"/>
                <a:ea typeface="Times New Roman"/>
                <a:cs typeface="Times New Roman"/>
                <a:sym typeface="Times New Roman"/>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0</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print</a:t>
              </a:r>
              <a:r>
                <a:rPr b="1" lang="en-US" sz="1800">
                  <a:solidFill>
                    <a:schemeClr val="dk1"/>
                  </a:solidFill>
                  <a:latin typeface="Times New Roman"/>
                  <a:ea typeface="Times New Roman"/>
                  <a:cs typeface="Times New Roman"/>
                  <a:sym typeface="Times New Roman"/>
                </a:rPr>
                <a:t>(‘0’)}</a:t>
              </a:r>
              <a:endParaRPr b="1" i="1" sz="1800">
                <a:solidFill>
                  <a:schemeClr val="dk1"/>
                </a:solidFill>
                <a:latin typeface="Times New Roman"/>
                <a:ea typeface="Times New Roman"/>
                <a:cs typeface="Times New Roman"/>
                <a:sym typeface="Times New Roman"/>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1 </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print</a:t>
              </a:r>
              <a:r>
                <a:rPr b="1" lang="en-US" sz="1800">
                  <a:solidFill>
                    <a:schemeClr val="dk1"/>
                  </a:solidFill>
                  <a:latin typeface="Times New Roman"/>
                  <a:ea typeface="Times New Roman"/>
                  <a:cs typeface="Times New Roman"/>
                  <a:sym typeface="Times New Roman"/>
                </a:rPr>
                <a:t>(‘1’)}</a:t>
              </a:r>
              <a:endParaRPr b="1" i="1" sz="1800">
                <a:solidFill>
                  <a:schemeClr val="dk1"/>
                </a:solidFill>
                <a:latin typeface="Times New Roman"/>
                <a:ea typeface="Times New Roman"/>
                <a:cs typeface="Times New Roman"/>
                <a:sym typeface="Times New Roman"/>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                                           ….</a:t>
              </a:r>
              <a:endParaRPr/>
            </a:p>
            <a:p>
              <a:pPr indent="0" lvl="0" marL="0" marR="0" rtl="0" algn="l">
                <a:lnSpc>
                  <a:spcPct val="50000"/>
                </a:lnSpc>
                <a:spcBef>
                  <a:spcPts val="900"/>
                </a:spcBef>
                <a:spcAft>
                  <a:spcPts val="0"/>
                </a:spcAft>
                <a:buNone/>
              </a:pPr>
              <a:r>
                <a:rPr b="1" i="1" lang="en-US" sz="1800">
                  <a:solidFill>
                    <a:schemeClr val="dk1"/>
                  </a:solidFill>
                  <a:latin typeface="Times New Roman"/>
                  <a:ea typeface="Times New Roman"/>
                  <a:cs typeface="Times New Roman"/>
                  <a:sym typeface="Times New Roman"/>
                </a:rPr>
                <a:t>term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9</a:t>
              </a:r>
              <a:r>
                <a:rPr b="1" i="1"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a:t>
              </a:r>
              <a:r>
                <a:rPr b="1" i="1" lang="en-US" sz="1800">
                  <a:solidFill>
                    <a:schemeClr val="dk1"/>
                  </a:solidFill>
                  <a:latin typeface="Times New Roman"/>
                  <a:ea typeface="Times New Roman"/>
                  <a:cs typeface="Times New Roman"/>
                  <a:sym typeface="Times New Roman"/>
                </a:rPr>
                <a:t>print</a:t>
              </a:r>
              <a:r>
                <a:rPr b="1" lang="en-US" sz="1800">
                  <a:solidFill>
                    <a:schemeClr val="dk1"/>
                  </a:solidFill>
                  <a:latin typeface="Times New Roman"/>
                  <a:ea typeface="Times New Roman"/>
                  <a:cs typeface="Times New Roman"/>
                  <a:sym typeface="Times New Roman"/>
                </a:rPr>
                <a:t>(‘9’)}</a:t>
              </a:r>
              <a:endParaRPr b="1" i="1" sz="1800">
                <a:solidFill>
                  <a:schemeClr val="dk1"/>
                </a:solidFill>
                <a:latin typeface="Times New Roman"/>
                <a:ea typeface="Times New Roman"/>
                <a:cs typeface="Times New Roman"/>
                <a:sym typeface="Times New Roman"/>
              </a:endParaRPr>
            </a:p>
            <a:p>
              <a:pPr indent="0" lvl="0" marL="0" marR="0" rtl="0" algn="l">
                <a:lnSpc>
                  <a:spcPct val="50000"/>
                </a:lnSpc>
                <a:spcBef>
                  <a:spcPts val="900"/>
                </a:spcBef>
                <a:spcAft>
                  <a:spcPts val="0"/>
                </a:spcAft>
                <a:buNone/>
              </a:pPr>
              <a:r>
                <a:t/>
              </a:r>
              <a:endParaRPr b="1" i="1" sz="1800">
                <a:solidFill>
                  <a:schemeClr val="dk1"/>
                </a:solidFill>
                <a:latin typeface="Times New Roman"/>
                <a:ea typeface="Times New Roman"/>
                <a:cs typeface="Times New Roman"/>
                <a:sym typeface="Times New Roman"/>
              </a:endParaRPr>
            </a:p>
          </p:txBody>
        </p:sp>
        <p:cxnSp>
          <p:nvCxnSpPr>
            <p:cNvPr id="383" name="Google Shape;383;p16"/>
            <p:cNvCxnSpPr/>
            <p:nvPr/>
          </p:nvCxnSpPr>
          <p:spPr>
            <a:xfrm>
              <a:off x="1152" y="1536"/>
              <a:ext cx="3168" cy="0"/>
            </a:xfrm>
            <a:prstGeom prst="straightConnector1">
              <a:avLst/>
            </a:prstGeom>
            <a:noFill/>
            <a:ln cap="flat" cmpd="sng" w="9525">
              <a:solidFill>
                <a:schemeClr val="dk1"/>
              </a:solidFill>
              <a:prstDash val="solid"/>
              <a:round/>
              <a:headEnd len="med" w="med" type="none"/>
              <a:tailEnd len="med" w="med" type="none"/>
            </a:ln>
          </p:spPr>
        </p:cxnSp>
        <p:cxnSp>
          <p:nvCxnSpPr>
            <p:cNvPr id="384" name="Google Shape;384;p16"/>
            <p:cNvCxnSpPr/>
            <p:nvPr/>
          </p:nvCxnSpPr>
          <p:spPr>
            <a:xfrm>
              <a:off x="1152" y="1488"/>
              <a:ext cx="3168" cy="0"/>
            </a:xfrm>
            <a:prstGeom prst="straightConnector1">
              <a:avLst/>
            </a:prstGeom>
            <a:noFill/>
            <a:ln cap="flat" cmpd="sng" w="9525">
              <a:solidFill>
                <a:schemeClr val="dk1"/>
              </a:solidFill>
              <a:prstDash val="solid"/>
              <a:round/>
              <a:headEnd len="med" w="med" type="none"/>
              <a:tailEnd len="med" w="med" type="none"/>
            </a:ln>
          </p:spPr>
        </p:cxnSp>
        <p:cxnSp>
          <p:nvCxnSpPr>
            <p:cNvPr id="385" name="Google Shape;385;p16"/>
            <p:cNvCxnSpPr/>
            <p:nvPr/>
          </p:nvCxnSpPr>
          <p:spPr>
            <a:xfrm>
              <a:off x="1152" y="3024"/>
              <a:ext cx="3168" cy="0"/>
            </a:xfrm>
            <a:prstGeom prst="straightConnector1">
              <a:avLst/>
            </a:prstGeom>
            <a:noFill/>
            <a:ln cap="flat" cmpd="sng" w="9525">
              <a:solidFill>
                <a:schemeClr val="dk1"/>
              </a:solidFill>
              <a:prstDash val="solid"/>
              <a:round/>
              <a:headEnd len="med" w="med" type="none"/>
              <a:tailEnd len="med" w="med" type="none"/>
            </a:ln>
          </p:spPr>
        </p:cxnSp>
        <p:cxnSp>
          <p:nvCxnSpPr>
            <p:cNvPr id="386" name="Google Shape;386;p16"/>
            <p:cNvCxnSpPr/>
            <p:nvPr/>
          </p:nvCxnSpPr>
          <p:spPr>
            <a:xfrm>
              <a:off x="1152" y="1728"/>
              <a:ext cx="3168"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7"/>
          <p:cNvSpPr txBox="1"/>
          <p:nvPr/>
        </p:nvSpPr>
        <p:spPr>
          <a:xfrm>
            <a:off x="335494" y="731162"/>
            <a:ext cx="6543608" cy="493414"/>
          </a:xfrm>
          <a:prstGeom prst="rect">
            <a:avLst/>
          </a:prstGeom>
          <a:noFill/>
          <a:ln>
            <a:noFill/>
          </a:ln>
        </p:spPr>
        <p:txBody>
          <a:bodyPr anchorCtr="0" anchor="t" bIns="45700" lIns="91425" spcFirstLastPara="1" rIns="91425" wrap="square" tIns="45700">
            <a:normAutofit/>
          </a:bodyPr>
          <a:lstStyle/>
          <a:p>
            <a:pPr indent="0" lvl="0" marL="0" marR="0" rtl="0" algn="just">
              <a:spcBef>
                <a:spcPts val="0"/>
              </a:spcBef>
              <a:spcAft>
                <a:spcPts val="0"/>
              </a:spcAft>
              <a:buClr>
                <a:srgbClr val="A5A5A5"/>
              </a:buClr>
              <a:buSzPts val="2160"/>
              <a:buFont typeface="Noto Sans Symbols"/>
              <a:buNone/>
            </a:pPr>
            <a:r>
              <a:rPr b="1" lang="en-US" sz="2400">
                <a:solidFill>
                  <a:srgbClr val="262626"/>
                </a:solidFill>
                <a:latin typeface="Calibri"/>
                <a:ea typeface="Calibri"/>
                <a:cs typeface="Calibri"/>
                <a:sym typeface="Calibri"/>
              </a:rPr>
              <a:t>Syntax Directed Translation Schemes</a:t>
            </a:r>
            <a:endParaRPr/>
          </a:p>
        </p:txBody>
      </p:sp>
      <p:sp>
        <p:nvSpPr>
          <p:cNvPr id="392" name="Google Shape;392;p17"/>
          <p:cNvSpPr txBox="1"/>
          <p:nvPr/>
        </p:nvSpPr>
        <p:spPr>
          <a:xfrm>
            <a:off x="910085" y="1647789"/>
            <a:ext cx="7556508" cy="4555093"/>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171450" lvl="1" marL="742950" marR="0" rtl="0" algn="ctr">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171450" lvl="1" marL="742950" marR="0" rtl="0" algn="ctr">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lang="en-US" sz="20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ctr">
              <a:spcBef>
                <a:spcPts val="0"/>
              </a:spcBef>
              <a:spcAft>
                <a:spcPts val="0"/>
              </a:spcAft>
              <a:buClr>
                <a:schemeClr val="dk1"/>
              </a:buClr>
              <a:buSzPts val="1800"/>
              <a:buFont typeface="Noto Sans Symbols"/>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grpSp>
        <p:nvGrpSpPr>
          <p:cNvPr id="393" name="Google Shape;393;p17"/>
          <p:cNvGrpSpPr/>
          <p:nvPr/>
        </p:nvGrpSpPr>
        <p:grpSpPr>
          <a:xfrm>
            <a:off x="645938" y="3092554"/>
            <a:ext cx="6701709" cy="3206469"/>
            <a:chOff x="288" y="3936"/>
            <a:chExt cx="3312" cy="1645"/>
          </a:xfrm>
        </p:grpSpPr>
        <p:sp>
          <p:nvSpPr>
            <p:cNvPr id="394" name="Google Shape;394;p17"/>
            <p:cNvSpPr txBox="1"/>
            <p:nvPr/>
          </p:nvSpPr>
          <p:spPr>
            <a:xfrm>
              <a:off x="432" y="5136"/>
              <a:ext cx="624"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dk1"/>
                  </a:solidFill>
                  <a:latin typeface="Times New Roman"/>
                  <a:ea typeface="Times New Roman"/>
                  <a:cs typeface="Times New Roman"/>
                  <a:sym typeface="Times New Roman"/>
                </a:rPr>
                <a:t>term</a:t>
              </a:r>
              <a:endParaRPr/>
            </a:p>
          </p:txBody>
        </p:sp>
        <p:sp>
          <p:nvSpPr>
            <p:cNvPr id="395" name="Google Shape;395;p17"/>
            <p:cNvSpPr txBox="1"/>
            <p:nvPr/>
          </p:nvSpPr>
          <p:spPr>
            <a:xfrm>
              <a:off x="2592" y="4320"/>
              <a:ext cx="624"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dk1"/>
                  </a:solidFill>
                  <a:latin typeface="Times New Roman"/>
                  <a:ea typeface="Times New Roman"/>
                  <a:cs typeface="Times New Roman"/>
                  <a:sym typeface="Times New Roman"/>
                </a:rPr>
                <a:t>term</a:t>
              </a:r>
              <a:endParaRPr/>
            </a:p>
          </p:txBody>
        </p:sp>
        <p:sp>
          <p:nvSpPr>
            <p:cNvPr id="396" name="Google Shape;396;p17"/>
            <p:cNvSpPr txBox="1"/>
            <p:nvPr/>
          </p:nvSpPr>
          <p:spPr>
            <a:xfrm>
              <a:off x="1488" y="4800"/>
              <a:ext cx="624"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dk1"/>
                  </a:solidFill>
                  <a:latin typeface="Times New Roman"/>
                  <a:ea typeface="Times New Roman"/>
                  <a:cs typeface="Times New Roman"/>
                  <a:sym typeface="Times New Roman"/>
                </a:rPr>
                <a:t>term</a:t>
              </a:r>
              <a:endParaRPr/>
            </a:p>
          </p:txBody>
        </p:sp>
        <p:sp>
          <p:nvSpPr>
            <p:cNvPr id="397" name="Google Shape;397;p17"/>
            <p:cNvSpPr txBox="1"/>
            <p:nvPr/>
          </p:nvSpPr>
          <p:spPr>
            <a:xfrm>
              <a:off x="432" y="4800"/>
              <a:ext cx="624"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dk1"/>
                  </a:solidFill>
                  <a:latin typeface="Times New Roman"/>
                  <a:ea typeface="Times New Roman"/>
                  <a:cs typeface="Times New Roman"/>
                  <a:sym typeface="Times New Roman"/>
                </a:rPr>
                <a:t>expr</a:t>
              </a:r>
              <a:endParaRPr/>
            </a:p>
          </p:txBody>
        </p:sp>
        <p:sp>
          <p:nvSpPr>
            <p:cNvPr id="398" name="Google Shape;398;p17"/>
            <p:cNvSpPr txBox="1"/>
            <p:nvPr/>
          </p:nvSpPr>
          <p:spPr>
            <a:xfrm>
              <a:off x="1152" y="4320"/>
              <a:ext cx="624"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dk1"/>
                  </a:solidFill>
                  <a:latin typeface="Times New Roman"/>
                  <a:ea typeface="Times New Roman"/>
                  <a:cs typeface="Times New Roman"/>
                  <a:sym typeface="Times New Roman"/>
                </a:rPr>
                <a:t>expr</a:t>
              </a:r>
              <a:endParaRPr/>
            </a:p>
          </p:txBody>
        </p:sp>
        <p:sp>
          <p:nvSpPr>
            <p:cNvPr id="399" name="Google Shape;399;p17"/>
            <p:cNvSpPr txBox="1"/>
            <p:nvPr/>
          </p:nvSpPr>
          <p:spPr>
            <a:xfrm>
              <a:off x="2016" y="3936"/>
              <a:ext cx="624"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dk1"/>
                  </a:solidFill>
                  <a:latin typeface="Times New Roman"/>
                  <a:ea typeface="Times New Roman"/>
                  <a:cs typeface="Times New Roman"/>
                  <a:sym typeface="Times New Roman"/>
                </a:rPr>
                <a:t>expr</a:t>
              </a:r>
              <a:endParaRPr/>
            </a:p>
          </p:txBody>
        </p:sp>
        <p:sp>
          <p:nvSpPr>
            <p:cNvPr id="400" name="Google Shape;400;p17"/>
            <p:cNvSpPr txBox="1"/>
            <p:nvPr/>
          </p:nvSpPr>
          <p:spPr>
            <a:xfrm>
              <a:off x="288" y="5376"/>
              <a:ext cx="288"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9</a:t>
              </a:r>
              <a:endParaRPr/>
            </a:p>
          </p:txBody>
        </p:sp>
        <p:sp>
          <p:nvSpPr>
            <p:cNvPr id="401" name="Google Shape;401;p17"/>
            <p:cNvSpPr txBox="1"/>
            <p:nvPr/>
          </p:nvSpPr>
          <p:spPr>
            <a:xfrm>
              <a:off x="1392" y="5040"/>
              <a:ext cx="288"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5</a:t>
              </a:r>
              <a:endParaRPr/>
            </a:p>
          </p:txBody>
        </p:sp>
        <p:sp>
          <p:nvSpPr>
            <p:cNvPr id="402" name="Google Shape;402;p17"/>
            <p:cNvSpPr txBox="1"/>
            <p:nvPr/>
          </p:nvSpPr>
          <p:spPr>
            <a:xfrm>
              <a:off x="2496" y="4560"/>
              <a:ext cx="288"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2</a:t>
              </a:r>
              <a:endParaRPr/>
            </a:p>
          </p:txBody>
        </p:sp>
        <p:sp>
          <p:nvSpPr>
            <p:cNvPr id="403" name="Google Shape;403;p17"/>
            <p:cNvSpPr txBox="1"/>
            <p:nvPr/>
          </p:nvSpPr>
          <p:spPr>
            <a:xfrm>
              <a:off x="1056" y="4608"/>
              <a:ext cx="288"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endParaRPr/>
            </a:p>
          </p:txBody>
        </p:sp>
        <p:sp>
          <p:nvSpPr>
            <p:cNvPr id="404" name="Google Shape;404;p17"/>
            <p:cNvSpPr txBox="1"/>
            <p:nvPr/>
          </p:nvSpPr>
          <p:spPr>
            <a:xfrm>
              <a:off x="1872" y="4224"/>
              <a:ext cx="288"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endParaRPr/>
            </a:p>
          </p:txBody>
        </p:sp>
        <p:sp>
          <p:nvSpPr>
            <p:cNvPr id="405" name="Google Shape;405;p17"/>
            <p:cNvSpPr txBox="1"/>
            <p:nvPr/>
          </p:nvSpPr>
          <p:spPr>
            <a:xfrm>
              <a:off x="1536" y="4560"/>
              <a:ext cx="768"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r>
                <a:rPr b="1" i="1" lang="en-US" sz="2000">
                  <a:solidFill>
                    <a:schemeClr val="dk1"/>
                  </a:solidFill>
                  <a:latin typeface="Times New Roman"/>
                  <a:ea typeface="Times New Roman"/>
                  <a:cs typeface="Times New Roman"/>
                  <a:sym typeface="Times New Roman"/>
                </a:rPr>
                <a:t>print</a:t>
              </a:r>
              <a:r>
                <a:rPr b="1" lang="en-US" sz="2000">
                  <a:solidFill>
                    <a:schemeClr val="dk1"/>
                  </a:solidFill>
                  <a:latin typeface="Times New Roman"/>
                  <a:ea typeface="Times New Roman"/>
                  <a:cs typeface="Times New Roman"/>
                  <a:sym typeface="Times New Roman"/>
                </a:rPr>
                <a:t>(‘-’)}</a:t>
              </a:r>
              <a:endParaRPr/>
            </a:p>
          </p:txBody>
        </p:sp>
        <p:sp>
          <p:nvSpPr>
            <p:cNvPr id="406" name="Google Shape;406;p17"/>
            <p:cNvSpPr txBox="1"/>
            <p:nvPr/>
          </p:nvSpPr>
          <p:spPr>
            <a:xfrm>
              <a:off x="625" y="5376"/>
              <a:ext cx="767"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r>
                <a:rPr b="1" i="1" lang="en-US" sz="2000">
                  <a:solidFill>
                    <a:schemeClr val="dk1"/>
                  </a:solidFill>
                  <a:latin typeface="Times New Roman"/>
                  <a:ea typeface="Times New Roman"/>
                  <a:cs typeface="Times New Roman"/>
                  <a:sym typeface="Times New Roman"/>
                </a:rPr>
                <a:t>print</a:t>
              </a:r>
              <a:r>
                <a:rPr b="1" lang="en-US" sz="2000">
                  <a:solidFill>
                    <a:schemeClr val="dk1"/>
                  </a:solidFill>
                  <a:latin typeface="Times New Roman"/>
                  <a:ea typeface="Times New Roman"/>
                  <a:cs typeface="Times New Roman"/>
                  <a:sym typeface="Times New Roman"/>
                </a:rPr>
                <a:t>(‘9’)}</a:t>
              </a:r>
              <a:endParaRPr/>
            </a:p>
          </p:txBody>
        </p:sp>
        <p:sp>
          <p:nvSpPr>
            <p:cNvPr id="407" name="Google Shape;407;p17"/>
            <p:cNvSpPr txBox="1"/>
            <p:nvPr/>
          </p:nvSpPr>
          <p:spPr>
            <a:xfrm>
              <a:off x="1729" y="5040"/>
              <a:ext cx="767"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r>
                <a:rPr b="1" i="1" lang="en-US" sz="2000">
                  <a:solidFill>
                    <a:schemeClr val="dk1"/>
                  </a:solidFill>
                  <a:latin typeface="Times New Roman"/>
                  <a:ea typeface="Times New Roman"/>
                  <a:cs typeface="Times New Roman"/>
                  <a:sym typeface="Times New Roman"/>
                </a:rPr>
                <a:t>print</a:t>
              </a:r>
              <a:r>
                <a:rPr b="1" lang="en-US" sz="2000">
                  <a:solidFill>
                    <a:schemeClr val="dk1"/>
                  </a:solidFill>
                  <a:latin typeface="Times New Roman"/>
                  <a:ea typeface="Times New Roman"/>
                  <a:cs typeface="Times New Roman"/>
                  <a:sym typeface="Times New Roman"/>
                </a:rPr>
                <a:t>(‘5’)}</a:t>
              </a:r>
              <a:endParaRPr/>
            </a:p>
          </p:txBody>
        </p:sp>
        <p:sp>
          <p:nvSpPr>
            <p:cNvPr id="408" name="Google Shape;408;p17"/>
            <p:cNvSpPr txBox="1"/>
            <p:nvPr/>
          </p:nvSpPr>
          <p:spPr>
            <a:xfrm>
              <a:off x="2833" y="4560"/>
              <a:ext cx="767"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r>
                <a:rPr b="1" i="1" lang="en-US" sz="2000">
                  <a:solidFill>
                    <a:schemeClr val="dk1"/>
                  </a:solidFill>
                  <a:latin typeface="Times New Roman"/>
                  <a:ea typeface="Times New Roman"/>
                  <a:cs typeface="Times New Roman"/>
                  <a:sym typeface="Times New Roman"/>
                </a:rPr>
                <a:t>print</a:t>
              </a:r>
              <a:r>
                <a:rPr b="1" lang="en-US" sz="2000">
                  <a:solidFill>
                    <a:schemeClr val="dk1"/>
                  </a:solidFill>
                  <a:latin typeface="Times New Roman"/>
                  <a:ea typeface="Times New Roman"/>
                  <a:cs typeface="Times New Roman"/>
                  <a:sym typeface="Times New Roman"/>
                </a:rPr>
                <a:t>(‘2’)}</a:t>
              </a:r>
              <a:endParaRPr/>
            </a:p>
          </p:txBody>
        </p:sp>
        <p:sp>
          <p:nvSpPr>
            <p:cNvPr id="409" name="Google Shape;409;p17"/>
            <p:cNvSpPr txBox="1"/>
            <p:nvPr/>
          </p:nvSpPr>
          <p:spPr>
            <a:xfrm>
              <a:off x="2496" y="4032"/>
              <a:ext cx="767" cy="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a:t>
              </a:r>
              <a:r>
                <a:rPr b="1" i="1" lang="en-US" sz="2000">
                  <a:solidFill>
                    <a:schemeClr val="dk1"/>
                  </a:solidFill>
                  <a:latin typeface="Times New Roman"/>
                  <a:ea typeface="Times New Roman"/>
                  <a:cs typeface="Times New Roman"/>
                  <a:sym typeface="Times New Roman"/>
                </a:rPr>
                <a:t>print</a:t>
              </a:r>
              <a:r>
                <a:rPr b="1" lang="en-US" sz="2000">
                  <a:solidFill>
                    <a:schemeClr val="dk1"/>
                  </a:solidFill>
                  <a:latin typeface="Times New Roman"/>
                  <a:ea typeface="Times New Roman"/>
                  <a:cs typeface="Times New Roman"/>
                  <a:sym typeface="Times New Roman"/>
                </a:rPr>
                <a:t>(‘+’)}</a:t>
              </a:r>
              <a:endParaRPr/>
            </a:p>
          </p:txBody>
        </p:sp>
        <p:cxnSp>
          <p:nvCxnSpPr>
            <p:cNvPr id="410" name="Google Shape;410;p17"/>
            <p:cNvCxnSpPr/>
            <p:nvPr/>
          </p:nvCxnSpPr>
          <p:spPr>
            <a:xfrm flipH="1">
              <a:off x="384" y="5328"/>
              <a:ext cx="144" cy="96"/>
            </a:xfrm>
            <a:prstGeom prst="straightConnector1">
              <a:avLst/>
            </a:prstGeom>
            <a:noFill/>
            <a:ln cap="flat" cmpd="sng" w="9525">
              <a:solidFill>
                <a:schemeClr val="dk1"/>
              </a:solidFill>
              <a:prstDash val="solid"/>
              <a:round/>
              <a:headEnd len="med" w="med" type="none"/>
              <a:tailEnd len="med" w="med" type="none"/>
            </a:ln>
          </p:spPr>
        </p:cxnSp>
        <p:cxnSp>
          <p:nvCxnSpPr>
            <p:cNvPr id="411" name="Google Shape;411;p17"/>
            <p:cNvCxnSpPr/>
            <p:nvPr/>
          </p:nvCxnSpPr>
          <p:spPr>
            <a:xfrm flipH="1">
              <a:off x="1152" y="4512"/>
              <a:ext cx="144" cy="144"/>
            </a:xfrm>
            <a:prstGeom prst="straightConnector1">
              <a:avLst/>
            </a:prstGeom>
            <a:noFill/>
            <a:ln cap="flat" cmpd="sng" w="9525">
              <a:solidFill>
                <a:schemeClr val="dk1"/>
              </a:solidFill>
              <a:prstDash val="solid"/>
              <a:round/>
              <a:headEnd len="med" w="med" type="none"/>
              <a:tailEnd len="med" w="med" type="none"/>
            </a:ln>
          </p:spPr>
        </p:cxnSp>
        <p:cxnSp>
          <p:nvCxnSpPr>
            <p:cNvPr id="412" name="Google Shape;412;p17"/>
            <p:cNvCxnSpPr/>
            <p:nvPr/>
          </p:nvCxnSpPr>
          <p:spPr>
            <a:xfrm>
              <a:off x="576" y="4992"/>
              <a:ext cx="0" cy="192"/>
            </a:xfrm>
            <a:prstGeom prst="straightConnector1">
              <a:avLst/>
            </a:prstGeom>
            <a:noFill/>
            <a:ln cap="flat" cmpd="sng" w="9525">
              <a:solidFill>
                <a:schemeClr val="dk1"/>
              </a:solidFill>
              <a:prstDash val="solid"/>
              <a:round/>
              <a:headEnd len="med" w="med" type="none"/>
              <a:tailEnd len="med" w="med" type="none"/>
            </a:ln>
          </p:spPr>
        </p:cxnSp>
        <p:cxnSp>
          <p:nvCxnSpPr>
            <p:cNvPr id="413" name="Google Shape;413;p17"/>
            <p:cNvCxnSpPr/>
            <p:nvPr/>
          </p:nvCxnSpPr>
          <p:spPr>
            <a:xfrm flipH="1">
              <a:off x="624" y="4512"/>
              <a:ext cx="576" cy="336"/>
            </a:xfrm>
            <a:prstGeom prst="straightConnector1">
              <a:avLst/>
            </a:prstGeom>
            <a:noFill/>
            <a:ln cap="flat" cmpd="sng" w="9525">
              <a:solidFill>
                <a:schemeClr val="dk1"/>
              </a:solidFill>
              <a:prstDash val="solid"/>
              <a:round/>
              <a:headEnd len="med" w="med" type="none"/>
              <a:tailEnd len="med" w="med" type="none"/>
            </a:ln>
          </p:spPr>
        </p:cxnSp>
        <p:cxnSp>
          <p:nvCxnSpPr>
            <p:cNvPr id="414" name="Google Shape;414;p17"/>
            <p:cNvCxnSpPr/>
            <p:nvPr/>
          </p:nvCxnSpPr>
          <p:spPr>
            <a:xfrm>
              <a:off x="1344" y="4512"/>
              <a:ext cx="192" cy="336"/>
            </a:xfrm>
            <a:prstGeom prst="straightConnector1">
              <a:avLst/>
            </a:prstGeom>
            <a:noFill/>
            <a:ln cap="flat" cmpd="sng" w="9525">
              <a:solidFill>
                <a:schemeClr val="dk1"/>
              </a:solidFill>
              <a:prstDash val="solid"/>
              <a:round/>
              <a:headEnd len="med" w="med" type="none"/>
              <a:tailEnd len="med" w="med" type="none"/>
            </a:ln>
          </p:spPr>
        </p:cxnSp>
        <p:cxnSp>
          <p:nvCxnSpPr>
            <p:cNvPr id="415" name="Google Shape;415;p17"/>
            <p:cNvCxnSpPr/>
            <p:nvPr/>
          </p:nvCxnSpPr>
          <p:spPr>
            <a:xfrm flipH="1">
              <a:off x="1488" y="4992"/>
              <a:ext cx="96" cy="96"/>
            </a:xfrm>
            <a:prstGeom prst="straightConnector1">
              <a:avLst/>
            </a:prstGeom>
            <a:noFill/>
            <a:ln cap="flat" cmpd="sng" w="9525">
              <a:solidFill>
                <a:schemeClr val="dk1"/>
              </a:solidFill>
              <a:prstDash val="solid"/>
              <a:round/>
              <a:headEnd len="med" w="med" type="none"/>
              <a:tailEnd len="med" w="med" type="none"/>
            </a:ln>
          </p:spPr>
        </p:cxnSp>
        <p:cxnSp>
          <p:nvCxnSpPr>
            <p:cNvPr id="416" name="Google Shape;416;p17"/>
            <p:cNvCxnSpPr/>
            <p:nvPr/>
          </p:nvCxnSpPr>
          <p:spPr>
            <a:xfrm flipH="1">
              <a:off x="2592" y="4512"/>
              <a:ext cx="96" cy="96"/>
            </a:xfrm>
            <a:prstGeom prst="straightConnector1">
              <a:avLst/>
            </a:prstGeom>
            <a:noFill/>
            <a:ln cap="flat" cmpd="sng" w="9525">
              <a:solidFill>
                <a:schemeClr val="dk1"/>
              </a:solidFill>
              <a:prstDash val="solid"/>
              <a:round/>
              <a:headEnd len="med" w="med" type="none"/>
              <a:tailEnd len="med" w="med" type="none"/>
            </a:ln>
          </p:spPr>
        </p:cxnSp>
        <p:cxnSp>
          <p:nvCxnSpPr>
            <p:cNvPr id="417" name="Google Shape;417;p17"/>
            <p:cNvCxnSpPr/>
            <p:nvPr/>
          </p:nvCxnSpPr>
          <p:spPr>
            <a:xfrm flipH="1">
              <a:off x="1968" y="4128"/>
              <a:ext cx="144" cy="144"/>
            </a:xfrm>
            <a:prstGeom prst="straightConnector1">
              <a:avLst/>
            </a:prstGeom>
            <a:noFill/>
            <a:ln cap="flat" cmpd="sng" w="9525">
              <a:solidFill>
                <a:schemeClr val="dk1"/>
              </a:solidFill>
              <a:prstDash val="solid"/>
              <a:round/>
              <a:headEnd len="med" w="med" type="none"/>
              <a:tailEnd len="med" w="med" type="none"/>
            </a:ln>
          </p:spPr>
        </p:cxnSp>
        <p:cxnSp>
          <p:nvCxnSpPr>
            <p:cNvPr id="418" name="Google Shape;418;p17"/>
            <p:cNvCxnSpPr/>
            <p:nvPr/>
          </p:nvCxnSpPr>
          <p:spPr>
            <a:xfrm>
              <a:off x="2256" y="4128"/>
              <a:ext cx="384" cy="240"/>
            </a:xfrm>
            <a:prstGeom prst="straightConnector1">
              <a:avLst/>
            </a:prstGeom>
            <a:noFill/>
            <a:ln cap="flat" cmpd="sng" w="9525">
              <a:solidFill>
                <a:schemeClr val="dk1"/>
              </a:solidFill>
              <a:prstDash val="solid"/>
              <a:round/>
              <a:headEnd len="med" w="med" type="none"/>
              <a:tailEnd len="med" w="med" type="none"/>
            </a:ln>
          </p:spPr>
        </p:cxnSp>
        <p:cxnSp>
          <p:nvCxnSpPr>
            <p:cNvPr id="419" name="Google Shape;419;p17"/>
            <p:cNvCxnSpPr/>
            <p:nvPr/>
          </p:nvCxnSpPr>
          <p:spPr>
            <a:xfrm flipH="1">
              <a:off x="1392" y="4080"/>
              <a:ext cx="624" cy="288"/>
            </a:xfrm>
            <a:prstGeom prst="straightConnector1">
              <a:avLst/>
            </a:prstGeom>
            <a:noFill/>
            <a:ln cap="flat" cmpd="sng" w="9525">
              <a:solidFill>
                <a:schemeClr val="dk1"/>
              </a:solidFill>
              <a:prstDash val="solid"/>
              <a:round/>
              <a:headEnd len="med" w="med" type="none"/>
              <a:tailEnd len="med" w="med" type="none"/>
            </a:ln>
          </p:spPr>
        </p:cxnSp>
        <p:cxnSp>
          <p:nvCxnSpPr>
            <p:cNvPr id="420" name="Google Shape;420;p17"/>
            <p:cNvCxnSpPr/>
            <p:nvPr/>
          </p:nvCxnSpPr>
          <p:spPr>
            <a:xfrm>
              <a:off x="1728" y="4992"/>
              <a:ext cx="192" cy="96"/>
            </a:xfrm>
            <a:prstGeom prst="straightConnector1">
              <a:avLst/>
            </a:prstGeom>
            <a:noFill/>
            <a:ln cap="flat" cmpd="sng" w="9525">
              <a:solidFill>
                <a:schemeClr val="dk1"/>
              </a:solidFill>
              <a:prstDash val="dot"/>
              <a:round/>
              <a:headEnd len="med" w="med" type="none"/>
              <a:tailEnd len="med" w="med" type="none"/>
            </a:ln>
          </p:spPr>
        </p:cxnSp>
        <p:cxnSp>
          <p:nvCxnSpPr>
            <p:cNvPr id="421" name="Google Shape;421;p17"/>
            <p:cNvCxnSpPr/>
            <p:nvPr/>
          </p:nvCxnSpPr>
          <p:spPr>
            <a:xfrm>
              <a:off x="720" y="5328"/>
              <a:ext cx="96" cy="96"/>
            </a:xfrm>
            <a:prstGeom prst="straightConnector1">
              <a:avLst/>
            </a:prstGeom>
            <a:noFill/>
            <a:ln cap="flat" cmpd="sng" w="9525">
              <a:solidFill>
                <a:schemeClr val="dk1"/>
              </a:solidFill>
              <a:prstDash val="dot"/>
              <a:round/>
              <a:headEnd len="med" w="med" type="none"/>
              <a:tailEnd len="med" w="med" type="none"/>
            </a:ln>
          </p:spPr>
        </p:cxnSp>
        <p:cxnSp>
          <p:nvCxnSpPr>
            <p:cNvPr id="422" name="Google Shape;422;p17"/>
            <p:cNvCxnSpPr/>
            <p:nvPr/>
          </p:nvCxnSpPr>
          <p:spPr>
            <a:xfrm>
              <a:off x="1440" y="4464"/>
              <a:ext cx="192" cy="144"/>
            </a:xfrm>
            <a:prstGeom prst="straightConnector1">
              <a:avLst/>
            </a:prstGeom>
            <a:noFill/>
            <a:ln cap="flat" cmpd="sng" w="9525">
              <a:solidFill>
                <a:schemeClr val="dk1"/>
              </a:solidFill>
              <a:prstDash val="dot"/>
              <a:round/>
              <a:headEnd len="med" w="med" type="none"/>
              <a:tailEnd len="med" w="med" type="none"/>
            </a:ln>
          </p:spPr>
        </p:cxnSp>
        <p:cxnSp>
          <p:nvCxnSpPr>
            <p:cNvPr id="423" name="Google Shape;423;p17"/>
            <p:cNvCxnSpPr/>
            <p:nvPr/>
          </p:nvCxnSpPr>
          <p:spPr>
            <a:xfrm>
              <a:off x="2832" y="4512"/>
              <a:ext cx="192" cy="96"/>
            </a:xfrm>
            <a:prstGeom prst="straightConnector1">
              <a:avLst/>
            </a:prstGeom>
            <a:noFill/>
            <a:ln cap="flat" cmpd="sng" w="9525">
              <a:solidFill>
                <a:schemeClr val="dk1"/>
              </a:solidFill>
              <a:prstDash val="dot"/>
              <a:round/>
              <a:headEnd len="med" w="med" type="none"/>
              <a:tailEnd len="med" w="med" type="none"/>
            </a:ln>
          </p:spPr>
        </p:cxnSp>
        <p:cxnSp>
          <p:nvCxnSpPr>
            <p:cNvPr id="424" name="Google Shape;424;p17"/>
            <p:cNvCxnSpPr/>
            <p:nvPr/>
          </p:nvCxnSpPr>
          <p:spPr>
            <a:xfrm>
              <a:off x="2352" y="4080"/>
              <a:ext cx="192" cy="96"/>
            </a:xfrm>
            <a:prstGeom prst="straightConnector1">
              <a:avLst/>
            </a:prstGeom>
            <a:noFill/>
            <a:ln cap="flat" cmpd="sng" w="9525">
              <a:solidFill>
                <a:schemeClr val="dk1"/>
              </a:solidFill>
              <a:prstDash val="dot"/>
              <a:round/>
              <a:headEnd len="med" w="med" type="none"/>
              <a:tailEnd len="med" w="med" type="none"/>
            </a:ln>
          </p:spPr>
        </p:cxnSp>
      </p:grpSp>
      <p:sp>
        <p:nvSpPr>
          <p:cNvPr id="425" name="Google Shape;425;p17"/>
          <p:cNvSpPr txBox="1"/>
          <p:nvPr/>
        </p:nvSpPr>
        <p:spPr>
          <a:xfrm>
            <a:off x="5368008" y="1219201"/>
            <a:ext cx="3691597" cy="1938992"/>
          </a:xfrm>
          <a:prstGeom prst="rect">
            <a:avLst/>
          </a:prstGeom>
          <a:solidFill>
            <a:srgbClr val="009999"/>
          </a:solidFill>
          <a:ln cap="flat" cmpd="sng" w="12700">
            <a:solidFill>
              <a:srgbClr val="009999"/>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FFF66"/>
                </a:solidFill>
                <a:latin typeface="Calibri"/>
                <a:ea typeface="Calibri"/>
                <a:cs typeface="Calibri"/>
                <a:sym typeface="Calibri"/>
              </a:rPr>
              <a:t>A translation scheme is like a syntax-directed definition except the order of evaluation of the semantic rules is explicitly shown.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25"/>
                                        </p:tgtEl>
                                        <p:attrNameLst>
                                          <p:attrName>style.visibility</p:attrName>
                                        </p:attrNameLst>
                                      </p:cBhvr>
                                      <p:to>
                                        <p:strVal val="visible"/>
                                      </p:to>
                                    </p:set>
                                    <p:anim calcmode="lin" valueType="num">
                                      <p:cBhvr additive="base">
                                        <p:cTn dur="500"/>
                                        <p:tgtEl>
                                          <p:spTgt spid="425"/>
                                        </p:tgtEl>
                                        <p:attrNameLst>
                                          <p:attrName>ppt_w</p:attrName>
                                        </p:attrNameLst>
                                      </p:cBhvr>
                                      <p:tavLst>
                                        <p:tav fmla="" tm="0">
                                          <p:val>
                                            <p:strVal val="0"/>
                                          </p:val>
                                        </p:tav>
                                        <p:tav fmla="" tm="100000">
                                          <p:val>
                                            <p:strVal val="#ppt_w"/>
                                          </p:val>
                                        </p:tav>
                                      </p:tavLst>
                                    </p:anim>
                                    <p:anim calcmode="lin" valueType="num">
                                      <p:cBhvr additive="base">
                                        <p:cTn dur="500"/>
                                        <p:tgtEl>
                                          <p:spTgt spid="42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8"/>
          <p:cNvSpPr txBox="1"/>
          <p:nvPr/>
        </p:nvSpPr>
        <p:spPr>
          <a:xfrm>
            <a:off x="335494" y="595100"/>
            <a:ext cx="3232896"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Class Exercises</a:t>
            </a:r>
            <a:endParaRPr/>
          </a:p>
        </p:txBody>
      </p:sp>
      <p:sp>
        <p:nvSpPr>
          <p:cNvPr id="431" name="Google Shape;431;p18"/>
          <p:cNvSpPr txBox="1"/>
          <p:nvPr/>
        </p:nvSpPr>
        <p:spPr>
          <a:xfrm>
            <a:off x="783772" y="2435897"/>
            <a:ext cx="6245236" cy="1200329"/>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orbel"/>
              <a:buAutoNum type="arabicPeriod"/>
            </a:pPr>
            <a:r>
              <a:rPr lang="en-US" sz="1800">
                <a:solidFill>
                  <a:schemeClr val="dk1"/>
                </a:solidFill>
                <a:latin typeface="Calibri"/>
                <a:ea typeface="Calibri"/>
                <a:cs typeface="Calibri"/>
                <a:sym typeface="Calibri"/>
              </a:rPr>
              <a:t>Show the annotated parse tree for the following expressions.</a:t>
            </a:r>
            <a:endParaRPr/>
          </a:p>
          <a:p>
            <a:pPr indent="-400050" lvl="1" marL="857250" marR="0" rtl="0" algn="l">
              <a:spcBef>
                <a:spcPts val="0"/>
              </a:spcBef>
              <a:spcAft>
                <a:spcPts val="0"/>
              </a:spcAft>
              <a:buClr>
                <a:schemeClr val="dk1"/>
              </a:buClr>
              <a:buSzPts val="1800"/>
              <a:buFont typeface="Corbel"/>
              <a:buAutoNum type="romanUcPeriod"/>
            </a:pPr>
            <a:r>
              <a:rPr b="0" i="0" lang="en-US" sz="1800" u="none" cap="none" strike="noStrike">
                <a:solidFill>
                  <a:schemeClr val="dk1"/>
                </a:solidFill>
                <a:latin typeface="Calibri"/>
                <a:ea typeface="Calibri"/>
                <a:cs typeface="Calibri"/>
                <a:sym typeface="Calibri"/>
              </a:rPr>
              <a:t>2*3+4 </a:t>
            </a:r>
            <a:endParaRPr b="0" i="0" sz="1800" u="none" cap="none" strike="noStrike">
              <a:solidFill>
                <a:schemeClr val="dk1"/>
              </a:solidFill>
              <a:latin typeface="Calibri"/>
              <a:ea typeface="Calibri"/>
              <a:cs typeface="Calibri"/>
              <a:sym typeface="Calibri"/>
            </a:endParaRPr>
          </a:p>
          <a:p>
            <a:pPr indent="-400050" lvl="1" marL="857250" marR="0" rtl="0" algn="l">
              <a:spcBef>
                <a:spcPts val="0"/>
              </a:spcBef>
              <a:spcAft>
                <a:spcPts val="0"/>
              </a:spcAft>
              <a:buClr>
                <a:schemeClr val="dk1"/>
              </a:buClr>
              <a:buSzPts val="1800"/>
              <a:buFont typeface="Corbel"/>
              <a:buAutoNum type="romanUcPeriod"/>
            </a:pPr>
            <a:r>
              <a:rPr b="0" i="0" lang="en-US" sz="1800" u="none" cap="none" strike="noStrike">
                <a:solidFill>
                  <a:schemeClr val="dk1"/>
                </a:solidFill>
                <a:latin typeface="Calibri"/>
                <a:ea typeface="Calibri"/>
                <a:cs typeface="Calibri"/>
                <a:sym typeface="Calibri"/>
              </a:rPr>
              <a:t>2+3-4/5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9"/>
          <p:cNvSpPr txBox="1"/>
          <p:nvPr/>
        </p:nvSpPr>
        <p:spPr>
          <a:xfrm>
            <a:off x="335494" y="595100"/>
            <a:ext cx="3232896"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Lecture References</a:t>
            </a:r>
            <a:endParaRPr/>
          </a:p>
        </p:txBody>
      </p:sp>
      <p:sp>
        <p:nvSpPr>
          <p:cNvPr id="437" name="Google Shape;437;p19"/>
          <p:cNvSpPr txBox="1"/>
          <p:nvPr/>
        </p:nvSpPr>
        <p:spPr>
          <a:xfrm>
            <a:off x="783772" y="2435897"/>
            <a:ext cx="7151958"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Aho, R. Sethi and J. Ullman, </a:t>
            </a:r>
            <a:r>
              <a:rPr b="1" i="1" lang="en-US" sz="1800">
                <a:solidFill>
                  <a:schemeClr val="dk1"/>
                </a:solidFill>
                <a:latin typeface="Calibri"/>
                <a:ea typeface="Calibri"/>
                <a:cs typeface="Calibri"/>
                <a:sym typeface="Calibri"/>
              </a:rPr>
              <a:t>Compilers: Principles, Techniques and Tools</a:t>
            </a:r>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0"/>
          <p:cNvSpPr txBox="1"/>
          <p:nvPr/>
        </p:nvSpPr>
        <p:spPr>
          <a:xfrm>
            <a:off x="335494" y="595100"/>
            <a:ext cx="3232896" cy="49341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A5A5A5"/>
              </a:buClr>
              <a:buSzPts val="2340"/>
              <a:buFont typeface="Noto Sans Symbols"/>
              <a:buNone/>
            </a:pPr>
            <a:r>
              <a:rPr b="1" lang="en-US" sz="2600">
                <a:solidFill>
                  <a:schemeClr val="dk1"/>
                </a:solidFill>
                <a:latin typeface="Calibri"/>
                <a:ea typeface="Calibri"/>
                <a:cs typeface="Calibri"/>
                <a:sym typeface="Calibri"/>
              </a:rPr>
              <a:t>References</a:t>
            </a:r>
            <a:endParaRPr/>
          </a:p>
        </p:txBody>
      </p:sp>
      <p:sp>
        <p:nvSpPr>
          <p:cNvPr id="443" name="Google Shape;443;p20"/>
          <p:cNvSpPr txBox="1"/>
          <p:nvPr/>
        </p:nvSpPr>
        <p:spPr>
          <a:xfrm>
            <a:off x="783772" y="2435897"/>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20"/>
          <p:cNvSpPr/>
          <p:nvPr/>
        </p:nvSpPr>
        <p:spPr>
          <a:xfrm>
            <a:off x="783771" y="2235816"/>
            <a:ext cx="6925323" cy="2308324"/>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orbel"/>
              <a:buAutoNum type="arabicPeriod"/>
            </a:pPr>
            <a:r>
              <a:rPr lang="en-US" sz="1800">
                <a:solidFill>
                  <a:schemeClr val="dk1"/>
                </a:solidFill>
                <a:latin typeface="Calibri"/>
                <a:ea typeface="Calibri"/>
                <a:cs typeface="Calibri"/>
                <a:sym typeface="Calibri"/>
              </a:rPr>
              <a:t>A. Aho, R. Sethi and J. Ullman, </a:t>
            </a:r>
            <a:r>
              <a:rPr b="1" i="1" lang="en-US" sz="1800">
                <a:solidFill>
                  <a:schemeClr val="dk1"/>
                </a:solidFill>
                <a:latin typeface="Calibri"/>
                <a:ea typeface="Calibri"/>
                <a:cs typeface="Calibri"/>
                <a:sym typeface="Calibri"/>
              </a:rPr>
              <a:t>Compilers: Principles, Techniques and Tools</a:t>
            </a: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The Dragon Book</a:t>
            </a:r>
            <a:r>
              <a:rPr i="1" lang="en-US" sz="1800">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   [ Second Edition]</a:t>
            </a:r>
            <a:endParaRPr/>
          </a:p>
          <a:p>
            <a:pPr indent="-228600" lvl="0" marL="342900" marR="0" rtl="0" algn="l">
              <a:spcBef>
                <a:spcPts val="0"/>
              </a:spcBef>
              <a:spcAft>
                <a:spcPts val="0"/>
              </a:spcAft>
              <a:buClr>
                <a:schemeClr val="dk1"/>
              </a:buClr>
              <a:buSzPts val="1800"/>
              <a:buFont typeface="Corbel"/>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orbel"/>
              <a:buAutoNum type="arabicPeriod"/>
            </a:pPr>
            <a:r>
              <a:rPr b="1" lang="en-US" sz="1800">
                <a:solidFill>
                  <a:schemeClr val="dk1"/>
                </a:solidFill>
                <a:latin typeface="Calibri"/>
                <a:ea typeface="Calibri"/>
                <a:cs typeface="Calibri"/>
                <a:sym typeface="Calibri"/>
              </a:rPr>
              <a:t>Principles of Compiler Design </a:t>
            </a:r>
            <a:r>
              <a:rPr lang="en-US" sz="1800">
                <a:solidFill>
                  <a:schemeClr val="dk1"/>
                </a:solidFill>
                <a:latin typeface="Calibri"/>
                <a:ea typeface="Calibri"/>
                <a:cs typeface="Calibri"/>
                <a:sym typeface="Calibri"/>
              </a:rPr>
              <a:t>(2nd Revised Edition 2009) A. A. Puntambekar</a:t>
            </a:r>
            <a:endParaRPr/>
          </a:p>
          <a:p>
            <a:pPr indent="-228600" lvl="0" marL="342900" marR="0" rtl="0" algn="l">
              <a:spcBef>
                <a:spcPts val="0"/>
              </a:spcBef>
              <a:spcAft>
                <a:spcPts val="0"/>
              </a:spcAft>
              <a:buClr>
                <a:schemeClr val="dk1"/>
              </a:buClr>
              <a:buSzPts val="1800"/>
              <a:buFont typeface="Corbel"/>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rgbClr val="000000"/>
              </a:buClr>
              <a:buSzPts val="1800"/>
              <a:buFont typeface="Corbel"/>
              <a:buAutoNum type="arabicPeriod"/>
            </a:pPr>
            <a:r>
              <a:rPr lang="en-US" sz="1800">
                <a:solidFill>
                  <a:srgbClr val="000000"/>
                </a:solidFill>
                <a:latin typeface="Calibri"/>
                <a:ea typeface="Calibri"/>
                <a:cs typeface="Calibri"/>
                <a:sym typeface="Calibri"/>
              </a:rPr>
              <a:t>Basics of Compiler Design Torben Mogensen</a:t>
            </a:r>
            <a:endParaRPr sz="1800">
              <a:solidFill>
                <a:srgbClr val="000000"/>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pectrum">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2018-12-10T17:20:29Z</dcterms:created>
  <dc:creator>Mahbubul Syeed</dc:creator>
</cp:coreProperties>
</file>