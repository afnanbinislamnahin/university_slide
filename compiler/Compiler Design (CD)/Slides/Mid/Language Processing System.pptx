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56D4C-8AC8-4C44-9895-AC407763DAA2}" type="datetimeFigureOut">
              <a:rPr lang="en-US" smtClean="0"/>
              <a:pPr/>
              <a:t>3/28/2018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E30D7-FF1D-4FB9-998F-75A02FD009C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 Processing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for Language Processing System</a:t>
            </a:r>
          </a:p>
        </p:txBody>
      </p:sp>
      <p:pic>
        <p:nvPicPr>
          <p:cNvPr id="1027" name="Picture 3" descr="C:\Users\User\Desktop\fig1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8153400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    The preprocessor scans the source code and includes the header files which contain relevant information for various functions . source program is collected by a separate program.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sz="2800" dirty="0"/>
              <a:t>E.g.  # include&lt;</a:t>
            </a:r>
            <a:r>
              <a:rPr lang="en-US" sz="2800" dirty="0" err="1"/>
              <a:t>math.h</a:t>
            </a:r>
            <a:r>
              <a:rPr lang="en-US" sz="2800" dirty="0"/>
              <a:t>&gt;,  #define PI .14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    The modified source program is then fed to a compiler. The compiler may produce an assembly-language program as its output. because assembly language is easier to produce as output and is easier to debug.</a:t>
            </a:r>
          </a:p>
          <a:p>
            <a:pPr>
              <a:buNone/>
            </a:pPr>
            <a:r>
              <a:rPr lang="en-US" sz="2800" dirty="0"/>
              <a:t>     </a:t>
            </a:r>
            <a:r>
              <a:rPr lang="en-US" sz="2800" dirty="0" err="1"/>
              <a:t>Eg</a:t>
            </a:r>
            <a:r>
              <a:rPr lang="en-US" sz="2800" dirty="0"/>
              <a:t> :-   GNU Compiler Collection, </a:t>
            </a:r>
            <a:r>
              <a:rPr lang="en-US" sz="2800" dirty="0" err="1"/>
              <a:t>Javac</a:t>
            </a:r>
            <a:r>
              <a:rPr lang="en-US" sz="2800" dirty="0"/>
              <a:t> , Clang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    The assembler converts the assembly code into  </a:t>
            </a:r>
            <a:r>
              <a:rPr lang="en-US" sz="2800" dirty="0" err="1"/>
              <a:t>relocatable</a:t>
            </a:r>
            <a:r>
              <a:rPr lang="en-US" sz="2800" dirty="0"/>
              <a:t> machine code or object code. Although this code is in 0 and 1 form, but it cannot be executed because this code has not been assigned the actual memory addresses.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    The linker resolves external memory addresses, where the code in one file may refer to a location in another file. Large programs are often compiled in pieces, so the </a:t>
            </a:r>
            <a:r>
              <a:rPr lang="en-US" sz="2800" dirty="0" err="1"/>
              <a:t>relocatable</a:t>
            </a:r>
            <a:r>
              <a:rPr lang="en-US" sz="2800" dirty="0"/>
              <a:t> machine code may have to be linked together with other </a:t>
            </a:r>
            <a:r>
              <a:rPr lang="en-US" sz="2800" dirty="0" err="1"/>
              <a:t>relocatable</a:t>
            </a:r>
            <a:r>
              <a:rPr lang="en-US" sz="2800" dirty="0"/>
              <a:t> object files and library files into the code that actually runs on the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    Puts together all of the executable object files into memory for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222</Words>
  <Application>Microsoft Office PowerPoint</Application>
  <PresentationFormat>On-screen Show (4:3)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Language Processing System</vt:lpstr>
      <vt:lpstr>Steps for Language Processing System</vt:lpstr>
      <vt:lpstr>Preprocessor</vt:lpstr>
      <vt:lpstr>Compiler</vt:lpstr>
      <vt:lpstr>Assembler</vt:lpstr>
      <vt:lpstr>Linker</vt:lpstr>
      <vt:lpstr>Loader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Processing System</dc:title>
  <dc:creator>User</dc:creator>
  <cp:lastModifiedBy>Sharfuddin Mahmood</cp:lastModifiedBy>
  <cp:revision>8</cp:revision>
  <dcterms:created xsi:type="dcterms:W3CDTF">2018-03-22T13:01:24Z</dcterms:created>
  <dcterms:modified xsi:type="dcterms:W3CDTF">2018-03-28T06:57:18Z</dcterms:modified>
</cp:coreProperties>
</file>