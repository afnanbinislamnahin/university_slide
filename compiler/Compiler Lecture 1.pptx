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9144000"/>
  <p:notesSz cx="6858000" cy="9144000"/>
  <p:embeddedFontLst>
    <p:embeddedFont>
      <p:font typeface="Corbel"/>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3" roundtripDataSignature="AMtx7mirNVhAVBITp9rZJpBUfmYzlrSA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52DEE3-7F01-4B03-B700-3326E6A896E9}">
  <a:tblStyle styleId="{B552DEE3-7F01-4B03-B700-3326E6A896E9}"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lastCol>
    <a:firstCol>
      <a:tcTxStyle b="on" i="off"/>
    </a:firstCol>
    <a:lastRow>
      <a:tcTxStyle b="on" i="off"/>
      <a:tcStyle>
        <a:tcBdr>
          <a:top>
            <a:ln cap="flat" cmpd="sng" w="25400">
              <a:solidFill>
                <a:schemeClr val="dk1"/>
              </a:solidFill>
              <a:prstDash val="solid"/>
              <a:round/>
              <a:headEnd len="sm" w="sm" type="none"/>
              <a:tailEnd len="sm" w="sm" type="none"/>
            </a:ln>
          </a:top>
        </a:tcBdr>
        <a:fill>
          <a:solidFill>
            <a:srgbClr val="E6E6E6"/>
          </a:solidFill>
        </a:fill>
      </a:tcStyle>
    </a:lastRow>
    <a:seCell>
      <a:tcTxStyle/>
    </a:seCell>
    <a:swCell>
      <a:tcTxStyle/>
    </a:swCell>
    <a:firstRow>
      <a:tcTxStyle b="on" i="off"/>
      <a:tcStyle>
        <a:fill>
          <a:solidFill>
            <a:srgbClr val="E6E6E6"/>
          </a:solidFill>
        </a:fill>
      </a:tcStyle>
    </a:firstRow>
    <a:neCell>
      <a:tcTxStyle/>
    </a:neCell>
    <a:nwCell>
      <a:tcTxStyle/>
    </a:nwCell>
  </a:tblStyle>
  <a:tblStyle styleId="{D9431337-1863-40A2-B7F5-82F912B66CA5}"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AF1"/>
          </a:solidFill>
        </a:fill>
      </a:tcStyle>
    </a:wholeTbl>
    <a:band1H>
      <a:tcTxStyle/>
      <a:tcStyle>
        <a:fill>
          <a:solidFill>
            <a:srgbClr val="CED2E2"/>
          </a:solidFill>
        </a:fill>
      </a:tcStyle>
    </a:band1H>
    <a:band2H>
      <a:tcTxStyle/>
    </a:band2H>
    <a:band1V>
      <a:tcTxStyle/>
      <a:tcStyle>
        <a:fill>
          <a:solidFill>
            <a:srgbClr val="CED2E2"/>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orbel-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orbel-italic.fntdata"/><Relationship Id="rId30" Type="http://schemas.openxmlformats.org/officeDocument/2006/relationships/font" Target="fonts/Corbel-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Corbel-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4"/>
          <p:cNvSpPr/>
          <p:nvPr/>
        </p:nvSpPr>
        <p:spPr>
          <a:xfrm>
            <a:off x="284163" y="444728"/>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20" name="Google Shape;20;p24"/>
          <p:cNvGrpSpPr/>
          <p:nvPr/>
        </p:nvGrpSpPr>
        <p:grpSpPr>
          <a:xfrm>
            <a:off x="284163" y="1906542"/>
            <a:ext cx="8576373" cy="137411"/>
            <a:chOff x="284163" y="1759424"/>
            <a:chExt cx="8576373" cy="137411"/>
          </a:xfrm>
        </p:grpSpPr>
        <p:sp>
          <p:nvSpPr>
            <p:cNvPr id="21" name="Google Shape;21;p24"/>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 name="Google Shape;22;p24"/>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 name="Google Shape;23;p24"/>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4" name="Google Shape;24;p24"/>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p:txBody>
      </p:sp>
      <p:sp>
        <p:nvSpPr>
          <p:cNvPr id="26" name="Google Shape;26;p24"/>
          <p:cNvSpPr/>
          <p:nvPr/>
        </p:nvSpPr>
        <p:spPr>
          <a:xfrm>
            <a:off x="284163" y="6227064"/>
            <a:ext cx="8574087" cy="173736"/>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 result for AIUB logo" id="27" name="Google Shape;27;p24"/>
          <p:cNvPicPr preferRelativeResize="0"/>
          <p:nvPr/>
        </p:nvPicPr>
        <p:blipFill rotWithShape="1">
          <a:blip r:embed="rId2">
            <a:alphaModFix/>
          </a:blip>
          <a:srcRect b="0" l="0" r="0" t="0"/>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31" name="Google Shape;31;p25"/>
          <p:cNvGrpSpPr/>
          <p:nvPr/>
        </p:nvGrpSpPr>
        <p:grpSpPr>
          <a:xfrm>
            <a:off x="284164" y="452718"/>
            <a:ext cx="7365210" cy="137411"/>
            <a:chOff x="284163" y="1577847"/>
            <a:chExt cx="8576373" cy="137411"/>
          </a:xfrm>
        </p:grpSpPr>
        <p:sp>
          <p:nvSpPr>
            <p:cNvPr id="32" name="Google Shape;32;p25"/>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 name="Google Shape;33;p25"/>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 name="Google Shape;34;p25"/>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descr="Image result for AIUB logo" id="35" name="Google Shape;35;p25"/>
          <p:cNvPicPr preferRelativeResize="0"/>
          <p:nvPr/>
        </p:nvPicPr>
        <p:blipFill rotWithShape="1">
          <a:blip r:embed="rId2">
            <a:alphaModFix/>
          </a:blip>
          <a:srcRect b="0" l="0" r="0" t="0"/>
          <a:stretch/>
        </p:blipFill>
        <p:spPr>
          <a:xfrm>
            <a:off x="7649374" y="55844"/>
            <a:ext cx="1279161" cy="12871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26"/>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8" name="Google Shape;38;p26"/>
          <p:cNvGrpSpPr/>
          <p:nvPr/>
        </p:nvGrpSpPr>
        <p:grpSpPr>
          <a:xfrm>
            <a:off x="284163" y="1577847"/>
            <a:ext cx="8576373" cy="137411"/>
            <a:chOff x="284163" y="1577847"/>
            <a:chExt cx="8576373" cy="137411"/>
          </a:xfrm>
        </p:grpSpPr>
        <p:sp>
          <p:nvSpPr>
            <p:cNvPr id="39" name="Google Shape;39;p26"/>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26"/>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 name="Google Shape;41;p26"/>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2" name="Google Shape;42;p26"/>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6"/>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44" name="Google Shape;44;p2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p:cSld name="Title Slide with Picture">
    <p:spTree>
      <p:nvGrpSpPr>
        <p:cNvPr id="47" name="Shape 47"/>
        <p:cNvGrpSpPr/>
        <p:nvPr/>
      </p:nvGrpSpPr>
      <p:grpSpPr>
        <a:xfrm>
          <a:off x="0" y="0"/>
          <a:ext cx="0" cy="0"/>
          <a:chOff x="0" y="0"/>
          <a:chExt cx="0" cy="0"/>
        </a:xfrm>
      </p:grpSpPr>
      <p:sp>
        <p:nvSpPr>
          <p:cNvPr id="48" name="Google Shape;48;p27"/>
          <p:cNvSpPr/>
          <p:nvPr/>
        </p:nvSpPr>
        <p:spPr>
          <a:xfrm>
            <a:off x="284163" y="444728"/>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sp>
        <p:nvSpPr>
          <p:cNvPr id="49" name="Google Shape;49;p2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27"/>
          <p:cNvSpPr/>
          <p:nvPr>
            <p:ph idx="2" type="pic"/>
          </p:nvPr>
        </p:nvSpPr>
        <p:spPr>
          <a:xfrm>
            <a:off x="284162" y="2017058"/>
            <a:ext cx="8574087" cy="4377391"/>
          </a:xfrm>
          <a:prstGeom prst="rect">
            <a:avLst/>
          </a:prstGeom>
          <a:noFill/>
          <a:ln>
            <a:noFill/>
          </a:ln>
        </p:spPr>
      </p:sp>
      <p:sp>
        <p:nvSpPr>
          <p:cNvPr id="53" name="Google Shape;53;p27"/>
          <p:cNvSpPr txBox="1"/>
          <p:nvPr>
            <p:ph idx="1" type="subTitle"/>
          </p:nvPr>
        </p:nvSpPr>
        <p:spPr>
          <a:xfrm>
            <a:off x="472420" y="1532965"/>
            <a:ext cx="7754284" cy="48409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1620"/>
              <a:buNone/>
              <a:defRPr sz="1800">
                <a:solidFill>
                  <a:schemeClr val="lt1"/>
                </a:solidFill>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p:txBody>
      </p:sp>
      <p:grpSp>
        <p:nvGrpSpPr>
          <p:cNvPr id="54" name="Google Shape;54;p27"/>
          <p:cNvGrpSpPr/>
          <p:nvPr/>
        </p:nvGrpSpPr>
        <p:grpSpPr>
          <a:xfrm>
            <a:off x="284163" y="1906542"/>
            <a:ext cx="8576373" cy="137411"/>
            <a:chOff x="284163" y="1759424"/>
            <a:chExt cx="8576373" cy="137411"/>
          </a:xfrm>
        </p:grpSpPr>
        <p:sp>
          <p:nvSpPr>
            <p:cNvPr id="55" name="Google Shape;55;p27"/>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27"/>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27"/>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8" name="Google Shape;58;p27"/>
          <p:cNvSpPr txBox="1"/>
          <p:nvPr/>
        </p:nvSpPr>
        <p:spPr>
          <a:xfrm>
            <a:off x="8230889" y="444728"/>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59" name="Google Shape;59;p27"/>
          <p:cNvSpPr txBox="1"/>
          <p:nvPr>
            <p:ph type="ctrTitle"/>
          </p:nvPr>
        </p:nvSpPr>
        <p:spPr>
          <a:xfrm>
            <a:off x="418633" y="444728"/>
            <a:ext cx="7810967" cy="1088237"/>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28"/>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62" name="Google Shape;62;p28"/>
          <p:cNvGrpSpPr/>
          <p:nvPr/>
        </p:nvGrpSpPr>
        <p:grpSpPr>
          <a:xfrm>
            <a:off x="284163" y="6263389"/>
            <a:ext cx="8576373" cy="137411"/>
            <a:chOff x="284163" y="1759424"/>
            <a:chExt cx="8576373" cy="137411"/>
          </a:xfrm>
        </p:grpSpPr>
        <p:sp>
          <p:nvSpPr>
            <p:cNvPr id="63" name="Google Shape;63;p28"/>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 name="Google Shape;64;p28"/>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 name="Google Shape;65;p28"/>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66" name="Google Shape;66;p28"/>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67" name="Google Shape;67;p28"/>
          <p:cNvSpPr txBox="1"/>
          <p:nvPr>
            <p:ph type="title"/>
          </p:nvPr>
        </p:nvSpPr>
        <p:spPr>
          <a:xfrm>
            <a:off x="429768" y="4814125"/>
            <a:ext cx="777240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200"/>
              <a:buFont typeface="Corbel"/>
              <a:buNone/>
              <a:defRPr b="0" i="0" sz="42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8"/>
          <p:cNvSpPr txBox="1"/>
          <p:nvPr>
            <p:ph idx="1" type="body"/>
          </p:nvPr>
        </p:nvSpPr>
        <p:spPr>
          <a:xfrm>
            <a:off x="475488" y="5861304"/>
            <a:ext cx="7735824" cy="402336"/>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620"/>
              <a:buNone/>
              <a:defRPr sz="1800">
                <a:solidFill>
                  <a:schemeClr val="lt1"/>
                </a:solidFill>
                <a:latin typeface="Calibri"/>
                <a:ea typeface="Calibri"/>
                <a:cs typeface="Calibri"/>
                <a:sym typeface="Calibri"/>
              </a:defRPr>
            </a:lvl1pPr>
            <a:lvl2pPr indent="-228600" lvl="1" marL="914400" algn="l">
              <a:spcBef>
                <a:spcPts val="600"/>
              </a:spcBef>
              <a:spcAft>
                <a:spcPts val="0"/>
              </a:spcAft>
              <a:buSzPts val="1620"/>
              <a:buNone/>
              <a:defRPr sz="1800">
                <a:solidFill>
                  <a:srgbClr val="888888"/>
                </a:solidFill>
              </a:defRPr>
            </a:lvl2pPr>
            <a:lvl3pPr indent="-228600" lvl="2" marL="1371600" algn="l">
              <a:spcBef>
                <a:spcPts val="600"/>
              </a:spcBef>
              <a:spcAft>
                <a:spcPts val="0"/>
              </a:spcAft>
              <a:buSzPts val="1440"/>
              <a:buNone/>
              <a:defRPr sz="1600">
                <a:solidFill>
                  <a:srgbClr val="888888"/>
                </a:solidFill>
              </a:defRPr>
            </a:lvl3pPr>
            <a:lvl4pPr indent="-228600" lvl="3" marL="1828800" algn="l">
              <a:spcBef>
                <a:spcPts val="600"/>
              </a:spcBef>
              <a:spcAft>
                <a:spcPts val="0"/>
              </a:spcAft>
              <a:buSzPts val="1260"/>
              <a:buNone/>
              <a:defRPr sz="1400">
                <a:solidFill>
                  <a:srgbClr val="888888"/>
                </a:solidFill>
              </a:defRPr>
            </a:lvl4pPr>
            <a:lvl5pPr indent="-228600" lvl="4" marL="2286000" algn="l">
              <a:spcBef>
                <a:spcPts val="600"/>
              </a:spcBef>
              <a:spcAft>
                <a:spcPts val="0"/>
              </a:spcAft>
              <a:buSzPts val="1260"/>
              <a:buNone/>
              <a:defRPr sz="1400">
                <a:solidFill>
                  <a:srgbClr val="888888"/>
                </a:solidFill>
              </a:defRPr>
            </a:lvl5pPr>
            <a:lvl6pPr indent="-228600" lvl="5" marL="2743200" algn="l">
              <a:spcBef>
                <a:spcPts val="600"/>
              </a:spcBef>
              <a:spcAft>
                <a:spcPts val="0"/>
              </a:spcAft>
              <a:buSzPts val="1260"/>
              <a:buNone/>
              <a:defRPr sz="1400">
                <a:solidFill>
                  <a:srgbClr val="888888"/>
                </a:solidFill>
              </a:defRPr>
            </a:lvl6pPr>
            <a:lvl7pPr indent="-228600" lvl="6" marL="3200400" algn="l">
              <a:spcBef>
                <a:spcPts val="600"/>
              </a:spcBef>
              <a:spcAft>
                <a:spcPts val="0"/>
              </a:spcAft>
              <a:buSzPts val="1260"/>
              <a:buNone/>
              <a:defRPr sz="1400">
                <a:solidFill>
                  <a:srgbClr val="888888"/>
                </a:solidFill>
              </a:defRPr>
            </a:lvl7pPr>
            <a:lvl8pPr indent="-228600" lvl="7" marL="3657600" algn="l">
              <a:spcBef>
                <a:spcPts val="600"/>
              </a:spcBef>
              <a:spcAft>
                <a:spcPts val="0"/>
              </a:spcAft>
              <a:buSzPts val="1260"/>
              <a:buNone/>
              <a:defRPr sz="1400">
                <a:solidFill>
                  <a:srgbClr val="888888"/>
                </a:solidFill>
              </a:defRPr>
            </a:lvl8pPr>
            <a:lvl9pPr indent="-228600" lvl="8" marL="4114800" algn="l">
              <a:spcBef>
                <a:spcPts val="600"/>
              </a:spcBef>
              <a:spcAft>
                <a:spcPts val="0"/>
              </a:spcAft>
              <a:buSzPts val="1260"/>
              <a:buNone/>
              <a:defRPr sz="1400">
                <a:solidFill>
                  <a:srgbClr val="888888"/>
                </a:solidFill>
              </a:defRPr>
            </a:lvl9pPr>
          </a:lstStyle>
          <a:p/>
        </p:txBody>
      </p:sp>
      <p:sp>
        <p:nvSpPr>
          <p:cNvPr id="69" name="Google Shape;69;p2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spTree>
      <p:nvGrpSpPr>
        <p:cNvPr id="72" name="Shape 72"/>
        <p:cNvGrpSpPr/>
        <p:nvPr/>
      </p:nvGrpSpPr>
      <p:grpSpPr>
        <a:xfrm>
          <a:off x="0" y="0"/>
          <a:ext cx="0" cy="0"/>
          <a:chOff x="0" y="0"/>
          <a:chExt cx="0" cy="0"/>
        </a:xfrm>
      </p:grpSpPr>
      <p:sp>
        <p:nvSpPr>
          <p:cNvPr id="73" name="Google Shape;73;p29"/>
          <p:cNvSpPr/>
          <p:nvPr>
            <p:ph idx="2" type="pic"/>
          </p:nvPr>
        </p:nvSpPr>
        <p:spPr>
          <a:xfrm>
            <a:off x="284162" y="443754"/>
            <a:ext cx="8574087" cy="4370293"/>
          </a:xfrm>
          <a:prstGeom prst="rect">
            <a:avLst/>
          </a:prstGeom>
          <a:noFill/>
          <a:ln>
            <a:noFill/>
          </a:ln>
        </p:spPr>
      </p:sp>
      <p:sp>
        <p:nvSpPr>
          <p:cNvPr id="74" name="Google Shape;74;p2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29"/>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78" name="Google Shape;78;p29"/>
          <p:cNvGrpSpPr/>
          <p:nvPr/>
        </p:nvGrpSpPr>
        <p:grpSpPr>
          <a:xfrm>
            <a:off x="284163" y="6263389"/>
            <a:ext cx="8576373" cy="137411"/>
            <a:chOff x="284163" y="1759424"/>
            <a:chExt cx="8576373" cy="137411"/>
          </a:xfrm>
        </p:grpSpPr>
        <p:sp>
          <p:nvSpPr>
            <p:cNvPr id="79" name="Google Shape;79;p29"/>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29"/>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29"/>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82" name="Google Shape;82;p29"/>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83" name="Google Shape;83;p29"/>
          <p:cNvSpPr txBox="1"/>
          <p:nvPr>
            <p:ph type="title"/>
          </p:nvPr>
        </p:nvSpPr>
        <p:spPr>
          <a:xfrm>
            <a:off x="430306" y="4814047"/>
            <a:ext cx="7772400" cy="104887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200"/>
              <a:buFont typeface="Corbel"/>
              <a:buNone/>
              <a:defRPr b="0" i="0" sz="4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9"/>
          <p:cNvSpPr txBox="1"/>
          <p:nvPr>
            <p:ph idx="1" type="body"/>
          </p:nvPr>
        </p:nvSpPr>
        <p:spPr>
          <a:xfrm>
            <a:off x="470647" y="5862918"/>
            <a:ext cx="7732059" cy="40341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620"/>
              <a:buNone/>
              <a:defRPr sz="1800">
                <a:solidFill>
                  <a:schemeClr val="lt1"/>
                </a:solidFill>
              </a:defRPr>
            </a:lvl1pPr>
            <a:lvl2pPr indent="-228600" lvl="1" marL="914400" algn="l">
              <a:spcBef>
                <a:spcPts val="600"/>
              </a:spcBef>
              <a:spcAft>
                <a:spcPts val="0"/>
              </a:spcAft>
              <a:buSzPts val="1620"/>
              <a:buNone/>
              <a:defRPr sz="1800">
                <a:solidFill>
                  <a:srgbClr val="888888"/>
                </a:solidFill>
              </a:defRPr>
            </a:lvl2pPr>
            <a:lvl3pPr indent="-228600" lvl="2" marL="1371600" algn="l">
              <a:spcBef>
                <a:spcPts val="600"/>
              </a:spcBef>
              <a:spcAft>
                <a:spcPts val="0"/>
              </a:spcAft>
              <a:buSzPts val="1440"/>
              <a:buNone/>
              <a:defRPr sz="1600">
                <a:solidFill>
                  <a:srgbClr val="888888"/>
                </a:solidFill>
              </a:defRPr>
            </a:lvl3pPr>
            <a:lvl4pPr indent="-228600" lvl="3" marL="1828800" algn="l">
              <a:spcBef>
                <a:spcPts val="600"/>
              </a:spcBef>
              <a:spcAft>
                <a:spcPts val="0"/>
              </a:spcAft>
              <a:buSzPts val="1260"/>
              <a:buNone/>
              <a:defRPr sz="1400">
                <a:solidFill>
                  <a:srgbClr val="888888"/>
                </a:solidFill>
              </a:defRPr>
            </a:lvl4pPr>
            <a:lvl5pPr indent="-228600" lvl="4" marL="2286000" algn="l">
              <a:spcBef>
                <a:spcPts val="600"/>
              </a:spcBef>
              <a:spcAft>
                <a:spcPts val="0"/>
              </a:spcAft>
              <a:buSzPts val="1260"/>
              <a:buNone/>
              <a:defRPr sz="1400">
                <a:solidFill>
                  <a:srgbClr val="888888"/>
                </a:solidFill>
              </a:defRPr>
            </a:lvl5pPr>
            <a:lvl6pPr indent="-228600" lvl="5" marL="2743200" algn="l">
              <a:spcBef>
                <a:spcPts val="600"/>
              </a:spcBef>
              <a:spcAft>
                <a:spcPts val="0"/>
              </a:spcAft>
              <a:buSzPts val="1260"/>
              <a:buNone/>
              <a:defRPr sz="1400">
                <a:solidFill>
                  <a:srgbClr val="888888"/>
                </a:solidFill>
              </a:defRPr>
            </a:lvl6pPr>
            <a:lvl7pPr indent="-228600" lvl="6" marL="3200400" algn="l">
              <a:spcBef>
                <a:spcPts val="600"/>
              </a:spcBef>
              <a:spcAft>
                <a:spcPts val="0"/>
              </a:spcAft>
              <a:buSzPts val="1260"/>
              <a:buNone/>
              <a:defRPr sz="1400">
                <a:solidFill>
                  <a:srgbClr val="888888"/>
                </a:solidFill>
              </a:defRPr>
            </a:lvl7pPr>
            <a:lvl8pPr indent="-228600" lvl="7" marL="3657600" algn="l">
              <a:spcBef>
                <a:spcPts val="600"/>
              </a:spcBef>
              <a:spcAft>
                <a:spcPts val="0"/>
              </a:spcAft>
              <a:buSzPts val="1260"/>
              <a:buNone/>
              <a:defRPr sz="1400">
                <a:solidFill>
                  <a:srgbClr val="888888"/>
                </a:solidFill>
              </a:defRPr>
            </a:lvl8pPr>
            <a:lvl9pPr indent="-228600" lvl="8" marL="4114800" algn="l">
              <a:spcBef>
                <a:spcPts val="600"/>
              </a:spcBef>
              <a:spcAft>
                <a:spcPts val="0"/>
              </a:spcAft>
              <a:buSzPts val="1260"/>
              <a:buNone/>
              <a:defRPr sz="1400">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30"/>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7" name="Google Shape;87;p30"/>
          <p:cNvGrpSpPr/>
          <p:nvPr/>
        </p:nvGrpSpPr>
        <p:grpSpPr>
          <a:xfrm>
            <a:off x="284163" y="1577847"/>
            <a:ext cx="8576373" cy="137411"/>
            <a:chOff x="284163" y="1577847"/>
            <a:chExt cx="8576373" cy="137411"/>
          </a:xfrm>
        </p:grpSpPr>
        <p:sp>
          <p:nvSpPr>
            <p:cNvPr id="88" name="Google Shape;88;p30"/>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 name="Google Shape;89;p30"/>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30"/>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91" name="Google Shape;91;p30"/>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0"/>
          <p:cNvSpPr txBox="1"/>
          <p:nvPr>
            <p:ph idx="1" type="body"/>
          </p:nvPr>
        </p:nvSpPr>
        <p:spPr>
          <a:xfrm>
            <a:off x="403412"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93" name="Google Shape;93;p30"/>
          <p:cNvSpPr txBox="1"/>
          <p:nvPr>
            <p:ph idx="2" type="body"/>
          </p:nvPr>
        </p:nvSpPr>
        <p:spPr>
          <a:xfrm>
            <a:off x="4778188"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94" name="Google Shape;94;p3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7" name="Shape 97"/>
        <p:cNvGrpSpPr/>
        <p:nvPr/>
      </p:nvGrpSpPr>
      <p:grpSpPr>
        <a:xfrm>
          <a:off x="0" y="0"/>
          <a:ext cx="0" cy="0"/>
          <a:chOff x="0" y="0"/>
          <a:chExt cx="0" cy="0"/>
        </a:xfrm>
      </p:grpSpPr>
      <p:sp>
        <p:nvSpPr>
          <p:cNvPr id="98" name="Google Shape;98;p31"/>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9" name="Google Shape;99;p31"/>
          <p:cNvGrpSpPr/>
          <p:nvPr/>
        </p:nvGrpSpPr>
        <p:grpSpPr>
          <a:xfrm>
            <a:off x="284163" y="1577847"/>
            <a:ext cx="8576373" cy="137411"/>
            <a:chOff x="284163" y="1577847"/>
            <a:chExt cx="8576373" cy="137411"/>
          </a:xfrm>
        </p:grpSpPr>
        <p:sp>
          <p:nvSpPr>
            <p:cNvPr id="100" name="Google Shape;100;p31"/>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31"/>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 name="Google Shape;102;p31"/>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03" name="Google Shape;103;p31"/>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31"/>
          <p:cNvSpPr txBox="1"/>
          <p:nvPr>
            <p:ph idx="1" type="body"/>
          </p:nvPr>
        </p:nvSpPr>
        <p:spPr>
          <a:xfrm>
            <a:off x="403412"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1"/>
                </a:solidFill>
              </a:defRPr>
            </a:lvl1pPr>
            <a:lvl2pPr indent="-228600" lvl="1" marL="914400" algn="l">
              <a:spcBef>
                <a:spcPts val="600"/>
              </a:spcBef>
              <a:spcAft>
                <a:spcPts val="0"/>
              </a:spcAft>
              <a:buSzPts val="1800"/>
              <a:buNone/>
              <a:defRPr b="1" sz="2000"/>
            </a:lvl2pPr>
            <a:lvl3pPr indent="-228600" lvl="2" marL="1371600" algn="l">
              <a:spcBef>
                <a:spcPts val="600"/>
              </a:spcBef>
              <a:spcAft>
                <a:spcPts val="0"/>
              </a:spcAft>
              <a:buSzPts val="1620"/>
              <a:buNone/>
              <a:defRPr b="1" sz="1800"/>
            </a:lvl3pPr>
            <a:lvl4pPr indent="-228600" lvl="3" marL="1828800" algn="l">
              <a:spcBef>
                <a:spcPts val="600"/>
              </a:spcBef>
              <a:spcAft>
                <a:spcPts val="0"/>
              </a:spcAft>
              <a:buSzPts val="1440"/>
              <a:buNone/>
              <a:defRPr b="1" sz="1600"/>
            </a:lvl4pPr>
            <a:lvl5pPr indent="-228600" lvl="4" marL="2286000" algn="l">
              <a:spcBef>
                <a:spcPts val="600"/>
              </a:spcBef>
              <a:spcAft>
                <a:spcPts val="0"/>
              </a:spcAft>
              <a:buSzPts val="1440"/>
              <a:buNone/>
              <a:defRPr b="1" sz="1600"/>
            </a:lvl5pPr>
            <a:lvl6pPr indent="-228600" lvl="5" marL="2743200" algn="l">
              <a:spcBef>
                <a:spcPts val="600"/>
              </a:spcBef>
              <a:spcAft>
                <a:spcPts val="0"/>
              </a:spcAft>
              <a:buSzPts val="1440"/>
              <a:buNone/>
              <a:defRPr b="1" sz="1600"/>
            </a:lvl6pPr>
            <a:lvl7pPr indent="-228600" lvl="6" marL="3200400" algn="l">
              <a:spcBef>
                <a:spcPts val="600"/>
              </a:spcBef>
              <a:spcAft>
                <a:spcPts val="0"/>
              </a:spcAft>
              <a:buSzPts val="1440"/>
              <a:buNone/>
              <a:defRPr b="1" sz="1600"/>
            </a:lvl7pPr>
            <a:lvl8pPr indent="-228600" lvl="7" marL="3657600" algn="l">
              <a:spcBef>
                <a:spcPts val="600"/>
              </a:spcBef>
              <a:spcAft>
                <a:spcPts val="0"/>
              </a:spcAft>
              <a:buSzPts val="1440"/>
              <a:buNone/>
              <a:defRPr b="1" sz="1600"/>
            </a:lvl8pPr>
            <a:lvl9pPr indent="-228600" lvl="8" marL="4114800" algn="l">
              <a:spcBef>
                <a:spcPts val="600"/>
              </a:spcBef>
              <a:spcAft>
                <a:spcPts val="0"/>
              </a:spcAft>
              <a:buSzPts val="1440"/>
              <a:buNone/>
              <a:defRPr b="1" sz="1600"/>
            </a:lvl9pPr>
          </a:lstStyle>
          <a:p/>
        </p:txBody>
      </p:sp>
      <p:sp>
        <p:nvSpPr>
          <p:cNvPr id="105" name="Google Shape;105;p31"/>
          <p:cNvSpPr txBox="1"/>
          <p:nvPr>
            <p:ph idx="2" type="body"/>
          </p:nvPr>
        </p:nvSpPr>
        <p:spPr>
          <a:xfrm>
            <a:off x="403412"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20039" lvl="5" marL="2743200" algn="l">
              <a:spcBef>
                <a:spcPts val="600"/>
              </a:spcBef>
              <a:spcAft>
                <a:spcPts val="0"/>
              </a:spcAft>
              <a:buSzPts val="1440"/>
              <a:buChar char="🡽"/>
              <a:defRPr sz="1600"/>
            </a:lvl6pPr>
            <a:lvl7pPr indent="-320039" lvl="6" marL="3200400" algn="l">
              <a:spcBef>
                <a:spcPts val="600"/>
              </a:spcBef>
              <a:spcAft>
                <a:spcPts val="0"/>
              </a:spcAft>
              <a:buSzPts val="1440"/>
              <a:buChar char="🡽"/>
              <a:defRPr sz="1600"/>
            </a:lvl7pPr>
            <a:lvl8pPr indent="-320040" lvl="7" marL="3657600" algn="l">
              <a:spcBef>
                <a:spcPts val="600"/>
              </a:spcBef>
              <a:spcAft>
                <a:spcPts val="0"/>
              </a:spcAft>
              <a:buSzPts val="1440"/>
              <a:buChar char="🡽"/>
              <a:defRPr sz="1600"/>
            </a:lvl8pPr>
            <a:lvl9pPr indent="-320040" lvl="8" marL="4114800" algn="l">
              <a:spcBef>
                <a:spcPts val="600"/>
              </a:spcBef>
              <a:spcAft>
                <a:spcPts val="0"/>
              </a:spcAft>
              <a:buSzPts val="1440"/>
              <a:buChar char="🡽"/>
              <a:defRPr sz="1600"/>
            </a:lvl9pPr>
          </a:lstStyle>
          <a:p/>
        </p:txBody>
      </p:sp>
      <p:sp>
        <p:nvSpPr>
          <p:cNvPr id="106" name="Google Shape;106;p31"/>
          <p:cNvSpPr txBox="1"/>
          <p:nvPr>
            <p:ph idx="3" type="body"/>
          </p:nvPr>
        </p:nvSpPr>
        <p:spPr>
          <a:xfrm>
            <a:off x="4779495"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2"/>
                </a:solidFill>
              </a:defRPr>
            </a:lvl1pPr>
            <a:lvl2pPr indent="-228600" lvl="1" marL="914400" algn="l">
              <a:spcBef>
                <a:spcPts val="600"/>
              </a:spcBef>
              <a:spcAft>
                <a:spcPts val="0"/>
              </a:spcAft>
              <a:buSzPts val="1800"/>
              <a:buNone/>
              <a:defRPr b="1" sz="2000"/>
            </a:lvl2pPr>
            <a:lvl3pPr indent="-228600" lvl="2" marL="1371600" algn="l">
              <a:spcBef>
                <a:spcPts val="600"/>
              </a:spcBef>
              <a:spcAft>
                <a:spcPts val="0"/>
              </a:spcAft>
              <a:buSzPts val="1620"/>
              <a:buNone/>
              <a:defRPr b="1" sz="1800"/>
            </a:lvl3pPr>
            <a:lvl4pPr indent="-228600" lvl="3" marL="1828800" algn="l">
              <a:spcBef>
                <a:spcPts val="600"/>
              </a:spcBef>
              <a:spcAft>
                <a:spcPts val="0"/>
              </a:spcAft>
              <a:buSzPts val="1440"/>
              <a:buNone/>
              <a:defRPr b="1" sz="1600"/>
            </a:lvl4pPr>
            <a:lvl5pPr indent="-228600" lvl="4" marL="2286000" algn="l">
              <a:spcBef>
                <a:spcPts val="600"/>
              </a:spcBef>
              <a:spcAft>
                <a:spcPts val="0"/>
              </a:spcAft>
              <a:buSzPts val="1440"/>
              <a:buNone/>
              <a:defRPr b="1" sz="1600"/>
            </a:lvl5pPr>
            <a:lvl6pPr indent="-228600" lvl="5" marL="2743200" algn="l">
              <a:spcBef>
                <a:spcPts val="600"/>
              </a:spcBef>
              <a:spcAft>
                <a:spcPts val="0"/>
              </a:spcAft>
              <a:buSzPts val="1440"/>
              <a:buNone/>
              <a:defRPr b="1" sz="1600"/>
            </a:lvl6pPr>
            <a:lvl7pPr indent="-228600" lvl="6" marL="3200400" algn="l">
              <a:spcBef>
                <a:spcPts val="600"/>
              </a:spcBef>
              <a:spcAft>
                <a:spcPts val="0"/>
              </a:spcAft>
              <a:buSzPts val="1440"/>
              <a:buNone/>
              <a:defRPr b="1" sz="1600"/>
            </a:lvl7pPr>
            <a:lvl8pPr indent="-228600" lvl="7" marL="3657600" algn="l">
              <a:spcBef>
                <a:spcPts val="600"/>
              </a:spcBef>
              <a:spcAft>
                <a:spcPts val="0"/>
              </a:spcAft>
              <a:buSzPts val="1440"/>
              <a:buNone/>
              <a:defRPr b="1" sz="1600"/>
            </a:lvl8pPr>
            <a:lvl9pPr indent="-228600" lvl="8" marL="4114800" algn="l">
              <a:spcBef>
                <a:spcPts val="600"/>
              </a:spcBef>
              <a:spcAft>
                <a:spcPts val="0"/>
              </a:spcAft>
              <a:buSzPts val="1440"/>
              <a:buNone/>
              <a:defRPr b="1" sz="1600"/>
            </a:lvl9pPr>
          </a:lstStyle>
          <a:p/>
        </p:txBody>
      </p:sp>
      <p:sp>
        <p:nvSpPr>
          <p:cNvPr id="107" name="Google Shape;107;p31"/>
          <p:cNvSpPr txBox="1"/>
          <p:nvPr>
            <p:ph idx="4" type="body"/>
          </p:nvPr>
        </p:nvSpPr>
        <p:spPr>
          <a:xfrm>
            <a:off x="4779495"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20039" lvl="5" marL="2743200" algn="l">
              <a:spcBef>
                <a:spcPts val="600"/>
              </a:spcBef>
              <a:spcAft>
                <a:spcPts val="0"/>
              </a:spcAft>
              <a:buSzPts val="1440"/>
              <a:buChar char="🡽"/>
              <a:defRPr sz="1600"/>
            </a:lvl6pPr>
            <a:lvl7pPr indent="-320039" lvl="6" marL="3200400" algn="l">
              <a:spcBef>
                <a:spcPts val="600"/>
              </a:spcBef>
              <a:spcAft>
                <a:spcPts val="0"/>
              </a:spcAft>
              <a:buSzPts val="1440"/>
              <a:buChar char="🡽"/>
              <a:defRPr sz="1600"/>
            </a:lvl7pPr>
            <a:lvl8pPr indent="-320040" lvl="7" marL="3657600" algn="l">
              <a:spcBef>
                <a:spcPts val="600"/>
              </a:spcBef>
              <a:spcAft>
                <a:spcPts val="0"/>
              </a:spcAft>
              <a:buSzPts val="1440"/>
              <a:buChar char="🡽"/>
              <a:defRPr sz="1600"/>
            </a:lvl8pPr>
            <a:lvl9pPr indent="-320040" lvl="8" marL="4114800" algn="l">
              <a:spcBef>
                <a:spcPts val="600"/>
              </a:spcBef>
              <a:spcAft>
                <a:spcPts val="0"/>
              </a:spcAft>
              <a:buSzPts val="1440"/>
              <a:buChar char="🡽"/>
              <a:defRPr sz="1600"/>
            </a:lvl9pPr>
          </a:lstStyle>
          <a:p/>
        </p:txBody>
      </p:sp>
      <p:sp>
        <p:nvSpPr>
          <p:cNvPr id="108" name="Google Shape;108;p3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32"/>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3" name="Google Shape;113;p32"/>
          <p:cNvGrpSpPr/>
          <p:nvPr/>
        </p:nvGrpSpPr>
        <p:grpSpPr>
          <a:xfrm>
            <a:off x="284163" y="1577847"/>
            <a:ext cx="8576373" cy="137411"/>
            <a:chOff x="284163" y="1577847"/>
            <a:chExt cx="8576373" cy="137411"/>
          </a:xfrm>
        </p:grpSpPr>
        <p:sp>
          <p:nvSpPr>
            <p:cNvPr id="114" name="Google Shape;114;p32"/>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32"/>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32"/>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17" name="Google Shape;117;p32"/>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3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1" name="Shape 121"/>
        <p:cNvGrpSpPr/>
        <p:nvPr/>
      </p:nvGrpSpPr>
      <p:grpSpPr>
        <a:xfrm>
          <a:off x="0" y="0"/>
          <a:ext cx="0" cy="0"/>
          <a:chOff x="0" y="0"/>
          <a:chExt cx="0" cy="0"/>
        </a:xfrm>
      </p:grpSpPr>
      <p:sp>
        <p:nvSpPr>
          <p:cNvPr id="122" name="Google Shape;122;p33"/>
          <p:cNvSpPr txBox="1"/>
          <p:nvPr>
            <p:ph type="title"/>
          </p:nvPr>
        </p:nvSpPr>
        <p:spPr>
          <a:xfrm>
            <a:off x="268941" y="1298762"/>
            <a:ext cx="4069080" cy="11620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accent2"/>
              </a:buClr>
              <a:buSzPts val="3200"/>
              <a:buFont typeface="Corbel"/>
              <a:buNone/>
              <a:defRPr b="1" sz="32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33"/>
          <p:cNvSpPr txBox="1"/>
          <p:nvPr>
            <p:ph idx="1" type="body"/>
          </p:nvPr>
        </p:nvSpPr>
        <p:spPr>
          <a:xfrm>
            <a:off x="4783567" y="914400"/>
            <a:ext cx="4069080" cy="5211763"/>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124" name="Google Shape;124;p33"/>
          <p:cNvSpPr txBox="1"/>
          <p:nvPr>
            <p:ph idx="2" type="body"/>
          </p:nvPr>
        </p:nvSpPr>
        <p:spPr>
          <a:xfrm>
            <a:off x="268941" y="2456329"/>
            <a:ext cx="4069080" cy="3182472"/>
          </a:xfrm>
          <a:prstGeom prst="rect">
            <a:avLst/>
          </a:prstGeom>
          <a:noFill/>
          <a:ln>
            <a:noFill/>
          </a:ln>
        </p:spPr>
        <p:txBody>
          <a:bodyPr anchorCtr="0" anchor="t" bIns="45700" lIns="91425" spcFirstLastPara="1" rIns="91425" wrap="square" tIns="45700">
            <a:normAutofit/>
          </a:bodyPr>
          <a:lstStyle>
            <a:lvl1pPr indent="-228600" lvl="0" marL="457200" algn="ctr">
              <a:spcBef>
                <a:spcPts val="600"/>
              </a:spcBef>
              <a:spcAft>
                <a:spcPts val="0"/>
              </a:spcAft>
              <a:buSzPts val="1620"/>
              <a:buNone/>
              <a:defRPr sz="1800"/>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25" name="Google Shape;125;p3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28" name="Google Shape;128;p33"/>
          <p:cNvGrpSpPr/>
          <p:nvPr/>
        </p:nvGrpSpPr>
        <p:grpSpPr>
          <a:xfrm>
            <a:off x="284163" y="452718"/>
            <a:ext cx="8576373" cy="137411"/>
            <a:chOff x="284163" y="1577847"/>
            <a:chExt cx="8576373" cy="137411"/>
          </a:xfrm>
        </p:grpSpPr>
        <p:sp>
          <p:nvSpPr>
            <p:cNvPr id="129" name="Google Shape;129;p33"/>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33"/>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33"/>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34"/>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134" name="Google Shape;134;p34"/>
          <p:cNvGrpSpPr/>
          <p:nvPr/>
        </p:nvGrpSpPr>
        <p:grpSpPr>
          <a:xfrm>
            <a:off x="284163" y="6263389"/>
            <a:ext cx="8576373" cy="137411"/>
            <a:chOff x="284163" y="1759424"/>
            <a:chExt cx="8576373" cy="137411"/>
          </a:xfrm>
        </p:grpSpPr>
        <p:sp>
          <p:nvSpPr>
            <p:cNvPr id="135" name="Google Shape;135;p34"/>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34"/>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4"/>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8" name="Google Shape;138;p34"/>
          <p:cNvSpPr txBox="1"/>
          <p:nvPr>
            <p:ph type="title"/>
          </p:nvPr>
        </p:nvSpPr>
        <p:spPr>
          <a:xfrm>
            <a:off x="363071" y="4800600"/>
            <a:ext cx="8360242"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34"/>
          <p:cNvSpPr/>
          <p:nvPr>
            <p:ph idx="2" type="pic"/>
          </p:nvPr>
        </p:nvSpPr>
        <p:spPr>
          <a:xfrm>
            <a:off x="284163" y="457199"/>
            <a:ext cx="8577072" cy="4352544"/>
          </a:xfrm>
          <a:prstGeom prst="rect">
            <a:avLst/>
          </a:prstGeom>
          <a:noFill/>
          <a:ln>
            <a:noFill/>
          </a:ln>
        </p:spPr>
      </p:sp>
      <p:sp>
        <p:nvSpPr>
          <p:cNvPr id="140" name="Google Shape;140;p34"/>
          <p:cNvSpPr txBox="1"/>
          <p:nvPr>
            <p:ph idx="1" type="body"/>
          </p:nvPr>
        </p:nvSpPr>
        <p:spPr>
          <a:xfrm>
            <a:off x="419099" y="5367338"/>
            <a:ext cx="8304213"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41" name="Google Shape;141;p3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Alt.">
  <p:cSld name="Picture with Caption, Alt.">
    <p:spTree>
      <p:nvGrpSpPr>
        <p:cNvPr id="144" name="Shape 144"/>
        <p:cNvGrpSpPr/>
        <p:nvPr/>
      </p:nvGrpSpPr>
      <p:grpSpPr>
        <a:xfrm>
          <a:off x="0" y="0"/>
          <a:ext cx="0" cy="0"/>
          <a:chOff x="0" y="0"/>
          <a:chExt cx="0" cy="0"/>
        </a:xfrm>
      </p:grpSpPr>
      <p:grpSp>
        <p:nvGrpSpPr>
          <p:cNvPr id="145" name="Google Shape;145;p35"/>
          <p:cNvGrpSpPr/>
          <p:nvPr/>
        </p:nvGrpSpPr>
        <p:grpSpPr>
          <a:xfrm>
            <a:off x="284163" y="4280647"/>
            <a:ext cx="8576373" cy="137411"/>
            <a:chOff x="284163" y="1759424"/>
            <a:chExt cx="8576373" cy="137411"/>
          </a:xfrm>
        </p:grpSpPr>
        <p:sp>
          <p:nvSpPr>
            <p:cNvPr id="146" name="Google Shape;146;p35"/>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35"/>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35"/>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49" name="Google Shape;149;p35"/>
          <p:cNvSpPr txBox="1"/>
          <p:nvPr>
            <p:ph type="title"/>
          </p:nvPr>
        </p:nvSpPr>
        <p:spPr>
          <a:xfrm>
            <a:off x="363071" y="4778189"/>
            <a:ext cx="8360242"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2"/>
              </a:buClr>
              <a:buSzPts val="2800"/>
              <a:buFont typeface="Corbel"/>
              <a:buNone/>
              <a:defRPr b="0" sz="2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35"/>
          <p:cNvSpPr/>
          <p:nvPr>
            <p:ph idx="2" type="pic"/>
          </p:nvPr>
        </p:nvSpPr>
        <p:spPr>
          <a:xfrm>
            <a:off x="284163" y="457200"/>
            <a:ext cx="8577072" cy="3822192"/>
          </a:xfrm>
          <a:prstGeom prst="rect">
            <a:avLst/>
          </a:prstGeom>
          <a:noFill/>
          <a:ln>
            <a:noFill/>
          </a:ln>
        </p:spPr>
      </p:sp>
      <p:sp>
        <p:nvSpPr>
          <p:cNvPr id="151" name="Google Shape;151;p35"/>
          <p:cNvSpPr txBox="1"/>
          <p:nvPr>
            <p:ph idx="1" type="body"/>
          </p:nvPr>
        </p:nvSpPr>
        <p:spPr>
          <a:xfrm>
            <a:off x="419099" y="5344927"/>
            <a:ext cx="8304213"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rgbClr val="262626"/>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52" name="Google Shape;152;p3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3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icture, and Caption">
  <p:cSld name="Content, Picture, and Caption">
    <p:spTree>
      <p:nvGrpSpPr>
        <p:cNvPr id="155" name="Shape 155"/>
        <p:cNvGrpSpPr/>
        <p:nvPr/>
      </p:nvGrpSpPr>
      <p:grpSpPr>
        <a:xfrm>
          <a:off x="0" y="0"/>
          <a:ext cx="0" cy="0"/>
          <a:chOff x="0" y="0"/>
          <a:chExt cx="0" cy="0"/>
        </a:xfrm>
      </p:grpSpPr>
      <p:sp>
        <p:nvSpPr>
          <p:cNvPr id="156" name="Google Shape;156;p36"/>
          <p:cNvSpPr txBox="1"/>
          <p:nvPr>
            <p:ph idx="1" type="body"/>
          </p:nvPr>
        </p:nvSpPr>
        <p:spPr>
          <a:xfrm>
            <a:off x="3657600" y="914400"/>
            <a:ext cx="5195047" cy="5211763"/>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157" name="Google Shape;157;p3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0" name="Google Shape;160;p36"/>
          <p:cNvSpPr/>
          <p:nvPr/>
        </p:nvSpPr>
        <p:spPr>
          <a:xfrm>
            <a:off x="284163" y="4267200"/>
            <a:ext cx="2743200" cy="2120153"/>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sp>
        <p:nvSpPr>
          <p:cNvPr id="161" name="Google Shape;161;p36"/>
          <p:cNvSpPr txBox="1"/>
          <p:nvPr>
            <p:ph idx="2" type="body"/>
          </p:nvPr>
        </p:nvSpPr>
        <p:spPr>
          <a:xfrm>
            <a:off x="419101" y="4953001"/>
            <a:ext cx="2472017" cy="1246094"/>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62" name="Google Shape;162;p36"/>
          <p:cNvSpPr txBox="1"/>
          <p:nvPr>
            <p:ph type="title"/>
          </p:nvPr>
        </p:nvSpPr>
        <p:spPr>
          <a:xfrm>
            <a:off x="410764" y="4419600"/>
            <a:ext cx="2475395" cy="51098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orbel"/>
              <a:buNone/>
              <a:defRPr b="1"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36"/>
          <p:cNvSpPr/>
          <p:nvPr>
            <p:ph idx="3" type="pic"/>
          </p:nvPr>
        </p:nvSpPr>
        <p:spPr>
          <a:xfrm>
            <a:off x="284164" y="594360"/>
            <a:ext cx="2743200" cy="3675888"/>
          </a:xfrm>
          <a:prstGeom prst="rect">
            <a:avLst/>
          </a:prstGeom>
          <a:noFill/>
          <a:ln>
            <a:noFill/>
          </a:ln>
        </p:spPr>
      </p:sp>
      <p:grpSp>
        <p:nvGrpSpPr>
          <p:cNvPr id="164" name="Google Shape;164;p36"/>
          <p:cNvGrpSpPr/>
          <p:nvPr/>
        </p:nvGrpSpPr>
        <p:grpSpPr>
          <a:xfrm>
            <a:off x="284163" y="461682"/>
            <a:ext cx="8576373" cy="137411"/>
            <a:chOff x="284163" y="1759424"/>
            <a:chExt cx="8576373" cy="137411"/>
          </a:xfrm>
        </p:grpSpPr>
        <p:sp>
          <p:nvSpPr>
            <p:cNvPr id="165" name="Google Shape;165;p36"/>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36"/>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36"/>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p:cSld name="3 Pictures with Caption">
    <p:spTree>
      <p:nvGrpSpPr>
        <p:cNvPr id="168" name="Shape 168"/>
        <p:cNvGrpSpPr/>
        <p:nvPr/>
      </p:nvGrpSpPr>
      <p:grpSpPr>
        <a:xfrm>
          <a:off x="0" y="0"/>
          <a:ext cx="0" cy="0"/>
          <a:chOff x="0" y="0"/>
          <a:chExt cx="0" cy="0"/>
        </a:xfrm>
      </p:grpSpPr>
      <p:sp>
        <p:nvSpPr>
          <p:cNvPr id="169" name="Google Shape;169;p37"/>
          <p:cNvSpPr/>
          <p:nvPr/>
        </p:nvSpPr>
        <p:spPr>
          <a:xfrm>
            <a:off x="3021013" y="4801575"/>
            <a:ext cx="583723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170" name="Google Shape;170;p37"/>
          <p:cNvGrpSpPr/>
          <p:nvPr/>
        </p:nvGrpSpPr>
        <p:grpSpPr>
          <a:xfrm>
            <a:off x="284163" y="6263389"/>
            <a:ext cx="8576373" cy="137411"/>
            <a:chOff x="284163" y="1759424"/>
            <a:chExt cx="8576373" cy="137411"/>
          </a:xfrm>
        </p:grpSpPr>
        <p:sp>
          <p:nvSpPr>
            <p:cNvPr id="171" name="Google Shape;171;p37"/>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37"/>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37"/>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4" name="Google Shape;174;p37"/>
          <p:cNvSpPr txBox="1"/>
          <p:nvPr>
            <p:ph type="title"/>
          </p:nvPr>
        </p:nvSpPr>
        <p:spPr>
          <a:xfrm>
            <a:off x="3031661" y="4800600"/>
            <a:ext cx="5691651"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37"/>
          <p:cNvSpPr/>
          <p:nvPr>
            <p:ph idx="2" type="pic"/>
          </p:nvPr>
        </p:nvSpPr>
        <p:spPr>
          <a:xfrm>
            <a:off x="3021014" y="457199"/>
            <a:ext cx="5833872" cy="4352544"/>
          </a:xfrm>
          <a:prstGeom prst="rect">
            <a:avLst/>
          </a:prstGeom>
          <a:noFill/>
          <a:ln>
            <a:noFill/>
          </a:ln>
        </p:spPr>
      </p:sp>
      <p:sp>
        <p:nvSpPr>
          <p:cNvPr id="176" name="Google Shape;176;p37"/>
          <p:cNvSpPr txBox="1"/>
          <p:nvPr>
            <p:ph idx="1" type="body"/>
          </p:nvPr>
        </p:nvSpPr>
        <p:spPr>
          <a:xfrm>
            <a:off x="3069805" y="5367338"/>
            <a:ext cx="5653507"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77" name="Google Shape;177;p3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0" name="Google Shape;180;p37"/>
          <p:cNvSpPr/>
          <p:nvPr>
            <p:ph idx="3" type="pic"/>
          </p:nvPr>
        </p:nvSpPr>
        <p:spPr>
          <a:xfrm>
            <a:off x="284164" y="457200"/>
            <a:ext cx="2736850" cy="2907792"/>
          </a:xfrm>
          <a:prstGeom prst="rect">
            <a:avLst/>
          </a:prstGeom>
          <a:noFill/>
          <a:ln>
            <a:noFill/>
          </a:ln>
        </p:spPr>
      </p:sp>
      <p:sp>
        <p:nvSpPr>
          <p:cNvPr id="181" name="Google Shape;181;p37"/>
          <p:cNvSpPr/>
          <p:nvPr>
            <p:ph idx="4" type="pic"/>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2" name="Shape 182"/>
        <p:cNvGrpSpPr/>
        <p:nvPr/>
      </p:nvGrpSpPr>
      <p:grpSpPr>
        <a:xfrm>
          <a:off x="0" y="0"/>
          <a:ext cx="0" cy="0"/>
          <a:chOff x="0" y="0"/>
          <a:chExt cx="0" cy="0"/>
        </a:xfrm>
      </p:grpSpPr>
      <p:sp>
        <p:nvSpPr>
          <p:cNvPr id="183" name="Google Shape;183;p38"/>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4" name="Google Shape;184;p38"/>
          <p:cNvGrpSpPr/>
          <p:nvPr/>
        </p:nvGrpSpPr>
        <p:grpSpPr>
          <a:xfrm>
            <a:off x="284163" y="1577847"/>
            <a:ext cx="8576373" cy="137411"/>
            <a:chOff x="284163" y="1577847"/>
            <a:chExt cx="8576373" cy="137411"/>
          </a:xfrm>
        </p:grpSpPr>
        <p:sp>
          <p:nvSpPr>
            <p:cNvPr id="185" name="Google Shape;185;p38"/>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6" name="Google Shape;186;p38"/>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 name="Google Shape;187;p38"/>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88" name="Google Shape;188;p38"/>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38"/>
          <p:cNvSpPr txBox="1"/>
          <p:nvPr>
            <p:ph idx="1" type="body"/>
          </p:nvPr>
        </p:nvSpPr>
        <p:spPr>
          <a:xfrm rot="5400000">
            <a:off x="2564607" y="-146843"/>
            <a:ext cx="4013200" cy="8574087"/>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190" name="Google Shape;190;p3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3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3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3" name="Shape 193"/>
        <p:cNvGrpSpPr/>
        <p:nvPr/>
      </p:nvGrpSpPr>
      <p:grpSpPr>
        <a:xfrm>
          <a:off x="0" y="0"/>
          <a:ext cx="0" cy="0"/>
          <a:chOff x="0" y="0"/>
          <a:chExt cx="0" cy="0"/>
        </a:xfrm>
      </p:grpSpPr>
      <p:sp>
        <p:nvSpPr>
          <p:cNvPr id="194" name="Google Shape;194;p39"/>
          <p:cNvSpPr/>
          <p:nvPr/>
        </p:nvSpPr>
        <p:spPr>
          <a:xfrm rot="5400000">
            <a:off x="5313882" y="2857535"/>
            <a:ext cx="5934615"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39"/>
          <p:cNvSpPr txBox="1"/>
          <p:nvPr>
            <p:ph type="title"/>
          </p:nvPr>
        </p:nvSpPr>
        <p:spPr>
          <a:xfrm rot="5400000">
            <a:off x="5219069" y="2949131"/>
            <a:ext cx="5921375" cy="969264"/>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400"/>
              <a:buFont typeface="Corbel"/>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39"/>
          <p:cNvSpPr txBox="1"/>
          <p:nvPr>
            <p:ph idx="1" type="body"/>
          </p:nvPr>
        </p:nvSpPr>
        <p:spPr>
          <a:xfrm rot="5400000">
            <a:off x="564357" y="177007"/>
            <a:ext cx="5937250" cy="6497637"/>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197" name="Google Shape;197;p3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3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200" name="Google Shape;200;p39"/>
          <p:cNvGrpSpPr/>
          <p:nvPr/>
        </p:nvGrpSpPr>
        <p:grpSpPr>
          <a:xfrm rot="5400000">
            <a:off x="4658724" y="3355723"/>
            <a:ext cx="5934456" cy="137411"/>
            <a:chOff x="284163" y="1577847"/>
            <a:chExt cx="8576373" cy="137411"/>
          </a:xfrm>
        </p:grpSpPr>
        <p:sp>
          <p:nvSpPr>
            <p:cNvPr id="201" name="Google Shape;201;p39"/>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39"/>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39"/>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65760" lvl="0" marL="457200" marR="0" rtl="0" algn="l">
              <a:spcBef>
                <a:spcPts val="2000"/>
              </a:spcBef>
              <a:spcAft>
                <a:spcPts val="0"/>
              </a:spcAft>
              <a:buClr>
                <a:srgbClr val="A5A5A5"/>
              </a:buClr>
              <a:buSzPts val="2160"/>
              <a:buFont typeface="Noto Sans Symbols"/>
              <a:buChar char="🡽"/>
              <a:defRPr b="0" i="0" sz="2400" u="none" cap="none" strike="noStrike">
                <a:solidFill>
                  <a:srgbClr val="262626"/>
                </a:solidFill>
                <a:latin typeface="Calibri"/>
                <a:ea typeface="Calibri"/>
                <a:cs typeface="Calibri"/>
                <a:sym typeface="Calibri"/>
              </a:defRPr>
            </a:lvl1pPr>
            <a:lvl2pPr indent="-354330" lvl="1" marL="914400" marR="0" rtl="0" algn="l">
              <a:spcBef>
                <a:spcPts val="600"/>
              </a:spcBef>
              <a:spcAft>
                <a:spcPts val="0"/>
              </a:spcAft>
              <a:buClr>
                <a:srgbClr val="3F3F3F"/>
              </a:buClr>
              <a:buSzPts val="1980"/>
              <a:buFont typeface="Noto Sans Symbols"/>
              <a:buChar char="🡽"/>
              <a:defRPr b="0" i="0" sz="2200" u="none" cap="none" strike="noStrike">
                <a:solidFill>
                  <a:srgbClr val="262626"/>
                </a:solidFill>
                <a:latin typeface="Calibri"/>
                <a:ea typeface="Calibri"/>
                <a:cs typeface="Calibri"/>
                <a:sym typeface="Calibri"/>
              </a:defRPr>
            </a:lvl2pPr>
            <a:lvl3pPr indent="-342900" lvl="2" marL="1371600" marR="0" rtl="0" algn="l">
              <a:spcBef>
                <a:spcPts val="600"/>
              </a:spcBef>
              <a:spcAft>
                <a:spcPts val="0"/>
              </a:spcAft>
              <a:buClr>
                <a:srgbClr val="A5A5A5"/>
              </a:buClr>
              <a:buSzPts val="1800"/>
              <a:buFont typeface="Noto Sans Symbols"/>
              <a:buChar char="🡽"/>
              <a:defRPr b="0" i="0" sz="2000" u="none" cap="none" strike="noStrike">
                <a:solidFill>
                  <a:srgbClr val="262626"/>
                </a:solidFill>
                <a:latin typeface="Calibri"/>
                <a:ea typeface="Calibri"/>
                <a:cs typeface="Calibri"/>
                <a:sym typeface="Calibri"/>
              </a:defRPr>
            </a:lvl3pPr>
            <a:lvl4pPr indent="-331469" lvl="3" marL="18288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4pPr>
            <a:lvl5pPr indent="-331470" lvl="4" marL="22860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5pPr>
            <a:lvl6pPr indent="-331470" lvl="5" marL="27432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6pPr>
            <a:lvl7pPr indent="-331470" lvl="6" marL="32004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7pPr>
            <a:lvl8pPr indent="-331470" lvl="7" marL="36576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8pPr>
            <a:lvl9pPr indent="-331470" lvl="8" marL="41148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9pPr>
          </a:lstStyle>
          <a:p/>
        </p:txBody>
      </p:sp>
      <p:sp>
        <p:nvSpPr>
          <p:cNvPr id="11" name="Google Shape;11;p2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2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400" u="none" cap="none" strike="noStrike">
                <a:solidFill>
                  <a:srgbClr val="262626"/>
                </a:solidFill>
                <a:latin typeface="Calibri"/>
                <a:ea typeface="Calibri"/>
                <a:cs typeface="Calibri"/>
                <a:sym typeface="Calibri"/>
              </a:defRPr>
            </a:lvl1pPr>
            <a:lvl2pPr indent="0" lvl="1" marL="0" marR="0" rtl="0" algn="r">
              <a:spcBef>
                <a:spcPts val="0"/>
              </a:spcBef>
              <a:buNone/>
              <a:defRPr b="1" i="0" sz="1400" u="none" cap="none" strike="noStrike">
                <a:solidFill>
                  <a:srgbClr val="262626"/>
                </a:solidFill>
                <a:latin typeface="Calibri"/>
                <a:ea typeface="Calibri"/>
                <a:cs typeface="Calibri"/>
                <a:sym typeface="Calibri"/>
              </a:defRPr>
            </a:lvl2pPr>
            <a:lvl3pPr indent="0" lvl="2" marL="0" marR="0" rtl="0" algn="r">
              <a:spcBef>
                <a:spcPts val="0"/>
              </a:spcBef>
              <a:buNone/>
              <a:defRPr b="1" i="0" sz="1400" u="none" cap="none" strike="noStrike">
                <a:solidFill>
                  <a:srgbClr val="262626"/>
                </a:solidFill>
                <a:latin typeface="Calibri"/>
                <a:ea typeface="Calibri"/>
                <a:cs typeface="Calibri"/>
                <a:sym typeface="Calibri"/>
              </a:defRPr>
            </a:lvl3pPr>
            <a:lvl4pPr indent="0" lvl="3" marL="0" marR="0" rtl="0" algn="r">
              <a:spcBef>
                <a:spcPts val="0"/>
              </a:spcBef>
              <a:buNone/>
              <a:defRPr b="1" i="0" sz="1400" u="none" cap="none" strike="noStrike">
                <a:solidFill>
                  <a:srgbClr val="262626"/>
                </a:solidFill>
                <a:latin typeface="Calibri"/>
                <a:ea typeface="Calibri"/>
                <a:cs typeface="Calibri"/>
                <a:sym typeface="Calibri"/>
              </a:defRPr>
            </a:lvl4pPr>
            <a:lvl5pPr indent="0" lvl="4" marL="0" marR="0" rtl="0" algn="r">
              <a:spcBef>
                <a:spcPts val="0"/>
              </a:spcBef>
              <a:buNone/>
              <a:defRPr b="1" i="0" sz="1400" u="none" cap="none" strike="noStrike">
                <a:solidFill>
                  <a:srgbClr val="262626"/>
                </a:solidFill>
                <a:latin typeface="Calibri"/>
                <a:ea typeface="Calibri"/>
                <a:cs typeface="Calibri"/>
                <a:sym typeface="Calibri"/>
              </a:defRPr>
            </a:lvl5pPr>
            <a:lvl6pPr indent="0" lvl="5" marL="0" marR="0" rtl="0" algn="r">
              <a:spcBef>
                <a:spcPts val="0"/>
              </a:spcBef>
              <a:buNone/>
              <a:defRPr b="1" i="0" sz="1400" u="none" cap="none" strike="noStrike">
                <a:solidFill>
                  <a:srgbClr val="262626"/>
                </a:solidFill>
                <a:latin typeface="Calibri"/>
                <a:ea typeface="Calibri"/>
                <a:cs typeface="Calibri"/>
                <a:sym typeface="Calibri"/>
              </a:defRPr>
            </a:lvl6pPr>
            <a:lvl7pPr indent="0" lvl="6" marL="0" marR="0" rtl="0" algn="r">
              <a:spcBef>
                <a:spcPts val="0"/>
              </a:spcBef>
              <a:buNone/>
              <a:defRPr b="1" i="0" sz="1400" u="none" cap="none" strike="noStrike">
                <a:solidFill>
                  <a:srgbClr val="262626"/>
                </a:solidFill>
                <a:latin typeface="Calibri"/>
                <a:ea typeface="Calibri"/>
                <a:cs typeface="Calibri"/>
                <a:sym typeface="Calibri"/>
              </a:defRPr>
            </a:lvl7pPr>
            <a:lvl8pPr indent="0" lvl="7" marL="0" marR="0" rtl="0" algn="r">
              <a:spcBef>
                <a:spcPts val="0"/>
              </a:spcBef>
              <a:buNone/>
              <a:defRPr b="1" i="0" sz="1400" u="none" cap="none" strike="noStrike">
                <a:solidFill>
                  <a:srgbClr val="262626"/>
                </a:solidFill>
                <a:latin typeface="Calibri"/>
                <a:ea typeface="Calibri"/>
                <a:cs typeface="Calibri"/>
                <a:sym typeface="Calibri"/>
              </a:defRPr>
            </a:lvl8pPr>
            <a:lvl9pPr indent="0" lvl="8" marL="0" marR="0" rtl="0" algn="r">
              <a:spcBef>
                <a:spcPts val="0"/>
              </a:spcBef>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23"/>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marR="0" rtl="0" algn="r">
              <a:spcBef>
                <a:spcPts val="0"/>
              </a:spcBef>
              <a:spcAft>
                <a:spcPts val="0"/>
              </a:spcAft>
              <a:buClr>
                <a:schemeClr val="lt1"/>
              </a:buClr>
              <a:buSzPts val="4200"/>
              <a:buFont typeface="Corbel"/>
              <a:buNone/>
              <a:defRPr b="0" i="0" sz="42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Introduction To Compiler</a:t>
            </a:r>
            <a:endParaRPr/>
          </a:p>
        </p:txBody>
      </p:sp>
      <p:sp>
        <p:nvSpPr>
          <p:cNvPr id="209" name="Google Shape;209;p1"/>
          <p:cNvSpPr txBox="1"/>
          <p:nvPr>
            <p:ph idx="1" type="subTitle"/>
          </p:nvPr>
        </p:nvSpPr>
        <p:spPr>
          <a:xfrm>
            <a:off x="476205" y="1532427"/>
            <a:ext cx="2789509"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rPr lang="en-US"/>
              <a:t>Course Code: CSC 3220</a:t>
            </a:r>
            <a:endParaRPr/>
          </a:p>
        </p:txBody>
      </p:sp>
      <p:sp>
        <p:nvSpPr>
          <p:cNvPr id="210" name="Google Shape;210;p1"/>
          <p:cNvSpPr txBox="1"/>
          <p:nvPr/>
        </p:nvSpPr>
        <p:spPr>
          <a:xfrm>
            <a:off x="76971" y="2446757"/>
            <a:ext cx="902461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0070C0"/>
                </a:solidFill>
                <a:latin typeface="Arial"/>
                <a:ea typeface="Arial"/>
                <a:cs typeface="Arial"/>
                <a:sym typeface="Arial"/>
              </a:rPr>
              <a:t>Dept. of Computer Science</a:t>
            </a:r>
            <a:endParaRPr/>
          </a:p>
          <a:p>
            <a:pPr indent="0" lvl="0" marL="0" marR="0" rtl="0" algn="ctr">
              <a:spcBef>
                <a:spcPts val="0"/>
              </a:spcBef>
              <a:spcAft>
                <a:spcPts val="0"/>
              </a:spcAft>
              <a:buNone/>
            </a:pPr>
            <a:r>
              <a:rPr b="1" i="0" lang="en-US" sz="2000" u="none" cap="none" strike="noStrike">
                <a:solidFill>
                  <a:srgbClr val="0070C0"/>
                </a:solidFill>
                <a:latin typeface="Arial"/>
                <a:ea typeface="Arial"/>
                <a:cs typeface="Arial"/>
                <a:sym typeface="Arial"/>
              </a:rPr>
              <a:t>Faculty of Science and Technology</a:t>
            </a:r>
            <a:endParaRPr b="1" i="0" sz="2400" u="none" cap="none" strike="noStrike">
              <a:solidFill>
                <a:srgbClr val="0070C0"/>
              </a:solidFill>
              <a:latin typeface="Arial"/>
              <a:ea typeface="Arial"/>
              <a:cs typeface="Arial"/>
              <a:sym typeface="Arial"/>
            </a:endParaRPr>
          </a:p>
        </p:txBody>
      </p:sp>
      <p:graphicFrame>
        <p:nvGraphicFramePr>
          <p:cNvPr id="211" name="Google Shape;211;p1"/>
          <p:cNvGraphicFramePr/>
          <p:nvPr/>
        </p:nvGraphicFramePr>
        <p:xfrm>
          <a:off x="476205" y="5186042"/>
          <a:ext cx="3000000" cy="3000000"/>
        </p:xfrm>
        <a:graphic>
          <a:graphicData uri="http://schemas.openxmlformats.org/drawingml/2006/table">
            <a:tbl>
              <a:tblPr bandRow="1" firstRow="1">
                <a:noFill/>
                <a:tableStyleId>{B552DEE3-7F01-4B03-B700-3326E6A896E9}</a:tableStyleId>
              </a:tblPr>
              <a:tblGrid>
                <a:gridCol w="1483225"/>
                <a:gridCol w="1397725"/>
                <a:gridCol w="1227900"/>
                <a:gridCol w="1541425"/>
                <a:gridCol w="1240975"/>
                <a:gridCol w="1444550"/>
              </a:tblGrid>
              <a:tr h="378725">
                <a:tc>
                  <a:txBody>
                    <a:bodyPr/>
                    <a:lstStyle/>
                    <a:p>
                      <a:pPr indent="0" lvl="0" marL="0" marR="0" rtl="0" algn="l">
                        <a:spcBef>
                          <a:spcPts val="0"/>
                        </a:spcBef>
                        <a:spcAft>
                          <a:spcPts val="0"/>
                        </a:spcAft>
                        <a:buNone/>
                      </a:pPr>
                      <a:r>
                        <a:rPr lang="en-US" sz="1800" u="none" cap="none" strike="noStrike"/>
                        <a:t>Lecturer No:</a:t>
                      </a:r>
                      <a:endParaRPr/>
                    </a:p>
                  </a:txBody>
                  <a:tcPr marT="45725" marB="45725" marR="91450" marL="91450"/>
                </a:tc>
                <a:tc>
                  <a:txBody>
                    <a:bodyPr/>
                    <a:lstStyle/>
                    <a:p>
                      <a:pPr indent="0" lvl="0" marL="0" marR="0" rtl="0" algn="l">
                        <a:spcBef>
                          <a:spcPts val="0"/>
                        </a:spcBef>
                        <a:spcAft>
                          <a:spcPts val="0"/>
                        </a:spcAft>
                        <a:buNone/>
                      </a:pPr>
                      <a:r>
                        <a:rPr lang="en-US" sz="1800"/>
                        <a:t>1</a:t>
                      </a:r>
                      <a:endParaRPr sz="1800"/>
                    </a:p>
                  </a:txBody>
                  <a:tcPr marT="45725" marB="45725" marR="91450" marL="91450"/>
                </a:tc>
                <a:tc>
                  <a:txBody>
                    <a:bodyPr/>
                    <a:lstStyle/>
                    <a:p>
                      <a:pPr indent="0" lvl="0" marL="0" marR="0" rtl="0" algn="l">
                        <a:spcBef>
                          <a:spcPts val="0"/>
                        </a:spcBef>
                        <a:spcAft>
                          <a:spcPts val="0"/>
                        </a:spcAft>
                        <a:buNone/>
                      </a:pPr>
                      <a:r>
                        <a:rPr lang="en-US" sz="1800"/>
                        <a:t>Week No:</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Semester:</a:t>
                      </a:r>
                      <a:endParaRPr/>
                    </a:p>
                  </a:txBody>
                  <a:tcPr marT="45725" marB="45725" marR="91450" marL="91450"/>
                </a:tc>
                <a:tc>
                  <a:txBody>
                    <a:bodyPr/>
                    <a:lstStyle/>
                    <a:p>
                      <a:pPr indent="0" lvl="0" marL="0" marR="0" rtl="0" algn="l">
                        <a:spcBef>
                          <a:spcPts val="0"/>
                        </a:spcBef>
                        <a:spcAft>
                          <a:spcPts val="0"/>
                        </a:spcAft>
                        <a:buNone/>
                      </a:pPr>
                      <a:r>
                        <a:rPr lang="en-US" sz="1800"/>
                        <a:t>Summer</a:t>
                      </a:r>
                      <a:endParaRPr/>
                    </a:p>
                  </a:txBody>
                  <a:tcPr marT="45725" marB="45725" marR="91450" marL="91450"/>
                </a:tc>
              </a:tr>
              <a:tr h="378725">
                <a:tc>
                  <a:txBody>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Lecturer:</a:t>
                      </a:r>
                      <a:endParaRPr/>
                    </a:p>
                  </a:txBody>
                  <a:tcPr marT="45725" marB="45725" marR="91450" marL="91450"/>
                </a:tc>
                <a:tc gridSpan="5">
                  <a:txBody>
                    <a:bodyPr/>
                    <a:lstStyle/>
                    <a:p>
                      <a:pPr indent="0" lvl="0" marL="0" marR="0" rtl="0" algn="l">
                        <a:spcBef>
                          <a:spcPts val="0"/>
                        </a:spcBef>
                        <a:spcAft>
                          <a:spcPts val="0"/>
                        </a:spcAft>
                        <a:buNone/>
                      </a:pPr>
                      <a:r>
                        <a:rPr i="1" lang="en-US" sz="1800"/>
                        <a:t>K. M. Imtiaz-Ud-Din</a:t>
                      </a:r>
                      <a:endParaRPr i="1" sz="1800"/>
                    </a:p>
                  </a:txBody>
                  <a:tcPr marT="45725" marB="45725" marR="91450" marL="91450"/>
                </a:tc>
                <a:tc hMerge="1"/>
                <a:tc hMerge="1"/>
                <a:tc hMerge="1"/>
                <a:tc hMerge="1"/>
              </a:tr>
            </a:tbl>
          </a:graphicData>
        </a:graphic>
      </p:graphicFrame>
      <p:sp>
        <p:nvSpPr>
          <p:cNvPr id="212" name="Google Shape;212;p1"/>
          <p:cNvSpPr txBox="1"/>
          <p:nvPr/>
        </p:nvSpPr>
        <p:spPr>
          <a:xfrm>
            <a:off x="3320578" y="1538380"/>
            <a:ext cx="4164439" cy="48463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A5A5A5"/>
              </a:buClr>
              <a:buSzPts val="1620"/>
              <a:buFont typeface="Noto Sans Symbols"/>
              <a:buNone/>
            </a:pPr>
            <a:r>
              <a:rPr b="0" i="0" lang="en-US" sz="1800" u="none" cap="none" strike="noStrike">
                <a:solidFill>
                  <a:schemeClr val="lt1"/>
                </a:solidFill>
                <a:latin typeface="Calibri"/>
                <a:ea typeface="Calibri"/>
                <a:cs typeface="Calibri"/>
                <a:sym typeface="Calibri"/>
              </a:rPr>
              <a:t>Course Title: Compiler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Lecture Outline</a:t>
            </a:r>
            <a:endParaRPr/>
          </a:p>
        </p:txBody>
      </p:sp>
      <p:sp>
        <p:nvSpPr>
          <p:cNvPr id="218" name="Google Shape;218;p2"/>
          <p:cNvSpPr txBox="1"/>
          <p:nvPr>
            <p:ph idx="1" type="subTitle"/>
          </p:nvPr>
        </p:nvSpPr>
        <p:spPr>
          <a:xfrm>
            <a:off x="486697" y="2363927"/>
            <a:ext cx="7754112" cy="3722079"/>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2160"/>
              <a:buAutoNum type="arabicPeriod"/>
            </a:pPr>
            <a:r>
              <a:rPr lang="en-US" sz="2400">
                <a:solidFill>
                  <a:schemeClr val="dk1"/>
                </a:solidFill>
              </a:rPr>
              <a:t>Vision, Mission, Quality Policy, and Goals of AIUB</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Vision and Mission of Computer Science Department</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Course Evaluation</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Objective of this Course</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Basic things of a Compiler</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Language Processors</a:t>
            </a:r>
            <a:endParaRPr/>
          </a:p>
          <a:p>
            <a:pPr indent="-205740" lvl="0" marL="342900" rtl="0" algn="l">
              <a:lnSpc>
                <a:spcPct val="100000"/>
              </a:lnSpc>
              <a:spcBef>
                <a:spcPts val="0"/>
              </a:spcBef>
              <a:spcAft>
                <a:spcPts val="0"/>
              </a:spcAft>
              <a:buSzPts val="2160"/>
              <a:buNone/>
            </a:pPr>
            <a:r>
              <a:t/>
            </a:r>
            <a:endParaRPr sz="2400">
              <a:solidFill>
                <a:schemeClr val="dk1"/>
              </a:solidFill>
            </a:endParaRPr>
          </a:p>
          <a:p>
            <a:pPr indent="-205740" lvl="0" marL="342900" rtl="0" algn="l">
              <a:lnSpc>
                <a:spcPct val="100000"/>
              </a:lnSpc>
              <a:spcBef>
                <a:spcPts val="0"/>
              </a:spcBef>
              <a:spcAft>
                <a:spcPts val="0"/>
              </a:spcAft>
              <a:buSzPts val="2160"/>
              <a:buNone/>
            </a:pPr>
            <a:r>
              <a:t/>
            </a:r>
            <a:endParaRPr sz="2400">
              <a:solidFill>
                <a:schemeClr val="dk1"/>
              </a:solidFill>
            </a:endParaRPr>
          </a:p>
          <a:p>
            <a:pPr indent="-240030" lvl="0" marL="342900" rtl="0" algn="l">
              <a:lnSpc>
                <a:spcPct val="100000"/>
              </a:lnSpc>
              <a:spcBef>
                <a:spcPts val="0"/>
              </a:spcBef>
              <a:spcAft>
                <a:spcPts val="0"/>
              </a:spcAft>
              <a:buSzPts val="1620"/>
              <a:buNone/>
            </a:pPr>
            <a:r>
              <a:t/>
            </a:r>
            <a:endParaRPr>
              <a:solidFill>
                <a:schemeClr val="dk1"/>
              </a:solidFill>
            </a:endParaRPr>
          </a:p>
          <a:p>
            <a:pPr indent="-240030" lvl="0" marL="342900" rtl="0" algn="l">
              <a:lnSpc>
                <a:spcPct val="100000"/>
              </a:lnSpc>
              <a:spcBef>
                <a:spcPts val="0"/>
              </a:spcBef>
              <a:spcAft>
                <a:spcPts val="0"/>
              </a:spcAft>
              <a:buSzPts val="1620"/>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Vision</a:t>
            </a:r>
            <a:endParaRPr/>
          </a:p>
        </p:txBody>
      </p:sp>
      <p:sp>
        <p:nvSpPr>
          <p:cNvPr id="224" name="Google Shape;224;p3"/>
          <p:cNvSpPr txBox="1"/>
          <p:nvPr/>
        </p:nvSpPr>
        <p:spPr>
          <a:xfrm>
            <a:off x="421341" y="2435896"/>
            <a:ext cx="8469441"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chemeClr val="dk1"/>
                </a:solidFill>
                <a:latin typeface="Calibri"/>
                <a:ea typeface="Calibri"/>
                <a:cs typeface="Calibri"/>
                <a:sym typeface="Calibri"/>
              </a:rPr>
              <a:t>AMERICAN INTERNATIONAL UNIVERSITY-BANGLADESH (AIUB) envisions promoting professionals and excellent leadership catering to the technological progress and development needs of the country.</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Mission</a:t>
            </a:r>
            <a:endParaRPr/>
          </a:p>
        </p:txBody>
      </p:sp>
      <p:sp>
        <p:nvSpPr>
          <p:cNvPr id="230" name="Google Shape;230;p4"/>
          <p:cNvSpPr txBox="1"/>
          <p:nvPr/>
        </p:nvSpPr>
        <p:spPr>
          <a:xfrm>
            <a:off x="421341" y="2435896"/>
            <a:ext cx="8469441" cy="267765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400" u="none" cap="none" strike="noStrike">
                <a:solidFill>
                  <a:schemeClr val="dk1"/>
                </a:solidFill>
                <a:latin typeface="Calibri"/>
                <a:ea typeface="Calibri"/>
                <a:cs typeface="Calibri"/>
                <a:sym typeface="Calibri"/>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5"/>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Quality Policy</a:t>
            </a:r>
            <a:endParaRPr/>
          </a:p>
        </p:txBody>
      </p:sp>
      <p:sp>
        <p:nvSpPr>
          <p:cNvPr id="236" name="Google Shape;236;p5"/>
          <p:cNvSpPr txBox="1"/>
          <p:nvPr/>
        </p:nvSpPr>
        <p:spPr>
          <a:xfrm>
            <a:off x="421341" y="2435896"/>
            <a:ext cx="8469441" cy="34778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“Quality shall be adhered to in conformity with the prescribed national and international standards of quality and excellence including those provided by the professional bodies and organizations. The American International University- Bangladesh is committed to translate into actions the programs, projects and activities related to the sustainable delivery of quality management operation system. The students being the valued customers are the central focus of the university shall be provided with utmost care and attention to meet their primordial needs and future career success. In view of this commitment, the university shall exert best efforts to harmonize its action through collaboration, cooperation and consultation with every unit and components of the university.”</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6"/>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Goals</a:t>
            </a:r>
            <a:endParaRPr/>
          </a:p>
        </p:txBody>
      </p:sp>
      <p:sp>
        <p:nvSpPr>
          <p:cNvPr id="242" name="Google Shape;242;p6"/>
          <p:cNvSpPr txBox="1"/>
          <p:nvPr/>
        </p:nvSpPr>
        <p:spPr>
          <a:xfrm>
            <a:off x="421341" y="1927900"/>
            <a:ext cx="8469441" cy="4401205"/>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Sustain development and progress of the university</a:t>
            </a:r>
            <a:endParaRPr/>
          </a:p>
          <a:p>
            <a:pPr indent="-342900" lvl="0" marL="342900" marR="0" rtl="0" algn="just">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Continue to upgrade educational services and facilities responsive</a:t>
            </a:r>
            <a:endParaRPr/>
          </a:p>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      of the demands for change and needs of the society</a:t>
            </a:r>
            <a:endParaRPr/>
          </a:p>
          <a:p>
            <a:pPr indent="-342900" lvl="0" marL="342900" marR="0" rtl="0" algn="just">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Inculcate professional culture among management, faculty and </a:t>
            </a:r>
            <a:endParaRPr/>
          </a:p>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      personnel in the attainment of the institution's vision, mission and goals</a:t>
            </a:r>
            <a:endParaRPr/>
          </a:p>
          <a:p>
            <a:pPr indent="-342900" lvl="0" marL="342900" marR="0" rtl="0" algn="just">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Enhance research consciousness in discovering new dimensions for curriculum development and enrichment</a:t>
            </a:r>
            <a:endParaRPr/>
          </a:p>
          <a:p>
            <a:pPr indent="-342900" lvl="0" marL="342900" marR="0" rtl="0" algn="just">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Implement meaningful and relevant community outreach programs reflective  of the available resources and expertise of the university</a:t>
            </a:r>
            <a:endParaRPr/>
          </a:p>
          <a:p>
            <a:pPr indent="-342900" lvl="0" marL="342900" marR="0" rtl="0" algn="just">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Establish strong networking of programs, sharing of resources and expertise </a:t>
            </a:r>
            <a:endParaRPr/>
          </a:p>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      with local and international educational institutions and organizations</a:t>
            </a:r>
            <a:endParaRPr/>
          </a:p>
          <a:p>
            <a:pPr indent="-342900" lvl="0" marL="342900" marR="0" rtl="0" algn="just">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Accelerate the participation of alumni, students and professionals in the implementation of educational programs and development of projects designed to expand and improve global academic standards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7"/>
          <p:cNvSpPr txBox="1"/>
          <p:nvPr>
            <p:ph type="ctrTitle"/>
          </p:nvPr>
        </p:nvSpPr>
        <p:spPr>
          <a:xfrm>
            <a:off x="421341" y="608659"/>
            <a:ext cx="7808976" cy="108813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4545"/>
              </a:lnSpc>
              <a:spcBef>
                <a:spcPts val="0"/>
              </a:spcBef>
              <a:spcAft>
                <a:spcPts val="0"/>
              </a:spcAft>
              <a:buClr>
                <a:schemeClr val="lt1"/>
              </a:buClr>
              <a:buSzPct val="100000"/>
              <a:buFont typeface="Corbel"/>
              <a:buNone/>
            </a:pPr>
            <a:r>
              <a:rPr lang="en-US" sz="4400"/>
              <a:t>Vision of Computer Science Department</a:t>
            </a:r>
            <a:endParaRPr/>
          </a:p>
        </p:txBody>
      </p:sp>
      <p:sp>
        <p:nvSpPr>
          <p:cNvPr id="248" name="Google Shape;248;p7"/>
          <p:cNvSpPr txBox="1"/>
          <p:nvPr/>
        </p:nvSpPr>
        <p:spPr>
          <a:xfrm>
            <a:off x="421341" y="2319786"/>
            <a:ext cx="8469441" cy="163121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endParaRPr b="0" i="0" sz="20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8"/>
          <p:cNvSpPr txBox="1"/>
          <p:nvPr>
            <p:ph type="ctrTitle"/>
          </p:nvPr>
        </p:nvSpPr>
        <p:spPr>
          <a:xfrm>
            <a:off x="421341" y="608659"/>
            <a:ext cx="7808976" cy="108813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4545"/>
              </a:lnSpc>
              <a:spcBef>
                <a:spcPts val="0"/>
              </a:spcBef>
              <a:spcAft>
                <a:spcPts val="0"/>
              </a:spcAft>
              <a:buClr>
                <a:schemeClr val="lt1"/>
              </a:buClr>
              <a:buSzPct val="100000"/>
              <a:buFont typeface="Corbel"/>
              <a:buNone/>
            </a:pPr>
            <a:r>
              <a:rPr lang="en-US" sz="4400"/>
              <a:t>Mission of Computer Science Department</a:t>
            </a:r>
            <a:endParaRPr/>
          </a:p>
        </p:txBody>
      </p:sp>
      <p:sp>
        <p:nvSpPr>
          <p:cNvPr id="254" name="Google Shape;254;p8"/>
          <p:cNvSpPr txBox="1"/>
          <p:nvPr/>
        </p:nvSpPr>
        <p:spPr>
          <a:xfrm>
            <a:off x="421341" y="2319786"/>
            <a:ext cx="8469441"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000" u="none" cap="none" strike="noStrike">
                <a:solidFill>
                  <a:schemeClr val="dk1"/>
                </a:solidFill>
                <a:latin typeface="Calibri"/>
                <a:ea typeface="Calibri"/>
                <a:cs typeface="Calibri"/>
                <a:sym typeface="Calibri"/>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endParaRPr b="0" i="0" sz="20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Course Evaluation</a:t>
            </a:r>
            <a:endParaRPr/>
          </a:p>
        </p:txBody>
      </p:sp>
      <p:sp>
        <p:nvSpPr>
          <p:cNvPr id="260" name="Google Shape;260;p9"/>
          <p:cNvSpPr txBox="1"/>
          <p:nvPr/>
        </p:nvSpPr>
        <p:spPr>
          <a:xfrm>
            <a:off x="267293" y="2317068"/>
            <a:ext cx="8609414" cy="35069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Mid-Term Evaluation</a:t>
            </a:r>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Attendance                                :	10%</a:t>
            </a:r>
            <a:endParaRPr/>
          </a:p>
          <a:p>
            <a:pPr indent="-165100" lvl="0" marL="342900" marR="0" rtl="0" algn="l">
              <a:lnSpc>
                <a:spcPct val="80000"/>
              </a:lnSpc>
              <a:spcBef>
                <a:spcPts val="560"/>
              </a:spcBef>
              <a:spcAft>
                <a:spcPts val="0"/>
              </a:spcAft>
              <a:buClr>
                <a:srgbClr val="FF0000"/>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Quizzes 				:	40%</a:t>
            </a:r>
            <a:endParaRPr/>
          </a:p>
          <a:p>
            <a:pPr indent="-165100" lvl="0" marL="342900" marR="0" rtl="0" algn="l">
              <a:lnSpc>
                <a:spcPct val="80000"/>
              </a:lnSpc>
              <a:spcBef>
                <a:spcPts val="560"/>
              </a:spcBef>
              <a:spcAft>
                <a:spcPts val="0"/>
              </a:spcAft>
              <a:buClr>
                <a:srgbClr val="FF0000"/>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Lab Performance		:	10%</a:t>
            </a:r>
            <a:endParaRPr/>
          </a:p>
          <a:p>
            <a:pPr indent="-165100" lvl="0" marL="342900" marR="0" rtl="0" algn="l">
              <a:lnSpc>
                <a:spcPct val="80000"/>
              </a:lnSpc>
              <a:spcBef>
                <a:spcPts val="560"/>
              </a:spcBef>
              <a:spcAft>
                <a:spcPts val="0"/>
              </a:spcAft>
              <a:buClr>
                <a:srgbClr val="FF0000"/>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Term Exam			:	40%</a:t>
            </a:r>
            <a:endParaRPr/>
          </a:p>
          <a:p>
            <a:pPr indent="-165100" lvl="0" marL="342900" marR="0" rtl="0" algn="l">
              <a:lnSpc>
                <a:spcPct val="80000"/>
              </a:lnSpc>
              <a:spcBef>
                <a:spcPts val="560"/>
              </a:spcBef>
              <a:spcAft>
                <a:spcPts val="0"/>
              </a:spcAft>
              <a:buClr>
                <a:srgbClr val="FF0000"/>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0"/>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Course Evaluation</a:t>
            </a:r>
            <a:endParaRPr/>
          </a:p>
        </p:txBody>
      </p:sp>
      <p:sp>
        <p:nvSpPr>
          <p:cNvPr id="266" name="Google Shape;266;p10"/>
          <p:cNvSpPr txBox="1"/>
          <p:nvPr/>
        </p:nvSpPr>
        <p:spPr>
          <a:xfrm>
            <a:off x="267293" y="2060364"/>
            <a:ext cx="8609414" cy="412272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Final Term Evaluation</a:t>
            </a:r>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Attendance                                :	10%</a:t>
            </a:r>
            <a:endParaRPr/>
          </a:p>
          <a:p>
            <a:pPr indent="-165100" lvl="0" marL="342900" marR="0" rtl="0" algn="l">
              <a:lnSpc>
                <a:spcPct val="80000"/>
              </a:lnSpc>
              <a:spcBef>
                <a:spcPts val="560"/>
              </a:spcBef>
              <a:spcAft>
                <a:spcPts val="0"/>
              </a:spcAft>
              <a:buClr>
                <a:srgbClr val="FF0000"/>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Quizzes 				:	40%</a:t>
            </a:r>
            <a:endParaRPr b="0" i="0" sz="2800" u="none" cap="none" strike="noStrike">
              <a:solidFill>
                <a:srgbClr val="000000"/>
              </a:solidFill>
              <a:latin typeface="Calibri"/>
              <a:ea typeface="Calibri"/>
              <a:cs typeface="Calibri"/>
              <a:sym typeface="Calibri"/>
            </a:endParaRPr>
          </a:p>
          <a:p>
            <a:pPr indent="-165100" lvl="0" marL="342900" marR="0" rtl="0" algn="l">
              <a:lnSpc>
                <a:spcPct val="80000"/>
              </a:lnSpc>
              <a:spcBef>
                <a:spcPts val="560"/>
              </a:spcBef>
              <a:spcAft>
                <a:spcPts val="0"/>
              </a:spcAft>
              <a:buClr>
                <a:srgbClr val="FF0000"/>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Lab performance		: 	10%</a:t>
            </a:r>
            <a:endParaRPr/>
          </a:p>
          <a:p>
            <a:pPr indent="-165100" lvl="0" marL="342900" marR="0" rtl="0" algn="l">
              <a:lnSpc>
                <a:spcPct val="80000"/>
              </a:lnSpc>
              <a:spcBef>
                <a:spcPts val="560"/>
              </a:spcBef>
              <a:spcAft>
                <a:spcPts val="0"/>
              </a:spcAft>
              <a:buClr>
                <a:srgbClr val="FF0000"/>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FF0000"/>
              </a:buClr>
              <a:buSzPts val="2800"/>
              <a:buFont typeface="Noto Sans Symbols"/>
              <a:buChar char="▪"/>
            </a:pPr>
            <a:r>
              <a:rPr b="0" i="0" lang="en-US" sz="2800" u="none" cap="none" strike="noStrike">
                <a:solidFill>
                  <a:srgbClr val="000000"/>
                </a:solidFill>
                <a:latin typeface="Calibri"/>
                <a:ea typeface="Calibri"/>
                <a:cs typeface="Calibri"/>
                <a:sym typeface="Calibri"/>
              </a:rPr>
              <a:t>Final Term 			:	40%</a:t>
            </a:r>
            <a:endParaRPr/>
          </a:p>
          <a:p>
            <a:pPr indent="-228600" lvl="0" marL="342900" marR="0" rtl="0" algn="l">
              <a:lnSpc>
                <a:spcPct val="80000"/>
              </a:lnSpc>
              <a:spcBef>
                <a:spcPts val="360"/>
              </a:spcBef>
              <a:spcAft>
                <a:spcPts val="0"/>
              </a:spcAft>
              <a:buClr>
                <a:srgbClr val="FF0000"/>
              </a:buClr>
              <a:buSzPts val="1800"/>
              <a:buFont typeface="Noto Sans Symbols"/>
              <a:buNone/>
            </a:pPr>
            <a:r>
              <a:t/>
            </a:r>
            <a:endParaRPr b="0" i="0" sz="18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FF0000"/>
              </a:buClr>
              <a:buSzPts val="2800"/>
              <a:buFont typeface="Noto Sans Symbols"/>
              <a:buChar char="▪"/>
            </a:pPr>
            <a:r>
              <a:rPr b="1" i="0" lang="en-US" sz="2800" u="none" cap="none" strike="noStrike">
                <a:solidFill>
                  <a:srgbClr val="0000FF"/>
                </a:solidFill>
                <a:latin typeface="Calibri"/>
                <a:ea typeface="Calibri"/>
                <a:cs typeface="Calibri"/>
                <a:sym typeface="Calibri"/>
              </a:rPr>
              <a:t>Grand Final = </a:t>
            </a:r>
            <a:r>
              <a:rPr b="1" i="0" lang="en-US" sz="2800" u="none" cap="none" strike="noStrike">
                <a:solidFill>
                  <a:srgbClr val="FF0000"/>
                </a:solidFill>
                <a:latin typeface="Calibri"/>
                <a:ea typeface="Calibri"/>
                <a:cs typeface="Calibri"/>
                <a:sym typeface="Calibri"/>
              </a:rPr>
              <a:t>40%</a:t>
            </a:r>
            <a:r>
              <a:rPr b="1" i="0" lang="en-US" sz="2800" u="none" cap="none" strike="noStrike">
                <a:solidFill>
                  <a:srgbClr val="0000FF"/>
                </a:solidFill>
                <a:latin typeface="Calibri"/>
                <a:ea typeface="Calibri"/>
                <a:cs typeface="Calibri"/>
                <a:sym typeface="Calibri"/>
              </a:rPr>
              <a:t> of Midterm + </a:t>
            </a:r>
            <a:r>
              <a:rPr b="1" i="0" lang="en-US" sz="2800" u="none" cap="none" strike="noStrike">
                <a:solidFill>
                  <a:srgbClr val="FF0000"/>
                </a:solidFill>
                <a:latin typeface="Calibri"/>
                <a:ea typeface="Calibri"/>
                <a:cs typeface="Calibri"/>
                <a:sym typeface="Calibri"/>
              </a:rPr>
              <a:t>60%</a:t>
            </a:r>
            <a:r>
              <a:rPr b="1" i="0" lang="en-US" sz="2800" u="none" cap="none" strike="noStrike">
                <a:solidFill>
                  <a:srgbClr val="0000FF"/>
                </a:solidFill>
                <a:latin typeface="Calibri"/>
                <a:ea typeface="Calibri"/>
                <a:cs typeface="Calibri"/>
                <a:sym typeface="Calibri"/>
              </a:rPr>
              <a:t> of Final Term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1"/>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Objectives and Outcomes</a:t>
            </a:r>
            <a:endParaRPr/>
          </a:p>
        </p:txBody>
      </p:sp>
      <p:sp>
        <p:nvSpPr>
          <p:cNvPr id="272" name="Google Shape;272;p11"/>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t/>
            </a:r>
            <a:endParaRPr/>
          </a:p>
        </p:txBody>
      </p:sp>
      <p:sp>
        <p:nvSpPr>
          <p:cNvPr id="273" name="Google Shape;273;p11"/>
          <p:cNvSpPr txBox="1"/>
          <p:nvPr/>
        </p:nvSpPr>
        <p:spPr>
          <a:xfrm>
            <a:off x="783772" y="2435897"/>
            <a:ext cx="7484741" cy="29546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Calibri"/>
                <a:ea typeface="Calibri"/>
                <a:cs typeface="Calibri"/>
                <a:sym typeface="Calibri"/>
              </a:rPr>
              <a:t>Objectives:</a:t>
            </a:r>
            <a:endParaRPr sz="2000">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Understand the objective of this Course</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Understand the basic concept of a compiler</a:t>
            </a:r>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Noto Sans Symbols"/>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Outcomes:</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Students should be able to understand the importance of a compiler</a:t>
            </a:r>
            <a:endParaRPr/>
          </a:p>
          <a:p>
            <a:pPr indent="-342900" lvl="1" marL="80010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Students will analyze  the language Processors.</a:t>
            </a:r>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2"/>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Basic things of a Compiler</a:t>
            </a:r>
            <a:endParaRPr/>
          </a:p>
        </p:txBody>
      </p:sp>
      <p:sp>
        <p:nvSpPr>
          <p:cNvPr id="279" name="Google Shape;279;p12"/>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t/>
            </a:r>
            <a:endParaRPr/>
          </a:p>
        </p:txBody>
      </p:sp>
      <p:sp>
        <p:nvSpPr>
          <p:cNvPr id="280" name="Google Shape;280;p12"/>
          <p:cNvSpPr txBox="1"/>
          <p:nvPr/>
        </p:nvSpPr>
        <p:spPr>
          <a:xfrm>
            <a:off x="783772" y="2435897"/>
            <a:ext cx="7484741" cy="175432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What is a Compiler?</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Why do we need a compiler?</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Why study compilers?</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3"/>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Basic things of a Compiler</a:t>
            </a:r>
            <a:endParaRPr/>
          </a:p>
        </p:txBody>
      </p:sp>
      <p:sp>
        <p:nvSpPr>
          <p:cNvPr id="286" name="Google Shape;286;p13"/>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t/>
            </a:r>
            <a:endParaRPr/>
          </a:p>
        </p:txBody>
      </p:sp>
      <p:sp>
        <p:nvSpPr>
          <p:cNvPr id="287" name="Google Shape;287;p13"/>
          <p:cNvSpPr txBox="1"/>
          <p:nvPr/>
        </p:nvSpPr>
        <p:spPr>
          <a:xfrm>
            <a:off x="900332" y="2098266"/>
            <a:ext cx="7329985" cy="63401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Compilers Construction touches many topics in Computer Science</a:t>
            </a:r>
            <a:endParaRPr sz="24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Theory</a:t>
            </a:r>
            <a:endParaRPr/>
          </a:p>
          <a:p>
            <a:pPr indent="-342900" lvl="1" marL="8001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Finite State Automata, Grammars and Parsing, data-flow</a:t>
            </a:r>
            <a:endParaRPr/>
          </a:p>
          <a:p>
            <a:pPr indent="-457200" lvl="0" marL="457200" marR="0" rtl="0" algn="l">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Algorithms</a:t>
            </a:r>
            <a:endParaRPr/>
          </a:p>
          <a:p>
            <a:pPr indent="-457200" lvl="1" marL="9144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Graph manipulation, dynamic programming</a:t>
            </a:r>
            <a:endParaRPr/>
          </a:p>
          <a:p>
            <a:pPr indent="-457200" lvl="0" marL="457200" marR="0" rtl="0" algn="l">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Data structures</a:t>
            </a:r>
            <a:endParaRPr/>
          </a:p>
          <a:p>
            <a:pPr indent="-457200" lvl="1" marL="9144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Symbol tables, abstract syntax trees</a:t>
            </a:r>
            <a:endParaRPr/>
          </a:p>
          <a:p>
            <a:pPr indent="-457200" lvl="0" marL="457200" marR="0" rtl="0" algn="l">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Software Engineering</a:t>
            </a:r>
            <a:endParaRPr/>
          </a:p>
          <a:p>
            <a:pPr indent="-457200" lvl="1" marL="9144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Software development environments, debugging</a:t>
            </a:r>
            <a:endParaRPr/>
          </a:p>
          <a:p>
            <a:pPr indent="-457200" lvl="0" marL="457200" marR="0" rtl="0" algn="l">
              <a:spcBef>
                <a:spcPts val="0"/>
              </a:spcBef>
              <a:spcAft>
                <a:spcPts val="0"/>
              </a:spcAft>
              <a:buClr>
                <a:schemeClr val="dk1"/>
              </a:buClr>
              <a:buSzPts val="2000"/>
              <a:buFont typeface="Corbel"/>
              <a:buAutoNum type="arabicPeriod"/>
            </a:pPr>
            <a:r>
              <a:rPr lang="en-US" sz="2000">
                <a:solidFill>
                  <a:schemeClr val="dk1"/>
                </a:solidFill>
                <a:latin typeface="Calibri"/>
                <a:ea typeface="Calibri"/>
                <a:cs typeface="Calibri"/>
                <a:sym typeface="Calibri"/>
              </a:rPr>
              <a:t>Artificial Intelligence</a:t>
            </a:r>
            <a:endParaRPr/>
          </a:p>
          <a:p>
            <a:pPr indent="-457200" lvl="1" marL="914400" marR="0" rtl="0" algn="l">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Heuristic based search</a:t>
            </a:r>
            <a:endParaRPr/>
          </a:p>
          <a:p>
            <a:pPr indent="-330200" lvl="1" marL="914400" marR="0" rtl="0" algn="l">
              <a:spcBef>
                <a:spcPts val="0"/>
              </a:spcBef>
              <a:spcAft>
                <a:spcPts val="0"/>
              </a:spcAft>
              <a:buClr>
                <a:schemeClr val="dk1"/>
              </a:buClr>
              <a:buSzPts val="2000"/>
              <a:buFont typeface="Noto Sans Symbols"/>
              <a:buNone/>
            </a:pPr>
            <a:r>
              <a:t/>
            </a:r>
            <a:endParaRPr b="0" i="0" sz="2000" u="none" cap="none" strike="noStrike">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orbel"/>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orbel"/>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orbel"/>
              <a:buNone/>
            </a:pPr>
            <a:r>
              <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1" marL="457200" marR="0" rtl="0" algn="l">
              <a:spcBef>
                <a:spcPts val="0"/>
              </a:spcBef>
              <a:spcAft>
                <a:spcPts val="0"/>
              </a:spcAft>
              <a:buNone/>
            </a:pPr>
            <a:r>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4"/>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Language processors</a:t>
            </a:r>
            <a:endParaRPr/>
          </a:p>
        </p:txBody>
      </p:sp>
      <p:sp>
        <p:nvSpPr>
          <p:cNvPr id="293" name="Google Shape;293;p14"/>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t/>
            </a:r>
            <a:endParaRPr/>
          </a:p>
        </p:txBody>
      </p:sp>
      <p:sp>
        <p:nvSpPr>
          <p:cNvPr id="294" name="Google Shape;294;p14"/>
          <p:cNvSpPr txBox="1"/>
          <p:nvPr/>
        </p:nvSpPr>
        <p:spPr>
          <a:xfrm>
            <a:off x="900332" y="2253014"/>
            <a:ext cx="7329985" cy="3754874"/>
          </a:xfrm>
          <a:prstGeom prst="rect">
            <a:avLst/>
          </a:prstGeom>
          <a:noFill/>
          <a:ln>
            <a:noFill/>
          </a:ln>
        </p:spPr>
        <p:txBody>
          <a:bodyPr anchorCtr="0" anchor="t" bIns="45700" lIns="91425" spcFirstLastPara="1" rIns="91425" wrap="square" tIns="45700">
            <a:spAutoFit/>
          </a:bodyPr>
          <a:lstStyle/>
          <a:p>
            <a:pPr indent="0" lvl="1" marL="4572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Some common language processors are:</a:t>
            </a:r>
            <a:endParaRPr/>
          </a:p>
          <a:p>
            <a:pPr indent="-457200" lvl="1" marL="914400" marR="0" rtl="0" algn="l">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Compiler</a:t>
            </a:r>
            <a:endParaRPr/>
          </a:p>
          <a:p>
            <a:pPr indent="-457200" lvl="1" marL="914400" marR="0" rtl="0" algn="l">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Interpreter</a:t>
            </a:r>
            <a:endParaRPr/>
          </a:p>
          <a:p>
            <a:pPr indent="-457200" lvl="1" marL="914400" marR="0" rtl="0" algn="l">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Preprocessor</a:t>
            </a:r>
            <a:endParaRPr/>
          </a:p>
          <a:p>
            <a:pPr indent="-457200" lvl="1" marL="914400" marR="0" rtl="0" algn="l">
              <a:spcBef>
                <a:spcPts val="0"/>
              </a:spcBef>
              <a:spcAft>
                <a:spcPts val="0"/>
              </a:spcAft>
              <a:buClr>
                <a:schemeClr val="dk1"/>
              </a:buClr>
              <a:buSzPts val="2000"/>
              <a:buFont typeface="Calibri"/>
              <a:buAutoNum type="arabicPeriod"/>
            </a:pPr>
            <a:r>
              <a:rPr b="0" i="0" lang="en-US" sz="2000" u="none" cap="none" strike="noStrike">
                <a:solidFill>
                  <a:schemeClr val="dk1"/>
                </a:solidFill>
                <a:latin typeface="Calibri"/>
                <a:ea typeface="Calibri"/>
                <a:cs typeface="Calibri"/>
                <a:sym typeface="Calibri"/>
              </a:rPr>
              <a:t>Assembler</a:t>
            </a:r>
            <a:endParaRPr/>
          </a:p>
          <a:p>
            <a:pPr indent="-330200" lvl="0" marL="457200" marR="0" rtl="0" algn="l">
              <a:spcBef>
                <a:spcPts val="0"/>
              </a:spcBef>
              <a:spcAft>
                <a:spcPts val="0"/>
              </a:spcAft>
              <a:buClr>
                <a:schemeClr val="dk1"/>
              </a:buClr>
              <a:buSzPts val="2000"/>
              <a:buFont typeface="Corbel"/>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orbel"/>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orbel"/>
              <a:buNone/>
            </a:pPr>
            <a:r>
              <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1" marL="457200" marR="0" rtl="0" algn="l">
              <a:spcBef>
                <a:spcPts val="0"/>
              </a:spcBef>
              <a:spcAft>
                <a:spcPts val="0"/>
              </a:spcAft>
              <a:buNone/>
            </a:pPr>
            <a:r>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5"/>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Compiler </a:t>
            </a:r>
            <a:endParaRPr/>
          </a:p>
          <a:p>
            <a:pPr indent="0" lvl="0" marL="0" marR="0" rtl="0" algn="l">
              <a:spcBef>
                <a:spcPts val="2000"/>
              </a:spcBef>
              <a:spcAft>
                <a:spcPts val="0"/>
              </a:spcAft>
              <a:buClr>
                <a:srgbClr val="A5A5A5"/>
              </a:buClr>
              <a:buSzPts val="2340"/>
              <a:buFont typeface="Noto Sans Symbols"/>
              <a:buNone/>
            </a:pPr>
            <a:r>
              <a:t/>
            </a:r>
            <a:endParaRPr b="1" sz="2600">
              <a:solidFill>
                <a:schemeClr val="dk1"/>
              </a:solidFill>
              <a:latin typeface="Calibri"/>
              <a:ea typeface="Calibri"/>
              <a:cs typeface="Calibri"/>
              <a:sym typeface="Calibri"/>
            </a:endParaRPr>
          </a:p>
        </p:txBody>
      </p:sp>
      <p:sp>
        <p:nvSpPr>
          <p:cNvPr id="300" name="Google Shape;300;p15"/>
          <p:cNvSpPr txBox="1"/>
          <p:nvPr/>
        </p:nvSpPr>
        <p:spPr>
          <a:xfrm>
            <a:off x="1066986" y="1795817"/>
            <a:ext cx="7261087"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compiler is a program that reads a program written in one language and translates it into another language</a:t>
            </a:r>
            <a:r>
              <a:rPr b="1"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1" name="Google Shape;301;p15"/>
          <p:cNvPicPr preferRelativeResize="0"/>
          <p:nvPr/>
        </p:nvPicPr>
        <p:blipFill rotWithShape="1">
          <a:blip r:embed="rId3">
            <a:alphaModFix/>
          </a:blip>
          <a:srcRect b="0" l="0" r="0" t="0"/>
          <a:stretch/>
        </p:blipFill>
        <p:spPr>
          <a:xfrm>
            <a:off x="1414462" y="3010224"/>
            <a:ext cx="6315075" cy="2095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6"/>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Example</a:t>
            </a:r>
            <a:endParaRPr/>
          </a:p>
          <a:p>
            <a:pPr indent="0" lvl="0" marL="0" marR="0" rtl="0" algn="l">
              <a:spcBef>
                <a:spcPts val="2000"/>
              </a:spcBef>
              <a:spcAft>
                <a:spcPts val="0"/>
              </a:spcAft>
              <a:buClr>
                <a:srgbClr val="A5A5A5"/>
              </a:buClr>
              <a:buSzPts val="2340"/>
              <a:buFont typeface="Noto Sans Symbols"/>
              <a:buNone/>
            </a:pPr>
            <a:r>
              <a:t/>
            </a:r>
            <a:endParaRPr b="1" sz="2600">
              <a:solidFill>
                <a:schemeClr val="dk1"/>
              </a:solidFill>
              <a:latin typeface="Calibri"/>
              <a:ea typeface="Calibri"/>
              <a:cs typeface="Calibri"/>
              <a:sym typeface="Calibri"/>
            </a:endParaRPr>
          </a:p>
        </p:txBody>
      </p:sp>
      <p:sp>
        <p:nvSpPr>
          <p:cNvPr id="307" name="Google Shape;307;p16"/>
          <p:cNvSpPr txBox="1"/>
          <p:nvPr/>
        </p:nvSpPr>
        <p:spPr>
          <a:xfrm>
            <a:off x="1066986" y="1795817"/>
            <a:ext cx="7261087"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8" name="Google Shape;308;p16"/>
          <p:cNvPicPr preferRelativeResize="0"/>
          <p:nvPr/>
        </p:nvPicPr>
        <p:blipFill rotWithShape="1">
          <a:blip r:embed="rId3">
            <a:alphaModFix/>
          </a:blip>
          <a:srcRect b="0" l="0" r="0" t="0"/>
          <a:stretch/>
        </p:blipFill>
        <p:spPr>
          <a:xfrm>
            <a:off x="1154061" y="2365492"/>
            <a:ext cx="6638925" cy="1704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7"/>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Interpreter</a:t>
            </a:r>
            <a:endParaRPr/>
          </a:p>
          <a:p>
            <a:pPr indent="0" lvl="0" marL="0" marR="0" rtl="0" algn="l">
              <a:spcBef>
                <a:spcPts val="2000"/>
              </a:spcBef>
              <a:spcAft>
                <a:spcPts val="0"/>
              </a:spcAft>
              <a:buClr>
                <a:srgbClr val="A5A5A5"/>
              </a:buClr>
              <a:buSzPts val="2340"/>
              <a:buFont typeface="Noto Sans Symbols"/>
              <a:buNone/>
            </a:pPr>
            <a:r>
              <a:t/>
            </a:r>
            <a:endParaRPr b="1" sz="2600">
              <a:solidFill>
                <a:schemeClr val="dk1"/>
              </a:solidFill>
              <a:latin typeface="Calibri"/>
              <a:ea typeface="Calibri"/>
              <a:cs typeface="Calibri"/>
              <a:sym typeface="Calibri"/>
            </a:endParaRPr>
          </a:p>
        </p:txBody>
      </p:sp>
      <p:sp>
        <p:nvSpPr>
          <p:cNvPr id="314" name="Google Shape;314;p17"/>
          <p:cNvSpPr txBox="1"/>
          <p:nvPr/>
        </p:nvSpPr>
        <p:spPr>
          <a:xfrm>
            <a:off x="1066985" y="1690674"/>
            <a:ext cx="7261087" cy="384720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An interpreter is another common kind of language processor. Instead of producing a target program as a translation, an interpreter appears to directly execute the operations specified in the source program on inputs supplied by the user.</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400">
                <a:solidFill>
                  <a:schemeClr val="dk1"/>
                </a:solidFill>
                <a:latin typeface="Calibri"/>
                <a:ea typeface="Calibri"/>
                <a:cs typeface="Calibri"/>
                <a:sym typeface="Calibri"/>
              </a:rPr>
              <a:t>Source </a:t>
            </a:r>
            <a:endParaRPr/>
          </a:p>
          <a:p>
            <a:pPr indent="0" lvl="0" marL="0" marR="0" rtl="0" algn="just">
              <a:spcBef>
                <a:spcPts val="0"/>
              </a:spcBef>
              <a:spcAft>
                <a:spcPts val="0"/>
              </a:spcAft>
              <a:buNone/>
            </a:pPr>
            <a:r>
              <a:rPr lang="en-US" sz="1400">
                <a:solidFill>
                  <a:schemeClr val="dk1"/>
                </a:solidFill>
                <a:latin typeface="Calibri"/>
                <a:ea typeface="Calibri"/>
                <a:cs typeface="Calibri"/>
                <a:sym typeface="Calibri"/>
              </a:rPr>
              <a:t>Program</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cxnSp>
        <p:nvCxnSpPr>
          <p:cNvPr id="315" name="Google Shape;315;p17"/>
          <p:cNvCxnSpPr/>
          <p:nvPr/>
        </p:nvCxnSpPr>
        <p:spPr>
          <a:xfrm>
            <a:off x="1969477" y="3757535"/>
            <a:ext cx="984738" cy="0"/>
          </a:xfrm>
          <a:prstGeom prst="straightConnector1">
            <a:avLst/>
          </a:prstGeom>
          <a:noFill/>
          <a:ln cap="flat" cmpd="sng" w="25400">
            <a:solidFill>
              <a:schemeClr val="accent1"/>
            </a:solidFill>
            <a:prstDash val="solid"/>
            <a:round/>
            <a:headEnd len="sm" w="sm" type="none"/>
            <a:tailEnd len="med" w="med" type="triangle"/>
          </a:ln>
        </p:spPr>
      </p:cxnSp>
      <p:sp>
        <p:nvSpPr>
          <p:cNvPr id="316" name="Google Shape;316;p17"/>
          <p:cNvSpPr/>
          <p:nvPr/>
        </p:nvSpPr>
        <p:spPr>
          <a:xfrm>
            <a:off x="2954215" y="3614278"/>
            <a:ext cx="3235570" cy="784105"/>
          </a:xfrm>
          <a:prstGeom prst="roundRect">
            <a:avLst>
              <a:gd fmla="val 16667" name="adj"/>
            </a:avLst>
          </a:prstGeom>
          <a:solidFill>
            <a:schemeClr val="dk1"/>
          </a:solidFill>
          <a:ln cap="flat" cmpd="sng" w="12700">
            <a:solidFill>
              <a:srgbClr val="4561AA"/>
            </a:solidFill>
            <a:prstDash val="solid"/>
            <a:round/>
            <a:headEnd len="sm" w="sm" type="none"/>
            <a:tailEnd len="sm" w="sm" type="none"/>
          </a:ln>
          <a:effectLst>
            <a:outerShdw blurRad="38100" sx="101000" rotWithShape="0" dir="6600000" dist="25400" sy="101000">
              <a:srgbClr val="000000">
                <a:alpha val="7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Interpreter</a:t>
            </a:r>
            <a:endParaRPr/>
          </a:p>
        </p:txBody>
      </p:sp>
      <p:cxnSp>
        <p:nvCxnSpPr>
          <p:cNvPr id="317" name="Google Shape;317;p17"/>
          <p:cNvCxnSpPr/>
          <p:nvPr/>
        </p:nvCxnSpPr>
        <p:spPr>
          <a:xfrm>
            <a:off x="1969477" y="4183468"/>
            <a:ext cx="984738" cy="1"/>
          </a:xfrm>
          <a:prstGeom prst="straightConnector1">
            <a:avLst/>
          </a:prstGeom>
          <a:noFill/>
          <a:ln cap="flat" cmpd="sng" w="25400">
            <a:solidFill>
              <a:schemeClr val="accent1"/>
            </a:solidFill>
            <a:prstDash val="solid"/>
            <a:round/>
            <a:headEnd len="sm" w="sm" type="none"/>
            <a:tailEnd len="med" w="med" type="triangle"/>
          </a:ln>
        </p:spPr>
      </p:cxnSp>
      <p:pic>
        <p:nvPicPr>
          <p:cNvPr id="318" name="Google Shape;318;p17"/>
          <p:cNvPicPr preferRelativeResize="0"/>
          <p:nvPr/>
        </p:nvPicPr>
        <p:blipFill rotWithShape="1">
          <a:blip r:embed="rId3">
            <a:alphaModFix/>
          </a:blip>
          <a:srcRect b="0" l="0" r="0" t="0"/>
          <a:stretch/>
        </p:blipFill>
        <p:spPr>
          <a:xfrm>
            <a:off x="1277083" y="4040594"/>
            <a:ext cx="400050" cy="285750"/>
          </a:xfrm>
          <a:prstGeom prst="rect">
            <a:avLst/>
          </a:prstGeom>
          <a:noFill/>
          <a:ln>
            <a:noFill/>
          </a:ln>
        </p:spPr>
      </p:pic>
      <p:cxnSp>
        <p:nvCxnSpPr>
          <p:cNvPr id="319" name="Google Shape;319;p17"/>
          <p:cNvCxnSpPr>
            <a:stCxn id="316" idx="3"/>
          </p:cNvCxnSpPr>
          <p:nvPr/>
        </p:nvCxnSpPr>
        <p:spPr>
          <a:xfrm>
            <a:off x="6189785" y="4006331"/>
            <a:ext cx="689400" cy="0"/>
          </a:xfrm>
          <a:prstGeom prst="straightConnector1">
            <a:avLst/>
          </a:prstGeom>
          <a:noFill/>
          <a:ln cap="flat" cmpd="sng" w="25400">
            <a:solidFill>
              <a:schemeClr val="accent1"/>
            </a:solidFill>
            <a:prstDash val="solid"/>
            <a:round/>
            <a:headEnd len="sm" w="sm" type="none"/>
            <a:tailEnd len="med" w="med" type="triangle"/>
          </a:ln>
        </p:spPr>
      </p:cxnSp>
      <p:pic>
        <p:nvPicPr>
          <p:cNvPr id="320" name="Google Shape;320;p17"/>
          <p:cNvPicPr preferRelativeResize="0"/>
          <p:nvPr/>
        </p:nvPicPr>
        <p:blipFill rotWithShape="1">
          <a:blip r:embed="rId4">
            <a:alphaModFix/>
          </a:blip>
          <a:srcRect b="0" l="0" r="0" t="0"/>
          <a:stretch/>
        </p:blipFill>
        <p:spPr>
          <a:xfrm>
            <a:off x="6841679" y="3872981"/>
            <a:ext cx="638175" cy="266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8"/>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Preprocessor</a:t>
            </a:r>
            <a:endParaRPr/>
          </a:p>
          <a:p>
            <a:pPr indent="0" lvl="0" marL="0" marR="0" rtl="0" algn="l">
              <a:spcBef>
                <a:spcPts val="2000"/>
              </a:spcBef>
              <a:spcAft>
                <a:spcPts val="0"/>
              </a:spcAft>
              <a:buClr>
                <a:srgbClr val="A5A5A5"/>
              </a:buClr>
              <a:buSzPts val="2340"/>
              <a:buFont typeface="Noto Sans Symbols"/>
              <a:buNone/>
            </a:pPr>
            <a:r>
              <a:t/>
            </a:r>
            <a:endParaRPr b="1" sz="2600">
              <a:solidFill>
                <a:schemeClr val="dk1"/>
              </a:solidFill>
              <a:latin typeface="Calibri"/>
              <a:ea typeface="Calibri"/>
              <a:cs typeface="Calibri"/>
              <a:sym typeface="Calibri"/>
            </a:endParaRPr>
          </a:p>
        </p:txBody>
      </p:sp>
      <p:sp>
        <p:nvSpPr>
          <p:cNvPr id="326" name="Google Shape;326;p18"/>
          <p:cNvSpPr txBox="1"/>
          <p:nvPr/>
        </p:nvSpPr>
        <p:spPr>
          <a:xfrm>
            <a:off x="1066986" y="1795817"/>
            <a:ext cx="7261087" cy="280076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Preprocessing performs (usually simple) operations on the source file(s) prior to compilation.</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9"/>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Assembler</a:t>
            </a:r>
            <a:endParaRPr/>
          </a:p>
          <a:p>
            <a:pPr indent="0" lvl="0" marL="0" marR="0" rtl="0" algn="l">
              <a:spcBef>
                <a:spcPts val="2000"/>
              </a:spcBef>
              <a:spcAft>
                <a:spcPts val="0"/>
              </a:spcAft>
              <a:buClr>
                <a:srgbClr val="A5A5A5"/>
              </a:buClr>
              <a:buSzPts val="2340"/>
              <a:buFont typeface="Noto Sans Symbols"/>
              <a:buNone/>
            </a:pPr>
            <a:r>
              <a:t/>
            </a:r>
            <a:endParaRPr b="1" sz="2600">
              <a:solidFill>
                <a:schemeClr val="dk1"/>
              </a:solidFill>
              <a:latin typeface="Calibri"/>
              <a:ea typeface="Calibri"/>
              <a:cs typeface="Calibri"/>
              <a:sym typeface="Calibri"/>
            </a:endParaRPr>
          </a:p>
        </p:txBody>
      </p:sp>
      <p:sp>
        <p:nvSpPr>
          <p:cNvPr id="332" name="Google Shape;332;p19"/>
          <p:cNvSpPr txBox="1"/>
          <p:nvPr/>
        </p:nvSpPr>
        <p:spPr>
          <a:xfrm>
            <a:off x="1066986" y="1795817"/>
            <a:ext cx="7261087" cy="415498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An Assembler is a translator that translates Assembly language to machine code. So, an assembler is a type of a compiler and the source code is written in Assembly language.</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400">
                <a:solidFill>
                  <a:schemeClr val="dk1"/>
                </a:solidFill>
                <a:latin typeface="Calibri"/>
                <a:ea typeface="Calibri"/>
                <a:cs typeface="Calibri"/>
                <a:sym typeface="Calibri"/>
              </a:rPr>
              <a:t>Assembly </a:t>
            </a:r>
            <a:endParaRPr/>
          </a:p>
          <a:p>
            <a:pPr indent="0" lvl="0" marL="0" marR="0" rtl="0" algn="just">
              <a:spcBef>
                <a:spcPts val="0"/>
              </a:spcBef>
              <a:spcAft>
                <a:spcPts val="0"/>
              </a:spcAft>
              <a:buNone/>
            </a:pPr>
            <a:r>
              <a:rPr lang="en-US" sz="1400">
                <a:solidFill>
                  <a:schemeClr val="dk1"/>
                </a:solidFill>
                <a:latin typeface="Calibri"/>
                <a:ea typeface="Calibri"/>
                <a:cs typeface="Calibri"/>
                <a:sym typeface="Calibri"/>
              </a:rPr>
              <a:t>Program</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19"/>
          <p:cNvSpPr/>
          <p:nvPr/>
        </p:nvSpPr>
        <p:spPr>
          <a:xfrm>
            <a:off x="2954215" y="3614278"/>
            <a:ext cx="3235570" cy="784105"/>
          </a:xfrm>
          <a:prstGeom prst="roundRect">
            <a:avLst>
              <a:gd fmla="val 16667" name="adj"/>
            </a:avLst>
          </a:prstGeom>
          <a:solidFill>
            <a:schemeClr val="dk1"/>
          </a:solidFill>
          <a:ln cap="flat" cmpd="sng" w="12700">
            <a:solidFill>
              <a:srgbClr val="4561AA"/>
            </a:solidFill>
            <a:prstDash val="solid"/>
            <a:round/>
            <a:headEnd len="sm" w="sm" type="none"/>
            <a:tailEnd len="sm" w="sm" type="none"/>
          </a:ln>
          <a:effectLst>
            <a:outerShdw blurRad="38100" sx="101000" rotWithShape="0" dir="6600000" dist="25400" sy="101000">
              <a:srgbClr val="000000">
                <a:alpha val="7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Assembler</a:t>
            </a:r>
            <a:endParaRPr/>
          </a:p>
        </p:txBody>
      </p:sp>
      <p:cxnSp>
        <p:nvCxnSpPr>
          <p:cNvPr id="334" name="Google Shape;334;p19"/>
          <p:cNvCxnSpPr/>
          <p:nvPr/>
        </p:nvCxnSpPr>
        <p:spPr>
          <a:xfrm>
            <a:off x="1969477" y="4006331"/>
            <a:ext cx="984738" cy="1"/>
          </a:xfrm>
          <a:prstGeom prst="straightConnector1">
            <a:avLst/>
          </a:prstGeom>
          <a:noFill/>
          <a:ln cap="flat" cmpd="sng" w="25400">
            <a:solidFill>
              <a:schemeClr val="accent1"/>
            </a:solidFill>
            <a:prstDash val="solid"/>
            <a:round/>
            <a:headEnd len="sm" w="sm" type="none"/>
            <a:tailEnd len="med" w="med" type="triangle"/>
          </a:ln>
        </p:spPr>
      </p:cxnSp>
      <p:cxnSp>
        <p:nvCxnSpPr>
          <p:cNvPr id="335" name="Google Shape;335;p19"/>
          <p:cNvCxnSpPr>
            <a:stCxn id="333" idx="3"/>
          </p:cNvCxnSpPr>
          <p:nvPr/>
        </p:nvCxnSpPr>
        <p:spPr>
          <a:xfrm>
            <a:off x="6189785" y="4006331"/>
            <a:ext cx="689400" cy="0"/>
          </a:xfrm>
          <a:prstGeom prst="straightConnector1">
            <a:avLst/>
          </a:prstGeom>
          <a:noFill/>
          <a:ln cap="flat" cmpd="sng" w="25400">
            <a:solidFill>
              <a:schemeClr val="accent1"/>
            </a:solidFill>
            <a:prstDash val="solid"/>
            <a:round/>
            <a:headEnd len="sm" w="sm" type="none"/>
            <a:tailEnd len="med" w="med" type="triangle"/>
          </a:ln>
        </p:spPr>
      </p:cxnSp>
      <p:pic>
        <p:nvPicPr>
          <p:cNvPr id="336" name="Google Shape;336;p19"/>
          <p:cNvPicPr preferRelativeResize="0"/>
          <p:nvPr/>
        </p:nvPicPr>
        <p:blipFill rotWithShape="1">
          <a:blip r:embed="rId3">
            <a:alphaModFix/>
          </a:blip>
          <a:srcRect b="0" l="0" r="0" t="0"/>
          <a:stretch/>
        </p:blipFill>
        <p:spPr>
          <a:xfrm>
            <a:off x="6879102" y="3827142"/>
            <a:ext cx="1123950" cy="3133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0"/>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Differences between Compiler and Interpreter</a:t>
            </a:r>
            <a:endParaRPr/>
          </a:p>
          <a:p>
            <a:pPr indent="0" lvl="0" marL="0" marR="0" rtl="0" algn="l">
              <a:spcBef>
                <a:spcPts val="2000"/>
              </a:spcBef>
              <a:spcAft>
                <a:spcPts val="0"/>
              </a:spcAft>
              <a:buClr>
                <a:srgbClr val="A5A5A5"/>
              </a:buClr>
              <a:buSzPts val="2340"/>
              <a:buFont typeface="Noto Sans Symbols"/>
              <a:buNone/>
            </a:pPr>
            <a:r>
              <a:t/>
            </a:r>
            <a:endParaRPr b="1" sz="2600">
              <a:solidFill>
                <a:schemeClr val="dk1"/>
              </a:solidFill>
              <a:latin typeface="Calibri"/>
              <a:ea typeface="Calibri"/>
              <a:cs typeface="Calibri"/>
              <a:sym typeface="Calibri"/>
            </a:endParaRPr>
          </a:p>
        </p:txBody>
      </p:sp>
      <p:sp>
        <p:nvSpPr>
          <p:cNvPr id="342" name="Google Shape;342;p20"/>
          <p:cNvSpPr txBox="1"/>
          <p:nvPr/>
        </p:nvSpPr>
        <p:spPr>
          <a:xfrm>
            <a:off x="1066986" y="1795817"/>
            <a:ext cx="7261087" cy="34778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343" name="Google Shape;343;p20"/>
          <p:cNvGraphicFramePr/>
          <p:nvPr/>
        </p:nvGraphicFramePr>
        <p:xfrm>
          <a:off x="1117600" y="1396999"/>
          <a:ext cx="3000000" cy="3000000"/>
        </p:xfrm>
        <a:graphic>
          <a:graphicData uri="http://schemas.openxmlformats.org/drawingml/2006/table">
            <a:tbl>
              <a:tblPr bandRow="1" firstRow="1">
                <a:noFill/>
                <a:tableStyleId>{D9431337-1863-40A2-B7F5-82F912B66CA5}</a:tableStyleId>
              </a:tblPr>
              <a:tblGrid>
                <a:gridCol w="3645050"/>
                <a:gridCol w="3365350"/>
              </a:tblGrid>
              <a:tr h="470650">
                <a:tc>
                  <a:txBody>
                    <a:bodyPr/>
                    <a:lstStyle/>
                    <a:p>
                      <a:pPr indent="0" lvl="0" marL="0" marR="0" rtl="0" algn="ctr">
                        <a:spcBef>
                          <a:spcPts val="0"/>
                        </a:spcBef>
                        <a:spcAft>
                          <a:spcPts val="0"/>
                        </a:spcAft>
                        <a:buNone/>
                      </a:pPr>
                      <a:r>
                        <a:rPr lang="en-US" sz="1800"/>
                        <a:t>Compiler</a:t>
                      </a:r>
                      <a:endParaRPr/>
                    </a:p>
                  </a:txBody>
                  <a:tcPr marT="45725" marB="45725" marR="91450" marL="91450"/>
                </a:tc>
                <a:tc>
                  <a:txBody>
                    <a:bodyPr/>
                    <a:lstStyle/>
                    <a:p>
                      <a:pPr indent="0" lvl="0" marL="0" marR="0" rtl="0" algn="ctr">
                        <a:spcBef>
                          <a:spcPts val="0"/>
                        </a:spcBef>
                        <a:spcAft>
                          <a:spcPts val="0"/>
                        </a:spcAft>
                        <a:buNone/>
                      </a:pPr>
                      <a:r>
                        <a:rPr lang="en-US" sz="1800"/>
                        <a:t>Interpreter</a:t>
                      </a:r>
                      <a:endParaRPr/>
                    </a:p>
                  </a:txBody>
                  <a:tcPr marT="45725" marB="45725" marR="91450" marL="91450"/>
                </a:tc>
              </a:tr>
              <a:tr h="812350">
                <a:tc>
                  <a:txBody>
                    <a:bodyPr/>
                    <a:lstStyle/>
                    <a:p>
                      <a:pPr indent="0" lvl="0" marL="0" marR="0" rtl="0" algn="just">
                        <a:spcBef>
                          <a:spcPts val="0"/>
                        </a:spcBef>
                        <a:spcAft>
                          <a:spcPts val="0"/>
                        </a:spcAft>
                        <a:buNone/>
                      </a:pPr>
                      <a:r>
                        <a:rPr lang="en-US" sz="1800"/>
                        <a:t>Compiler takes whole program as input. </a:t>
                      </a:r>
                      <a:endParaRPr/>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Interpreter takes single instruction as input.</a:t>
                      </a:r>
                      <a:endParaRPr sz="1800"/>
                    </a:p>
                  </a:txBody>
                  <a:tcPr marT="45725" marB="45725" marR="91450" marL="91450"/>
                </a:tc>
              </a:tr>
              <a:tr h="812350">
                <a:tc>
                  <a:txBody>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Intermediate Object code is generated.</a:t>
                      </a:r>
                      <a:endParaRPr b="0" sz="1800"/>
                    </a:p>
                  </a:txBody>
                  <a:tcPr marT="45725" marB="45725" marR="91450" marL="91450"/>
                </a:tc>
                <a:tc>
                  <a:txBody>
                    <a:bodyPr/>
                    <a:lstStyle/>
                    <a:p>
                      <a:pPr indent="0" lvl="0" marL="0" marR="0" rtl="0" algn="l">
                        <a:spcBef>
                          <a:spcPts val="0"/>
                        </a:spcBef>
                        <a:spcAft>
                          <a:spcPts val="0"/>
                        </a:spcAft>
                        <a:buNone/>
                      </a:pPr>
                      <a:r>
                        <a:rPr lang="en-US" sz="1800"/>
                        <a:t>No Intermediate Object Code is Generated</a:t>
                      </a:r>
                      <a:endParaRPr/>
                    </a:p>
                  </a:txBody>
                  <a:tcPr marT="45725" marB="45725" marR="91450" marL="91450"/>
                </a:tc>
              </a:tr>
              <a:tr h="470650">
                <a:tc>
                  <a:txBody>
                    <a:bodyPr/>
                    <a:lstStyle/>
                    <a:p>
                      <a:pPr indent="0" lvl="0" marL="0" marR="0" rtl="0" algn="l">
                        <a:spcBef>
                          <a:spcPts val="0"/>
                        </a:spcBef>
                        <a:spcAft>
                          <a:spcPts val="0"/>
                        </a:spcAft>
                        <a:buNone/>
                      </a:pPr>
                      <a:r>
                        <a:rPr b="0" lang="en-US" sz="1800">
                          <a:solidFill>
                            <a:schemeClr val="dk1"/>
                          </a:solidFill>
                          <a:latin typeface="Calibri"/>
                          <a:ea typeface="Calibri"/>
                          <a:cs typeface="Calibri"/>
                          <a:sym typeface="Calibri"/>
                        </a:rPr>
                        <a:t>Memory Requirement: More </a:t>
                      </a:r>
                      <a:endParaRPr b="0" sz="1800"/>
                    </a:p>
                  </a:txBody>
                  <a:tcPr marT="45725" marB="45725" marR="91450" marL="91450"/>
                </a:tc>
                <a:tc>
                  <a:txBody>
                    <a:bodyPr/>
                    <a:lstStyle/>
                    <a:p>
                      <a:pPr indent="0" lvl="0" marL="0" marR="0" rtl="0" algn="l">
                        <a:spcBef>
                          <a:spcPts val="0"/>
                        </a:spcBef>
                        <a:spcAft>
                          <a:spcPts val="0"/>
                        </a:spcAft>
                        <a:buNone/>
                      </a:pPr>
                      <a:r>
                        <a:rPr b="0" lang="en-US" sz="1800">
                          <a:solidFill>
                            <a:schemeClr val="dk1"/>
                          </a:solidFill>
                          <a:latin typeface="Calibri"/>
                          <a:ea typeface="Calibri"/>
                          <a:cs typeface="Calibri"/>
                          <a:sym typeface="Calibri"/>
                        </a:rPr>
                        <a:t>Memory Requirement is Less</a:t>
                      </a:r>
                      <a:endParaRPr b="0" sz="1800"/>
                    </a:p>
                  </a:txBody>
                  <a:tcPr marT="45725" marB="45725" marR="91450" marL="91450"/>
                </a:tc>
              </a:tr>
              <a:tr h="1160525">
                <a:tc>
                  <a:txBody>
                    <a:bodyPr/>
                    <a:lstStyle/>
                    <a:p>
                      <a:pPr indent="0" lvl="0" marL="0" marR="0" rtl="0" algn="just">
                        <a:spcBef>
                          <a:spcPts val="0"/>
                        </a:spcBef>
                        <a:spcAft>
                          <a:spcPts val="0"/>
                        </a:spcAft>
                        <a:buNone/>
                      </a:pPr>
                      <a:r>
                        <a:rPr lang="en-US" sz="1800"/>
                        <a:t>Program need not be compiled every time . </a:t>
                      </a:r>
                      <a:endParaRPr/>
                    </a:p>
                  </a:txBody>
                  <a:tcPr marT="45725" marB="45725" marR="91450" marL="91450"/>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Every time higher level program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Is converted into lower level program. </a:t>
                      </a:r>
                      <a:endParaRPr sz="1800"/>
                    </a:p>
                  </a:txBody>
                  <a:tcPr marT="45725" marB="45725" marR="91450" marL="9145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1"/>
          <p:cNvSpPr txBox="1"/>
          <p:nvPr/>
        </p:nvSpPr>
        <p:spPr>
          <a:xfrm>
            <a:off x="335494" y="595100"/>
            <a:ext cx="3232896"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Lecture References</a:t>
            </a:r>
            <a:endParaRPr/>
          </a:p>
        </p:txBody>
      </p:sp>
      <p:sp>
        <p:nvSpPr>
          <p:cNvPr id="349" name="Google Shape;349;p21"/>
          <p:cNvSpPr txBox="1"/>
          <p:nvPr/>
        </p:nvSpPr>
        <p:spPr>
          <a:xfrm>
            <a:off x="783772" y="2435897"/>
            <a:ext cx="71519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Aho, R. Sethi and J. Ullman, </a:t>
            </a:r>
            <a:r>
              <a:rPr b="1" i="1" lang="en-US" sz="1800">
                <a:solidFill>
                  <a:schemeClr val="dk1"/>
                </a:solidFill>
                <a:latin typeface="Calibri"/>
                <a:ea typeface="Calibri"/>
                <a:cs typeface="Calibri"/>
                <a:sym typeface="Calibri"/>
              </a:rPr>
              <a:t>Compilers: Principles, Techniques and Tools</a:t>
            </a:r>
            <a:endParaRPr/>
          </a:p>
          <a:p>
            <a:pPr indent="0" lvl="0" marL="0" marR="0" rtl="0" algn="l">
              <a:spcBef>
                <a:spcPts val="0"/>
              </a:spcBef>
              <a:spcAft>
                <a:spcPts val="0"/>
              </a:spcAft>
              <a:buNone/>
            </a:pP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sz="1800">
              <a:solidFill>
                <a:schemeClr val="dk1"/>
              </a:solidFill>
              <a:latin typeface="Calibri"/>
              <a:ea typeface="Calibri"/>
              <a:cs typeface="Calibri"/>
              <a:sym typeface="Calibri"/>
            </a:endParaRPr>
          </a:p>
        </p:txBody>
      </p:sp>
      <p:sp>
        <p:nvSpPr>
          <p:cNvPr id="350" name="Google Shape;350;p21"/>
          <p:cNvSpPr txBox="1"/>
          <p:nvPr/>
        </p:nvSpPr>
        <p:spPr>
          <a:xfrm>
            <a:off x="10319657" y="4760686"/>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2"/>
          <p:cNvSpPr txBox="1"/>
          <p:nvPr/>
        </p:nvSpPr>
        <p:spPr>
          <a:xfrm>
            <a:off x="335494" y="595100"/>
            <a:ext cx="3232896"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References</a:t>
            </a:r>
            <a:endParaRPr/>
          </a:p>
        </p:txBody>
      </p:sp>
      <p:sp>
        <p:nvSpPr>
          <p:cNvPr id="356" name="Google Shape;356;p22"/>
          <p:cNvSpPr txBox="1"/>
          <p:nvPr/>
        </p:nvSpPr>
        <p:spPr>
          <a:xfrm>
            <a:off x="783772" y="2435897"/>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22"/>
          <p:cNvSpPr/>
          <p:nvPr/>
        </p:nvSpPr>
        <p:spPr>
          <a:xfrm>
            <a:off x="783771" y="2235816"/>
            <a:ext cx="6925323" cy="2308324"/>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orbel"/>
              <a:buAutoNum type="arabicPeriod"/>
            </a:pPr>
            <a:r>
              <a:rPr lang="en-US" sz="1800">
                <a:solidFill>
                  <a:schemeClr val="dk1"/>
                </a:solidFill>
                <a:latin typeface="Calibri"/>
                <a:ea typeface="Calibri"/>
                <a:cs typeface="Calibri"/>
                <a:sym typeface="Calibri"/>
              </a:rPr>
              <a:t>A. Aho, R. Sethi and J. Ullman, </a:t>
            </a:r>
            <a:r>
              <a:rPr b="1" i="1" lang="en-US" sz="1800">
                <a:solidFill>
                  <a:schemeClr val="dk1"/>
                </a:solidFill>
                <a:latin typeface="Calibri"/>
                <a:ea typeface="Calibri"/>
                <a:cs typeface="Calibri"/>
                <a:sym typeface="Calibri"/>
              </a:rPr>
              <a:t>Compilers: Principles, Techniques and Tools</a:t>
            </a: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a:p>
          <a:p>
            <a:pPr indent="-228600" lvl="0" marL="342900" marR="0" rtl="0" algn="l">
              <a:spcBef>
                <a:spcPts val="0"/>
              </a:spcBef>
              <a:spcAft>
                <a:spcPts val="0"/>
              </a:spcAft>
              <a:buClr>
                <a:schemeClr val="dk1"/>
              </a:buClr>
              <a:buSzPts val="1800"/>
              <a:buFont typeface="Corbel"/>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orbel"/>
              <a:buAutoNum type="arabicPeriod"/>
            </a:pPr>
            <a:r>
              <a:rPr b="1" lang="en-US" sz="1800">
                <a:solidFill>
                  <a:schemeClr val="dk1"/>
                </a:solidFill>
                <a:latin typeface="Calibri"/>
                <a:ea typeface="Calibri"/>
                <a:cs typeface="Calibri"/>
                <a:sym typeface="Calibri"/>
              </a:rPr>
              <a:t>Principles of Compiler Design </a:t>
            </a:r>
            <a:r>
              <a:rPr lang="en-US" sz="1800">
                <a:solidFill>
                  <a:schemeClr val="dk1"/>
                </a:solidFill>
                <a:latin typeface="Calibri"/>
                <a:ea typeface="Calibri"/>
                <a:cs typeface="Calibri"/>
                <a:sym typeface="Calibri"/>
              </a:rPr>
              <a:t>(2nd Revised Edition 2009) A. A. Puntambekar</a:t>
            </a:r>
            <a:endParaRPr/>
          </a:p>
          <a:p>
            <a:pPr indent="-228600" lvl="0" marL="342900" marR="0" rtl="0" algn="l">
              <a:spcBef>
                <a:spcPts val="0"/>
              </a:spcBef>
              <a:spcAft>
                <a:spcPts val="0"/>
              </a:spcAft>
              <a:buClr>
                <a:schemeClr val="dk1"/>
              </a:buClr>
              <a:buSzPts val="1800"/>
              <a:buFont typeface="Corbel"/>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000000"/>
              </a:buClr>
              <a:buSzPts val="1800"/>
              <a:buFont typeface="Corbel"/>
              <a:buAutoNum type="arabicPeriod"/>
            </a:pPr>
            <a:r>
              <a:rPr lang="en-US" sz="1800">
                <a:solidFill>
                  <a:srgbClr val="000000"/>
                </a:solidFill>
                <a:latin typeface="Calibri"/>
                <a:ea typeface="Calibri"/>
                <a:cs typeface="Calibri"/>
                <a:sym typeface="Calibri"/>
              </a:rPr>
              <a:t>Basics of Compiler Design Torben Mogensen</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2020-04-25T17:58:10Z</dcterms:created>
  <dc:creator>Tohedul Islam</dc:creator>
</cp:coreProperties>
</file>